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0" r:id="rId1"/>
  </p:sldMasterIdLst>
  <p:notesMasterIdLst>
    <p:notesMasterId r:id="rId12"/>
  </p:notesMasterIdLst>
  <p:sldIdLst>
    <p:sldId id="317" r:id="rId2"/>
    <p:sldId id="294" r:id="rId3"/>
    <p:sldId id="326" r:id="rId4"/>
    <p:sldId id="322" r:id="rId5"/>
    <p:sldId id="323" r:id="rId6"/>
    <p:sldId id="324" r:id="rId7"/>
    <p:sldId id="325" r:id="rId8"/>
    <p:sldId id="327" r:id="rId9"/>
    <p:sldId id="328" r:id="rId10"/>
    <p:sldId id="28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7F7"/>
    <a:srgbClr val="000B22"/>
    <a:srgbClr val="423200"/>
    <a:srgbClr val="005828"/>
    <a:srgbClr val="003258"/>
    <a:srgbClr val="1D0C2A"/>
    <a:srgbClr val="CEEAB0"/>
    <a:srgbClr val="FFEEB9"/>
    <a:srgbClr val="D8E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4C307-94F5-C24A-757A-A10EDCEBEAF9}" v="22" dt="2025-03-12T09:46:52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70" d="100"/>
          <a:sy n="70" d="100"/>
        </p:scale>
        <p:origin x="57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ay Ganapule" userId="87f02af0-a2c9-46f0-a0d1-c053ccc8a2f1" providerId="ADAL" clId="{32024D0F-9B4E-4DD9-BBA4-1EDABCF441A4}"/>
    <pc:docChg chg="undo custSel addSld delSld modSld">
      <pc:chgData name="Ajay Ganapule" userId="87f02af0-a2c9-46f0-a0d1-c053ccc8a2f1" providerId="ADAL" clId="{32024D0F-9B4E-4DD9-BBA4-1EDABCF441A4}" dt="2022-12-22T16:32:21.161" v="1472" actId="207"/>
      <pc:docMkLst>
        <pc:docMk/>
      </pc:docMkLst>
      <pc:sldChg chg="del">
        <pc:chgData name="Ajay Ganapule" userId="87f02af0-a2c9-46f0-a0d1-c053ccc8a2f1" providerId="ADAL" clId="{32024D0F-9B4E-4DD9-BBA4-1EDABCF441A4}" dt="2022-12-22T16:13:59.092" v="1310" actId="47"/>
        <pc:sldMkLst>
          <pc:docMk/>
          <pc:sldMk cId="2089162126" sldId="283"/>
        </pc:sldMkLst>
      </pc:sldChg>
      <pc:sldChg chg="del">
        <pc:chgData name="Ajay Ganapule" userId="87f02af0-a2c9-46f0-a0d1-c053ccc8a2f1" providerId="ADAL" clId="{32024D0F-9B4E-4DD9-BBA4-1EDABCF441A4}" dt="2022-12-22T16:14:07.896" v="1314" actId="47"/>
        <pc:sldMkLst>
          <pc:docMk/>
          <pc:sldMk cId="0" sldId="293"/>
        </pc:sldMkLst>
      </pc:sldChg>
      <pc:sldChg chg="addSp delSp modSp mod modAnim">
        <pc:chgData name="Ajay Ganapule" userId="87f02af0-a2c9-46f0-a0d1-c053ccc8a2f1" providerId="ADAL" clId="{32024D0F-9B4E-4DD9-BBA4-1EDABCF441A4}" dt="2022-12-22T14:25:01.996" v="486" actId="403"/>
        <pc:sldMkLst>
          <pc:docMk/>
          <pc:sldMk cId="0" sldId="294"/>
        </pc:sldMkLst>
        <pc:spChg chg="mod">
          <ac:chgData name="Ajay Ganapule" userId="87f02af0-a2c9-46f0-a0d1-c053ccc8a2f1" providerId="ADAL" clId="{32024D0F-9B4E-4DD9-BBA4-1EDABCF441A4}" dt="2022-12-22T10:31:33.747" v="42" actId="20577"/>
          <ac:spMkLst>
            <pc:docMk/>
            <pc:sldMk cId="0" sldId="294"/>
            <ac:spMk id="4" creationId="{00000000-0000-0000-0000-000000000000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5" creationId="{00000000-0000-0000-0000-000000000000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6" creationId="{00000000-0000-0000-0000-000000000000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9" creationId="{00000000-0000-0000-0000-000000000000}"/>
          </ac:spMkLst>
        </pc:spChg>
        <pc:spChg chg="add mod">
          <ac:chgData name="Ajay Ganapule" userId="87f02af0-a2c9-46f0-a0d1-c053ccc8a2f1" providerId="ADAL" clId="{32024D0F-9B4E-4DD9-BBA4-1EDABCF441A4}" dt="2022-12-22T14:25:01.996" v="486" actId="403"/>
          <ac:spMkLst>
            <pc:docMk/>
            <pc:sldMk cId="0" sldId="294"/>
            <ac:spMk id="11" creationId="{BA0A5919-20B7-4E77-AB96-0793EFECD59D}"/>
          </ac:spMkLst>
        </pc:spChg>
        <pc:spChg chg="add mod">
          <ac:chgData name="Ajay Ganapule" userId="87f02af0-a2c9-46f0-a0d1-c053ccc8a2f1" providerId="ADAL" clId="{32024D0F-9B4E-4DD9-BBA4-1EDABCF441A4}" dt="2022-12-22T14:24:27.323" v="479" actId="113"/>
          <ac:spMkLst>
            <pc:docMk/>
            <pc:sldMk cId="0" sldId="294"/>
            <ac:spMk id="12" creationId="{4B2511A2-0FB6-4199-9833-05288C0C0001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13" creationId="{00000000-0000-0000-0000-000000000000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14" creationId="{00000000-0000-0000-0000-000000000000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15" creationId="{00000000-0000-0000-0000-000000000000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16" creationId="{00000000-0000-0000-0000-000000000000}"/>
          </ac:spMkLst>
        </pc:spChg>
        <pc:spChg chg="del">
          <ac:chgData name="Ajay Ganapule" userId="87f02af0-a2c9-46f0-a0d1-c053ccc8a2f1" providerId="ADAL" clId="{32024D0F-9B4E-4DD9-BBA4-1EDABCF441A4}" dt="2022-12-22T10:31:23.996" v="30" actId="478"/>
          <ac:spMkLst>
            <pc:docMk/>
            <pc:sldMk cId="0" sldId="294"/>
            <ac:spMk id="18" creationId="{00000000-0000-0000-0000-000000000000}"/>
          </ac:spMkLst>
        </pc:spChg>
        <pc:picChg chg="add del mod">
          <ac:chgData name="Ajay Ganapule" userId="87f02af0-a2c9-46f0-a0d1-c053ccc8a2f1" providerId="ADAL" clId="{32024D0F-9B4E-4DD9-BBA4-1EDABCF441A4}" dt="2022-12-22T14:04:31.948" v="267" actId="478"/>
          <ac:picMkLst>
            <pc:docMk/>
            <pc:sldMk cId="0" sldId="294"/>
            <ac:picMk id="3" creationId="{2229A4D5-03F5-42FA-AACB-B40C9ADA79ED}"/>
          </ac:picMkLst>
        </pc:picChg>
      </pc:sldChg>
      <pc:sldChg chg="add del">
        <pc:chgData name="Ajay Ganapule" userId="87f02af0-a2c9-46f0-a0d1-c053ccc8a2f1" providerId="ADAL" clId="{32024D0F-9B4E-4DD9-BBA4-1EDABCF441A4}" dt="2022-12-22T16:14:00.379" v="1311" actId="47"/>
        <pc:sldMkLst>
          <pc:docMk/>
          <pc:sldMk cId="0" sldId="309"/>
        </pc:sldMkLst>
      </pc:sldChg>
      <pc:sldChg chg="del">
        <pc:chgData name="Ajay Ganapule" userId="87f02af0-a2c9-46f0-a0d1-c053ccc8a2f1" providerId="ADAL" clId="{32024D0F-9B4E-4DD9-BBA4-1EDABCF441A4}" dt="2022-12-22T16:14:01.198" v="1312" actId="47"/>
        <pc:sldMkLst>
          <pc:docMk/>
          <pc:sldMk cId="0" sldId="310"/>
        </pc:sldMkLst>
      </pc:sldChg>
      <pc:sldChg chg="del">
        <pc:chgData name="Ajay Ganapule" userId="87f02af0-a2c9-46f0-a0d1-c053ccc8a2f1" providerId="ADAL" clId="{32024D0F-9B4E-4DD9-BBA4-1EDABCF441A4}" dt="2022-12-22T16:14:02.989" v="1313" actId="47"/>
        <pc:sldMkLst>
          <pc:docMk/>
          <pc:sldMk cId="0" sldId="311"/>
        </pc:sldMkLst>
      </pc:sldChg>
      <pc:sldChg chg="addSp modSp mod setBg">
        <pc:chgData name="Ajay Ganapule" userId="87f02af0-a2c9-46f0-a0d1-c053ccc8a2f1" providerId="ADAL" clId="{32024D0F-9B4E-4DD9-BBA4-1EDABCF441A4}" dt="2022-12-22T16:32:21.161" v="1472" actId="207"/>
        <pc:sldMkLst>
          <pc:docMk/>
          <pc:sldMk cId="477941067" sldId="317"/>
        </pc:sldMkLst>
        <pc:spChg chg="add mod ord">
          <ac:chgData name="Ajay Ganapule" userId="87f02af0-a2c9-46f0-a0d1-c053ccc8a2f1" providerId="ADAL" clId="{32024D0F-9B4E-4DD9-BBA4-1EDABCF441A4}" dt="2022-12-22T16:32:11.947" v="1458" actId="171"/>
          <ac:spMkLst>
            <pc:docMk/>
            <pc:sldMk cId="477941067" sldId="317"/>
            <ac:spMk id="3" creationId="{6D6A29A7-BF9B-46AA-A70D-6B685968B9B5}"/>
          </ac:spMkLst>
        </pc:spChg>
        <pc:spChg chg="add mod">
          <ac:chgData name="Ajay Ganapule" userId="87f02af0-a2c9-46f0-a0d1-c053ccc8a2f1" providerId="ADAL" clId="{32024D0F-9B4E-4DD9-BBA4-1EDABCF441A4}" dt="2022-12-22T16:32:21.161" v="1472" actId="207"/>
          <ac:spMkLst>
            <pc:docMk/>
            <pc:sldMk cId="477941067" sldId="317"/>
            <ac:spMk id="4" creationId="{BA4DFA16-C0DE-4089-AC9D-088E9E0F6437}"/>
          </ac:spMkLst>
        </pc:spChg>
        <pc:spChg chg="mod ord">
          <ac:chgData name="Ajay Ganapule" userId="87f02af0-a2c9-46f0-a0d1-c053ccc8a2f1" providerId="ADAL" clId="{32024D0F-9B4E-4DD9-BBA4-1EDABCF441A4}" dt="2022-12-22T16:32:08.558" v="1457" actId="171"/>
          <ac:spMkLst>
            <pc:docMk/>
            <pc:sldMk cId="477941067" sldId="317"/>
            <ac:spMk id="5" creationId="{00000000-0000-0000-0000-000000000000}"/>
          </ac:spMkLst>
        </pc:spChg>
      </pc:sldChg>
      <pc:sldChg chg="add del">
        <pc:chgData name="Ajay Ganapule" userId="87f02af0-a2c9-46f0-a0d1-c053ccc8a2f1" providerId="ADAL" clId="{32024D0F-9B4E-4DD9-BBA4-1EDABCF441A4}" dt="2022-12-22T16:13:55.564" v="1306" actId="47"/>
        <pc:sldMkLst>
          <pc:docMk/>
          <pc:sldMk cId="3802794416" sldId="318"/>
        </pc:sldMkLst>
      </pc:sldChg>
      <pc:sldChg chg="add del">
        <pc:chgData name="Ajay Ganapule" userId="87f02af0-a2c9-46f0-a0d1-c053ccc8a2f1" providerId="ADAL" clId="{32024D0F-9B4E-4DD9-BBA4-1EDABCF441A4}" dt="2022-12-22T16:13:56.668" v="1307" actId="47"/>
        <pc:sldMkLst>
          <pc:docMk/>
          <pc:sldMk cId="3626657427" sldId="319"/>
        </pc:sldMkLst>
      </pc:sldChg>
      <pc:sldChg chg="add del">
        <pc:chgData name="Ajay Ganapule" userId="87f02af0-a2c9-46f0-a0d1-c053ccc8a2f1" providerId="ADAL" clId="{32024D0F-9B4E-4DD9-BBA4-1EDABCF441A4}" dt="2022-12-22T16:13:57.571" v="1308" actId="47"/>
        <pc:sldMkLst>
          <pc:docMk/>
          <pc:sldMk cId="2381958582" sldId="320"/>
        </pc:sldMkLst>
      </pc:sldChg>
      <pc:sldChg chg="add del">
        <pc:chgData name="Ajay Ganapule" userId="87f02af0-a2c9-46f0-a0d1-c053ccc8a2f1" providerId="ADAL" clId="{32024D0F-9B4E-4DD9-BBA4-1EDABCF441A4}" dt="2022-12-22T16:13:58.359" v="1309" actId="47"/>
        <pc:sldMkLst>
          <pc:docMk/>
          <pc:sldMk cId="2543572618" sldId="321"/>
        </pc:sldMkLst>
      </pc:sldChg>
      <pc:sldChg chg="addSp delSp modSp new mod">
        <pc:chgData name="Ajay Ganapule" userId="87f02af0-a2c9-46f0-a0d1-c053ccc8a2f1" providerId="ADAL" clId="{32024D0F-9B4E-4DD9-BBA4-1EDABCF441A4}" dt="2022-12-22T16:17:42.502" v="1335" actId="20577"/>
        <pc:sldMkLst>
          <pc:docMk/>
          <pc:sldMk cId="2072611482" sldId="322"/>
        </pc:sldMkLst>
        <pc:spChg chg="del">
          <ac:chgData name="Ajay Ganapule" userId="87f02af0-a2c9-46f0-a0d1-c053ccc8a2f1" providerId="ADAL" clId="{32024D0F-9B4E-4DD9-BBA4-1EDABCF441A4}" dt="2022-12-22T14:06:47.363" v="283" actId="478"/>
          <ac:spMkLst>
            <pc:docMk/>
            <pc:sldMk cId="2072611482" sldId="322"/>
            <ac:spMk id="2" creationId="{16D8DB14-40EB-4599-8934-94483693960F}"/>
          </ac:spMkLst>
        </pc:spChg>
        <pc:spChg chg="del">
          <ac:chgData name="Ajay Ganapule" userId="87f02af0-a2c9-46f0-a0d1-c053ccc8a2f1" providerId="ADAL" clId="{32024D0F-9B4E-4DD9-BBA4-1EDABCF441A4}" dt="2022-12-22T14:06:48.944" v="284" actId="478"/>
          <ac:spMkLst>
            <pc:docMk/>
            <pc:sldMk cId="2072611482" sldId="322"/>
            <ac:spMk id="3" creationId="{E7E5690A-AF50-439E-A10D-85204781EF6A}"/>
          </ac:spMkLst>
        </pc:spChg>
        <pc:spChg chg="add mod">
          <ac:chgData name="Ajay Ganapule" userId="87f02af0-a2c9-46f0-a0d1-c053ccc8a2f1" providerId="ADAL" clId="{32024D0F-9B4E-4DD9-BBA4-1EDABCF441A4}" dt="2022-12-22T14:16:45.669" v="308" actId="20577"/>
          <ac:spMkLst>
            <pc:docMk/>
            <pc:sldMk cId="2072611482" sldId="322"/>
            <ac:spMk id="4" creationId="{E0A01C05-7ED5-47F7-B3AC-AFE4F0F1EBFB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6" creationId="{B429765D-8397-4258-A84A-4CE6EB0FF9B5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7" creationId="{82F7B450-AFF4-42A9-AE73-2669F2F2CB78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8" creationId="{DE3C9E4D-28FF-43C3-95B1-29BADA90310F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10" creationId="{26829CD5-2621-4DF7-A9B3-CA3CE8447D72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11" creationId="{C3FBADDF-0E0F-4AA1-8B37-E531454BF0CE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12" creationId="{F85A3ACB-606D-4748-AE05-C36825B7A899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14" creationId="{197F4B24-94B9-4014-ABDC-F82E092EE37F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15" creationId="{A8D0EED2-90C5-41CF-B304-FDDF3CA53168}"/>
          </ac:spMkLst>
        </pc:spChg>
        <pc:spChg chg="mod">
          <ac:chgData name="Ajay Ganapule" userId="87f02af0-a2c9-46f0-a0d1-c053ccc8a2f1" providerId="ADAL" clId="{32024D0F-9B4E-4DD9-BBA4-1EDABCF441A4}" dt="2022-12-22T14:17:29.180" v="309"/>
          <ac:spMkLst>
            <pc:docMk/>
            <pc:sldMk cId="2072611482" sldId="322"/>
            <ac:spMk id="16" creationId="{A0CE62D9-9C52-4E4B-87B1-4FAFDB28F230}"/>
          </ac:spMkLst>
        </pc:spChg>
        <pc:spChg chg="add del mod">
          <ac:chgData name="Ajay Ganapule" userId="87f02af0-a2c9-46f0-a0d1-c053ccc8a2f1" providerId="ADAL" clId="{32024D0F-9B4E-4DD9-BBA4-1EDABCF441A4}" dt="2022-12-22T14:17:33.125" v="310"/>
          <ac:spMkLst>
            <pc:docMk/>
            <pc:sldMk cId="2072611482" sldId="322"/>
            <ac:spMk id="17" creationId="{2BF06915-CE8C-47A0-A059-F55ADA2E9FC3}"/>
          </ac:spMkLst>
        </pc:spChg>
        <pc:spChg chg="add del mod">
          <ac:chgData name="Ajay Ganapule" userId="87f02af0-a2c9-46f0-a0d1-c053ccc8a2f1" providerId="ADAL" clId="{32024D0F-9B4E-4DD9-BBA4-1EDABCF441A4}" dt="2022-12-22T14:17:33.125" v="310"/>
          <ac:spMkLst>
            <pc:docMk/>
            <pc:sldMk cId="2072611482" sldId="322"/>
            <ac:spMk id="18" creationId="{7AC9EC5B-3170-4DA1-AD66-F63BCAF9A8FD}"/>
          </ac:spMkLst>
        </pc:spChg>
        <pc:spChg chg="add del mod">
          <ac:chgData name="Ajay Ganapule" userId="87f02af0-a2c9-46f0-a0d1-c053ccc8a2f1" providerId="ADAL" clId="{32024D0F-9B4E-4DD9-BBA4-1EDABCF441A4}" dt="2022-12-22T14:17:33.125" v="310"/>
          <ac:spMkLst>
            <pc:docMk/>
            <pc:sldMk cId="2072611482" sldId="322"/>
            <ac:spMk id="19" creationId="{2B38E9BC-80B2-4671-9920-B5266D6D99F4}"/>
          </ac:spMkLst>
        </pc:spChg>
        <pc:spChg chg="add del mod">
          <ac:chgData name="Ajay Ganapule" userId="87f02af0-a2c9-46f0-a0d1-c053ccc8a2f1" providerId="ADAL" clId="{32024D0F-9B4E-4DD9-BBA4-1EDABCF441A4}" dt="2022-12-22T14:17:33.125" v="310"/>
          <ac:spMkLst>
            <pc:docMk/>
            <pc:sldMk cId="2072611482" sldId="322"/>
            <ac:spMk id="20" creationId="{EDE7F5C0-D0A2-4803-899C-22360FFBBAC8}"/>
          </ac:spMkLst>
        </pc:spChg>
        <pc:spChg chg="add del mod">
          <ac:chgData name="Ajay Ganapule" userId="87f02af0-a2c9-46f0-a0d1-c053ccc8a2f1" providerId="ADAL" clId="{32024D0F-9B4E-4DD9-BBA4-1EDABCF441A4}" dt="2022-12-22T14:17:33.125" v="310"/>
          <ac:spMkLst>
            <pc:docMk/>
            <pc:sldMk cId="2072611482" sldId="322"/>
            <ac:spMk id="21" creationId="{5CA3ED0C-F37D-435C-AB36-072E1B4EBB72}"/>
          </ac:spMkLst>
        </pc:spChg>
        <pc:spChg chg="add del mod">
          <ac:chgData name="Ajay Ganapule" userId="87f02af0-a2c9-46f0-a0d1-c053ccc8a2f1" providerId="ADAL" clId="{32024D0F-9B4E-4DD9-BBA4-1EDABCF441A4}" dt="2022-12-22T14:17:33.125" v="310"/>
          <ac:spMkLst>
            <pc:docMk/>
            <pc:sldMk cId="2072611482" sldId="322"/>
            <ac:spMk id="22" creationId="{5ADFAF57-D3CA-4B7D-91EB-5F6D6A8DE3AC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24" creationId="{08BA0B50-30F0-48BF-9ED9-789D1C8768CB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25" creationId="{5923A222-8933-4314-AD9F-53E2EEC30500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26" creationId="{B2287FF1-B95F-4C44-93A4-3C7D679DE666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28" creationId="{A653DA5D-6C3A-40CE-BF26-A88C6BCE13B5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29" creationId="{284B76B9-512D-49D5-9295-5BF31FC2C597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30" creationId="{81A79A09-A789-4A68-832C-3419716C5B82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32" creationId="{C01C249D-E021-4CCA-9C11-CFDBF863C0CB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33" creationId="{79145415-D44D-47F8-B618-4EF6169DCDE7}"/>
          </ac:spMkLst>
        </pc:spChg>
        <pc:spChg chg="mod">
          <ac:chgData name="Ajay Ganapule" userId="87f02af0-a2c9-46f0-a0d1-c053ccc8a2f1" providerId="ADAL" clId="{32024D0F-9B4E-4DD9-BBA4-1EDABCF441A4}" dt="2022-12-22T14:17:33.162" v="311"/>
          <ac:spMkLst>
            <pc:docMk/>
            <pc:sldMk cId="2072611482" sldId="322"/>
            <ac:spMk id="34" creationId="{B2272C32-17F3-4579-A030-C4E1BBB54BC8}"/>
          </ac:spMkLst>
        </pc:spChg>
        <pc:spChg chg="add mod">
          <ac:chgData name="Ajay Ganapule" userId="87f02af0-a2c9-46f0-a0d1-c053ccc8a2f1" providerId="ADAL" clId="{32024D0F-9B4E-4DD9-BBA4-1EDABCF441A4}" dt="2022-12-22T14:18:15.816" v="349" actId="1076"/>
          <ac:spMkLst>
            <pc:docMk/>
            <pc:sldMk cId="2072611482" sldId="322"/>
            <ac:spMk id="35" creationId="{3D278A81-F07B-4CAD-9025-6745C08ABA43}"/>
          </ac:spMkLst>
        </pc:spChg>
        <pc:spChg chg="add mod">
          <ac:chgData name="Ajay Ganapule" userId="87f02af0-a2c9-46f0-a0d1-c053ccc8a2f1" providerId="ADAL" clId="{32024D0F-9B4E-4DD9-BBA4-1EDABCF441A4}" dt="2022-12-22T14:18:33.342" v="379" actId="313"/>
          <ac:spMkLst>
            <pc:docMk/>
            <pc:sldMk cId="2072611482" sldId="322"/>
            <ac:spMk id="36" creationId="{E4EA6F98-2FD5-4624-B347-F8ABB2BD7981}"/>
          </ac:spMkLst>
        </pc:spChg>
        <pc:spChg chg="add mod">
          <ac:chgData name="Ajay Ganapule" userId="87f02af0-a2c9-46f0-a0d1-c053ccc8a2f1" providerId="ADAL" clId="{32024D0F-9B4E-4DD9-BBA4-1EDABCF441A4}" dt="2022-12-22T14:18:48.741" v="400" actId="20577"/>
          <ac:spMkLst>
            <pc:docMk/>
            <pc:sldMk cId="2072611482" sldId="322"/>
            <ac:spMk id="37" creationId="{13A89169-AB6A-4B4D-B6C1-4AA8B2D851C0}"/>
          </ac:spMkLst>
        </pc:spChg>
        <pc:spChg chg="add mod">
          <ac:chgData name="Ajay Ganapule" userId="87f02af0-a2c9-46f0-a0d1-c053ccc8a2f1" providerId="ADAL" clId="{32024D0F-9B4E-4DD9-BBA4-1EDABCF441A4}" dt="2022-12-22T14:20:03.020" v="450" actId="1076"/>
          <ac:spMkLst>
            <pc:docMk/>
            <pc:sldMk cId="2072611482" sldId="322"/>
            <ac:spMk id="38" creationId="{CECCBE2F-ECB0-4557-A155-82F5ED29A2DE}"/>
          </ac:spMkLst>
        </pc:spChg>
        <pc:spChg chg="add mod">
          <ac:chgData name="Ajay Ganapule" userId="87f02af0-a2c9-46f0-a0d1-c053ccc8a2f1" providerId="ADAL" clId="{32024D0F-9B4E-4DD9-BBA4-1EDABCF441A4}" dt="2022-12-22T14:22:21.722" v="464" actId="1076"/>
          <ac:spMkLst>
            <pc:docMk/>
            <pc:sldMk cId="2072611482" sldId="322"/>
            <ac:spMk id="39" creationId="{A76981F1-9C07-4D23-AF28-B0C53BEA6A72}"/>
          </ac:spMkLst>
        </pc:spChg>
        <pc:spChg chg="add mod">
          <ac:chgData name="Ajay Ganapule" userId="87f02af0-a2c9-46f0-a0d1-c053ccc8a2f1" providerId="ADAL" clId="{32024D0F-9B4E-4DD9-BBA4-1EDABCF441A4}" dt="2022-12-22T16:17:42.502" v="1335" actId="20577"/>
          <ac:spMkLst>
            <pc:docMk/>
            <pc:sldMk cId="2072611482" sldId="322"/>
            <ac:spMk id="40" creationId="{C5CCA0A0-A1B6-4D96-8557-C4217192B5FC}"/>
          </ac:spMkLst>
        </pc:spChg>
        <pc:grpChg chg="add del mod">
          <ac:chgData name="Ajay Ganapule" userId="87f02af0-a2c9-46f0-a0d1-c053ccc8a2f1" providerId="ADAL" clId="{32024D0F-9B4E-4DD9-BBA4-1EDABCF441A4}" dt="2022-12-22T14:17:33.125" v="310"/>
          <ac:grpSpMkLst>
            <pc:docMk/>
            <pc:sldMk cId="2072611482" sldId="322"/>
            <ac:grpSpMk id="5" creationId="{2BCB7D4E-E67E-45DE-8AA9-5F99A6F09B6C}"/>
          </ac:grpSpMkLst>
        </pc:grpChg>
        <pc:grpChg chg="add del mod">
          <ac:chgData name="Ajay Ganapule" userId="87f02af0-a2c9-46f0-a0d1-c053ccc8a2f1" providerId="ADAL" clId="{32024D0F-9B4E-4DD9-BBA4-1EDABCF441A4}" dt="2022-12-22T14:17:33.125" v="310"/>
          <ac:grpSpMkLst>
            <pc:docMk/>
            <pc:sldMk cId="2072611482" sldId="322"/>
            <ac:grpSpMk id="9" creationId="{F214C801-E94E-40D8-901F-3977A103C75A}"/>
          </ac:grpSpMkLst>
        </pc:grpChg>
        <pc:grpChg chg="add del mod">
          <ac:chgData name="Ajay Ganapule" userId="87f02af0-a2c9-46f0-a0d1-c053ccc8a2f1" providerId="ADAL" clId="{32024D0F-9B4E-4DD9-BBA4-1EDABCF441A4}" dt="2022-12-22T14:17:33.125" v="310"/>
          <ac:grpSpMkLst>
            <pc:docMk/>
            <pc:sldMk cId="2072611482" sldId="322"/>
            <ac:grpSpMk id="13" creationId="{A7A8997B-321E-4D07-A2D2-B6228F176CC9}"/>
          </ac:grpSpMkLst>
        </pc:grpChg>
        <pc:grpChg chg="add mod">
          <ac:chgData name="Ajay Ganapule" userId="87f02af0-a2c9-46f0-a0d1-c053ccc8a2f1" providerId="ADAL" clId="{32024D0F-9B4E-4DD9-BBA4-1EDABCF441A4}" dt="2022-12-22T14:17:33.162" v="311"/>
          <ac:grpSpMkLst>
            <pc:docMk/>
            <pc:sldMk cId="2072611482" sldId="322"/>
            <ac:grpSpMk id="23" creationId="{30B8A190-F740-4130-AC43-ADA5BCD15382}"/>
          </ac:grpSpMkLst>
        </pc:grpChg>
        <pc:grpChg chg="add mod">
          <ac:chgData name="Ajay Ganapule" userId="87f02af0-a2c9-46f0-a0d1-c053ccc8a2f1" providerId="ADAL" clId="{32024D0F-9B4E-4DD9-BBA4-1EDABCF441A4}" dt="2022-12-22T14:17:33.162" v="311"/>
          <ac:grpSpMkLst>
            <pc:docMk/>
            <pc:sldMk cId="2072611482" sldId="322"/>
            <ac:grpSpMk id="27" creationId="{A66CC3E1-60F1-4870-89F7-B24687D9DC20}"/>
          </ac:grpSpMkLst>
        </pc:grpChg>
        <pc:grpChg chg="add mod">
          <ac:chgData name="Ajay Ganapule" userId="87f02af0-a2c9-46f0-a0d1-c053ccc8a2f1" providerId="ADAL" clId="{32024D0F-9B4E-4DD9-BBA4-1EDABCF441A4}" dt="2022-12-22T14:17:33.162" v="311"/>
          <ac:grpSpMkLst>
            <pc:docMk/>
            <pc:sldMk cId="2072611482" sldId="322"/>
            <ac:grpSpMk id="31" creationId="{9BD9863C-D611-40D2-A547-64AC4A5EB127}"/>
          </ac:grpSpMkLst>
        </pc:grpChg>
      </pc:sldChg>
      <pc:sldChg chg="addSp delSp modSp new mod modAnim">
        <pc:chgData name="Ajay Ganapule" userId="87f02af0-a2c9-46f0-a0d1-c053ccc8a2f1" providerId="ADAL" clId="{32024D0F-9B4E-4DD9-BBA4-1EDABCF441A4}" dt="2022-12-22T16:16:15.239" v="1327" actId="14100"/>
        <pc:sldMkLst>
          <pc:docMk/>
          <pc:sldMk cId="2941984797" sldId="323"/>
        </pc:sldMkLst>
        <pc:spChg chg="del">
          <ac:chgData name="Ajay Ganapule" userId="87f02af0-a2c9-46f0-a0d1-c053ccc8a2f1" providerId="ADAL" clId="{32024D0F-9B4E-4DD9-BBA4-1EDABCF441A4}" dt="2022-12-22T14:25:37.712" v="488" actId="478"/>
          <ac:spMkLst>
            <pc:docMk/>
            <pc:sldMk cId="2941984797" sldId="323"/>
            <ac:spMk id="2" creationId="{98F7D4D5-589E-4B04-9E55-6AC702950D29}"/>
          </ac:spMkLst>
        </pc:spChg>
        <pc:spChg chg="del">
          <ac:chgData name="Ajay Ganapule" userId="87f02af0-a2c9-46f0-a0d1-c053ccc8a2f1" providerId="ADAL" clId="{32024D0F-9B4E-4DD9-BBA4-1EDABCF441A4}" dt="2022-12-22T14:25:39.433" v="489" actId="478"/>
          <ac:spMkLst>
            <pc:docMk/>
            <pc:sldMk cId="2941984797" sldId="323"/>
            <ac:spMk id="3" creationId="{41875689-C10F-4CFA-A199-DE227F55A300}"/>
          </ac:spMkLst>
        </pc:spChg>
        <pc:spChg chg="add mod">
          <ac:chgData name="Ajay Ganapule" userId="87f02af0-a2c9-46f0-a0d1-c053ccc8a2f1" providerId="ADAL" clId="{32024D0F-9B4E-4DD9-BBA4-1EDABCF441A4}" dt="2022-12-22T14:25:50.857" v="505" actId="20577"/>
          <ac:spMkLst>
            <pc:docMk/>
            <pc:sldMk cId="2941984797" sldId="323"/>
            <ac:spMk id="4" creationId="{1BC1C04B-F01E-45ED-BA42-25005690239D}"/>
          </ac:spMkLst>
        </pc:spChg>
        <pc:spChg chg="add mod">
          <ac:chgData name="Ajay Ganapule" userId="87f02af0-a2c9-46f0-a0d1-c053ccc8a2f1" providerId="ADAL" clId="{32024D0F-9B4E-4DD9-BBA4-1EDABCF441A4}" dt="2022-12-22T14:27:43.769" v="547" actId="1076"/>
          <ac:spMkLst>
            <pc:docMk/>
            <pc:sldMk cId="2941984797" sldId="323"/>
            <ac:spMk id="5" creationId="{11505A50-C428-4A85-B654-5A1EB038FD81}"/>
          </ac:spMkLst>
        </pc:spChg>
        <pc:spChg chg="add mod">
          <ac:chgData name="Ajay Ganapule" userId="87f02af0-a2c9-46f0-a0d1-c053ccc8a2f1" providerId="ADAL" clId="{32024D0F-9B4E-4DD9-BBA4-1EDABCF441A4}" dt="2022-12-22T14:27:50.825" v="549" actId="313"/>
          <ac:spMkLst>
            <pc:docMk/>
            <pc:sldMk cId="2941984797" sldId="323"/>
            <ac:spMk id="6" creationId="{FECDA331-0289-46E9-B67A-1AD50FE152B8}"/>
          </ac:spMkLst>
        </pc:spChg>
        <pc:spChg chg="add mod">
          <ac:chgData name="Ajay Ganapule" userId="87f02af0-a2c9-46f0-a0d1-c053ccc8a2f1" providerId="ADAL" clId="{32024D0F-9B4E-4DD9-BBA4-1EDABCF441A4}" dt="2022-12-22T15:22:24.116" v="1136" actId="1076"/>
          <ac:spMkLst>
            <pc:docMk/>
            <pc:sldMk cId="2941984797" sldId="323"/>
            <ac:spMk id="7" creationId="{391F682A-50A0-4B1E-97D4-7130B7331AF5}"/>
          </ac:spMkLst>
        </pc:spChg>
        <pc:spChg chg="add mod">
          <ac:chgData name="Ajay Ganapule" userId="87f02af0-a2c9-46f0-a0d1-c053ccc8a2f1" providerId="ADAL" clId="{32024D0F-9B4E-4DD9-BBA4-1EDABCF441A4}" dt="2022-12-22T16:16:15.239" v="1327" actId="14100"/>
          <ac:spMkLst>
            <pc:docMk/>
            <pc:sldMk cId="2941984797" sldId="323"/>
            <ac:spMk id="8" creationId="{CEB8A3AC-8768-45E6-9203-0E0C380B832C}"/>
          </ac:spMkLst>
        </pc:spChg>
        <pc:spChg chg="add mod">
          <ac:chgData name="Ajay Ganapule" userId="87f02af0-a2c9-46f0-a0d1-c053ccc8a2f1" providerId="ADAL" clId="{32024D0F-9B4E-4DD9-BBA4-1EDABCF441A4}" dt="2022-12-22T15:07:12.704" v="986" actId="20577"/>
          <ac:spMkLst>
            <pc:docMk/>
            <pc:sldMk cId="2941984797" sldId="323"/>
            <ac:spMk id="9" creationId="{8E2DC809-653E-44FF-ABE0-A1A36E5ABD7A}"/>
          </ac:spMkLst>
        </pc:spChg>
        <pc:spChg chg="add mod">
          <ac:chgData name="Ajay Ganapule" userId="87f02af0-a2c9-46f0-a0d1-c053ccc8a2f1" providerId="ADAL" clId="{32024D0F-9B4E-4DD9-BBA4-1EDABCF441A4}" dt="2022-12-22T15:07:42.074" v="989" actId="14100"/>
          <ac:spMkLst>
            <pc:docMk/>
            <pc:sldMk cId="2941984797" sldId="323"/>
            <ac:spMk id="10" creationId="{A94FE051-0D30-4473-81B7-8E3D0099F062}"/>
          </ac:spMkLst>
        </pc:spChg>
        <pc:spChg chg="add mod">
          <ac:chgData name="Ajay Ganapule" userId="87f02af0-a2c9-46f0-a0d1-c053ccc8a2f1" providerId="ADAL" clId="{32024D0F-9B4E-4DD9-BBA4-1EDABCF441A4}" dt="2022-12-22T14:41:46.317" v="599" actId="20577"/>
          <ac:spMkLst>
            <pc:docMk/>
            <pc:sldMk cId="2941984797" sldId="323"/>
            <ac:spMk id="11" creationId="{448FF7C8-531A-426A-ACC5-622DA8066FD0}"/>
          </ac:spMkLst>
        </pc:spChg>
        <pc:spChg chg="add mod">
          <ac:chgData name="Ajay Ganapule" userId="87f02af0-a2c9-46f0-a0d1-c053ccc8a2f1" providerId="ADAL" clId="{32024D0F-9B4E-4DD9-BBA4-1EDABCF441A4}" dt="2022-12-22T14:55:33.677" v="896" actId="14100"/>
          <ac:spMkLst>
            <pc:docMk/>
            <pc:sldMk cId="2941984797" sldId="323"/>
            <ac:spMk id="12" creationId="{22EAAB30-3B02-4677-A49E-5270DBB5B703}"/>
          </ac:spMkLst>
        </pc:spChg>
        <pc:spChg chg="add mod">
          <ac:chgData name="Ajay Ganapule" userId="87f02af0-a2c9-46f0-a0d1-c053ccc8a2f1" providerId="ADAL" clId="{32024D0F-9B4E-4DD9-BBA4-1EDABCF441A4}" dt="2022-12-22T14:55:37.587" v="898"/>
          <ac:spMkLst>
            <pc:docMk/>
            <pc:sldMk cId="2941984797" sldId="323"/>
            <ac:spMk id="13" creationId="{18E65982-BA64-432E-8AA8-E10B8F432681}"/>
          </ac:spMkLst>
        </pc:spChg>
        <pc:spChg chg="add mod">
          <ac:chgData name="Ajay Ganapule" userId="87f02af0-a2c9-46f0-a0d1-c053ccc8a2f1" providerId="ADAL" clId="{32024D0F-9B4E-4DD9-BBA4-1EDABCF441A4}" dt="2022-12-22T14:57:20.869" v="923" actId="14100"/>
          <ac:spMkLst>
            <pc:docMk/>
            <pc:sldMk cId="2941984797" sldId="323"/>
            <ac:spMk id="14" creationId="{F9B0FD4A-322D-42FF-8ECE-4A50D742F7EB}"/>
          </ac:spMkLst>
        </pc:spChg>
        <pc:spChg chg="add mod">
          <ac:chgData name="Ajay Ganapule" userId="87f02af0-a2c9-46f0-a0d1-c053ccc8a2f1" providerId="ADAL" clId="{32024D0F-9B4E-4DD9-BBA4-1EDABCF441A4}" dt="2022-12-22T15:07:48.138" v="991" actId="14100"/>
          <ac:spMkLst>
            <pc:docMk/>
            <pc:sldMk cId="2941984797" sldId="323"/>
            <ac:spMk id="15" creationId="{5C6C6622-2B06-454B-A9FF-2BA483CD6ABD}"/>
          </ac:spMkLst>
        </pc:spChg>
        <pc:spChg chg="add mod">
          <ac:chgData name="Ajay Ganapule" userId="87f02af0-a2c9-46f0-a0d1-c053ccc8a2f1" providerId="ADAL" clId="{32024D0F-9B4E-4DD9-BBA4-1EDABCF441A4}" dt="2022-12-22T15:07:19.439" v="988" actId="20577"/>
          <ac:spMkLst>
            <pc:docMk/>
            <pc:sldMk cId="2941984797" sldId="323"/>
            <ac:spMk id="16" creationId="{4DEAA40F-E938-4A69-A36E-5C0A63FCBFDA}"/>
          </ac:spMkLst>
        </pc:spChg>
      </pc:sldChg>
      <pc:sldChg chg="addSp delSp modSp add mod delAnim modAnim">
        <pc:chgData name="Ajay Ganapule" userId="87f02af0-a2c9-46f0-a0d1-c053ccc8a2f1" providerId="ADAL" clId="{32024D0F-9B4E-4DD9-BBA4-1EDABCF441A4}" dt="2022-12-22T14:54:13.642" v="895" actId="20577"/>
        <pc:sldMkLst>
          <pc:docMk/>
          <pc:sldMk cId="3996455261" sldId="324"/>
        </pc:sldMkLst>
        <pc:spChg chg="mod">
          <ac:chgData name="Ajay Ganapule" userId="87f02af0-a2c9-46f0-a0d1-c053ccc8a2f1" providerId="ADAL" clId="{32024D0F-9B4E-4DD9-BBA4-1EDABCF441A4}" dt="2022-12-22T14:49:30.219" v="694" actId="20577"/>
          <ac:spMkLst>
            <pc:docMk/>
            <pc:sldMk cId="3996455261" sldId="324"/>
            <ac:spMk id="4" creationId="{1BC1C04B-F01E-45ED-BA42-25005690239D}"/>
          </ac:spMkLst>
        </pc:spChg>
        <pc:spChg chg="del">
          <ac:chgData name="Ajay Ganapule" userId="87f02af0-a2c9-46f0-a0d1-c053ccc8a2f1" providerId="ADAL" clId="{32024D0F-9B4E-4DD9-BBA4-1EDABCF441A4}" dt="2022-12-22T14:49:34.603" v="695" actId="478"/>
          <ac:spMkLst>
            <pc:docMk/>
            <pc:sldMk cId="3996455261" sldId="324"/>
            <ac:spMk id="5" creationId="{11505A50-C428-4A85-B654-5A1EB038FD81}"/>
          </ac:spMkLst>
        </pc:spChg>
        <pc:spChg chg="del">
          <ac:chgData name="Ajay Ganapule" userId="87f02af0-a2c9-46f0-a0d1-c053ccc8a2f1" providerId="ADAL" clId="{32024D0F-9B4E-4DD9-BBA4-1EDABCF441A4}" dt="2022-12-22T14:49:34.603" v="695" actId="478"/>
          <ac:spMkLst>
            <pc:docMk/>
            <pc:sldMk cId="3996455261" sldId="324"/>
            <ac:spMk id="6" creationId="{FECDA331-0289-46E9-B67A-1AD50FE152B8}"/>
          </ac:spMkLst>
        </pc:spChg>
        <pc:spChg chg="del">
          <ac:chgData name="Ajay Ganapule" userId="87f02af0-a2c9-46f0-a0d1-c053ccc8a2f1" providerId="ADAL" clId="{32024D0F-9B4E-4DD9-BBA4-1EDABCF441A4}" dt="2022-12-22T14:49:36.310" v="696" actId="478"/>
          <ac:spMkLst>
            <pc:docMk/>
            <pc:sldMk cId="3996455261" sldId="324"/>
            <ac:spMk id="7" creationId="{391F682A-50A0-4B1E-97D4-7130B7331AF5}"/>
          </ac:spMkLst>
        </pc:spChg>
        <pc:spChg chg="del">
          <ac:chgData name="Ajay Ganapule" userId="87f02af0-a2c9-46f0-a0d1-c053ccc8a2f1" providerId="ADAL" clId="{32024D0F-9B4E-4DD9-BBA4-1EDABCF441A4}" dt="2022-12-22T14:49:34.603" v="695" actId="478"/>
          <ac:spMkLst>
            <pc:docMk/>
            <pc:sldMk cId="3996455261" sldId="324"/>
            <ac:spMk id="8" creationId="{CEB8A3AC-8768-45E6-9203-0E0C380B832C}"/>
          </ac:spMkLst>
        </pc:spChg>
        <pc:spChg chg="del">
          <ac:chgData name="Ajay Ganapule" userId="87f02af0-a2c9-46f0-a0d1-c053ccc8a2f1" providerId="ADAL" clId="{32024D0F-9B4E-4DD9-BBA4-1EDABCF441A4}" dt="2022-12-22T14:49:34.603" v="695" actId="478"/>
          <ac:spMkLst>
            <pc:docMk/>
            <pc:sldMk cId="3996455261" sldId="324"/>
            <ac:spMk id="9" creationId="{8E2DC809-653E-44FF-ABE0-A1A36E5ABD7A}"/>
          </ac:spMkLst>
        </pc:spChg>
        <pc:spChg chg="del">
          <ac:chgData name="Ajay Ganapule" userId="87f02af0-a2c9-46f0-a0d1-c053ccc8a2f1" providerId="ADAL" clId="{32024D0F-9B4E-4DD9-BBA4-1EDABCF441A4}" dt="2022-12-22T14:49:37.744" v="697" actId="478"/>
          <ac:spMkLst>
            <pc:docMk/>
            <pc:sldMk cId="3996455261" sldId="324"/>
            <ac:spMk id="10" creationId="{A94FE051-0D30-4473-81B7-8E3D0099F062}"/>
          </ac:spMkLst>
        </pc:spChg>
        <pc:spChg chg="del">
          <ac:chgData name="Ajay Ganapule" userId="87f02af0-a2c9-46f0-a0d1-c053ccc8a2f1" providerId="ADAL" clId="{32024D0F-9B4E-4DD9-BBA4-1EDABCF441A4}" dt="2022-12-22T14:49:34.603" v="695" actId="478"/>
          <ac:spMkLst>
            <pc:docMk/>
            <pc:sldMk cId="3996455261" sldId="324"/>
            <ac:spMk id="11" creationId="{448FF7C8-531A-426A-ACC5-622DA8066FD0}"/>
          </ac:spMkLst>
        </pc:spChg>
        <pc:spChg chg="del">
          <ac:chgData name="Ajay Ganapule" userId="87f02af0-a2c9-46f0-a0d1-c053ccc8a2f1" providerId="ADAL" clId="{32024D0F-9B4E-4DD9-BBA4-1EDABCF441A4}" dt="2022-12-22T14:49:34.603" v="695" actId="478"/>
          <ac:spMkLst>
            <pc:docMk/>
            <pc:sldMk cId="3996455261" sldId="324"/>
            <ac:spMk id="12" creationId="{22EAAB30-3B02-4677-A49E-5270DBB5B703}"/>
          </ac:spMkLst>
        </pc:spChg>
        <pc:spChg chg="add mod">
          <ac:chgData name="Ajay Ganapule" userId="87f02af0-a2c9-46f0-a0d1-c053ccc8a2f1" providerId="ADAL" clId="{32024D0F-9B4E-4DD9-BBA4-1EDABCF441A4}" dt="2022-12-22T14:54:13.642" v="895" actId="20577"/>
          <ac:spMkLst>
            <pc:docMk/>
            <pc:sldMk cId="3996455261" sldId="324"/>
            <ac:spMk id="13" creationId="{770CAC1C-87B2-4636-A7BB-3F6955D9B1DD}"/>
          </ac:spMkLst>
        </pc:spChg>
      </pc:sldChg>
      <pc:sldChg chg="addSp delSp modSp add mod delAnim modAnim">
        <pc:chgData name="Ajay Ganapule" userId="87f02af0-a2c9-46f0-a0d1-c053ccc8a2f1" providerId="ADAL" clId="{32024D0F-9B4E-4DD9-BBA4-1EDABCF441A4}" dt="2022-12-22T15:16:45.802" v="1133"/>
        <pc:sldMkLst>
          <pc:docMk/>
          <pc:sldMk cId="1286839544" sldId="325"/>
        </pc:sldMkLst>
        <pc:spChg chg="mod">
          <ac:chgData name="Ajay Ganapule" userId="87f02af0-a2c9-46f0-a0d1-c053ccc8a2f1" providerId="ADAL" clId="{32024D0F-9B4E-4DD9-BBA4-1EDABCF441A4}" dt="2022-12-22T14:58:53.410" v="946" actId="20577"/>
          <ac:spMkLst>
            <pc:docMk/>
            <pc:sldMk cId="1286839544" sldId="325"/>
            <ac:spMk id="4" creationId="{1BC1C04B-F01E-45ED-BA42-25005690239D}"/>
          </ac:spMkLst>
        </pc:spChg>
        <pc:spChg chg="del">
          <ac:chgData name="Ajay Ganapule" userId="87f02af0-a2c9-46f0-a0d1-c053ccc8a2f1" providerId="ADAL" clId="{32024D0F-9B4E-4DD9-BBA4-1EDABCF441A4}" dt="2022-12-22T14:58:58.205" v="947" actId="478"/>
          <ac:spMkLst>
            <pc:docMk/>
            <pc:sldMk cId="1286839544" sldId="325"/>
            <ac:spMk id="13" creationId="{770CAC1C-87B2-4636-A7BB-3F6955D9B1DD}"/>
          </ac:spMkLst>
        </pc:spChg>
        <pc:graphicFrameChg chg="add mod modGraphic">
          <ac:chgData name="Ajay Ganapule" userId="87f02af0-a2c9-46f0-a0d1-c053ccc8a2f1" providerId="ADAL" clId="{32024D0F-9B4E-4DD9-BBA4-1EDABCF441A4}" dt="2022-12-22T15:16:06.301" v="1130" actId="14100"/>
          <ac:graphicFrameMkLst>
            <pc:docMk/>
            <pc:sldMk cId="1286839544" sldId="325"/>
            <ac:graphicFrameMk id="2" creationId="{52D00E6E-D1A4-4800-AEC9-80FE5E8EEE33}"/>
          </ac:graphicFrameMkLst>
        </pc:graphicFrameChg>
      </pc:sldChg>
      <pc:sldChg chg="addSp delSp modSp new mod modAnim">
        <pc:chgData name="Ajay Ganapule" userId="87f02af0-a2c9-46f0-a0d1-c053ccc8a2f1" providerId="ADAL" clId="{32024D0F-9B4E-4DD9-BBA4-1EDABCF441A4}" dt="2022-12-22T15:50:01.606" v="1195"/>
        <pc:sldMkLst>
          <pc:docMk/>
          <pc:sldMk cId="3788690877" sldId="326"/>
        </pc:sldMkLst>
        <pc:spChg chg="del">
          <ac:chgData name="Ajay Ganapule" userId="87f02af0-a2c9-46f0-a0d1-c053ccc8a2f1" providerId="ADAL" clId="{32024D0F-9B4E-4DD9-BBA4-1EDABCF441A4}" dt="2022-12-22T15:43:14.803" v="1138" actId="478"/>
          <ac:spMkLst>
            <pc:docMk/>
            <pc:sldMk cId="3788690877" sldId="326"/>
            <ac:spMk id="2" creationId="{605F16E6-7506-40C7-AD83-7E6F1401A496}"/>
          </ac:spMkLst>
        </pc:spChg>
        <pc:spChg chg="del">
          <ac:chgData name="Ajay Ganapule" userId="87f02af0-a2c9-46f0-a0d1-c053ccc8a2f1" providerId="ADAL" clId="{32024D0F-9B4E-4DD9-BBA4-1EDABCF441A4}" dt="2022-12-22T15:43:15.806" v="1139" actId="478"/>
          <ac:spMkLst>
            <pc:docMk/>
            <pc:sldMk cId="3788690877" sldId="326"/>
            <ac:spMk id="3" creationId="{7DCD9904-7DC2-426C-97B8-296695081D27}"/>
          </ac:spMkLst>
        </pc:spChg>
        <pc:spChg chg="add mod">
          <ac:chgData name="Ajay Ganapule" userId="87f02af0-a2c9-46f0-a0d1-c053ccc8a2f1" providerId="ADAL" clId="{32024D0F-9B4E-4DD9-BBA4-1EDABCF441A4}" dt="2022-12-22T15:43:32.310" v="1168" actId="20577"/>
          <ac:spMkLst>
            <pc:docMk/>
            <pc:sldMk cId="3788690877" sldId="326"/>
            <ac:spMk id="4" creationId="{B4DBE2D9-AB6F-4CD6-81AC-DB3F29C486BF}"/>
          </ac:spMkLst>
        </pc:spChg>
        <pc:spChg chg="add mod">
          <ac:chgData name="Ajay Ganapule" userId="87f02af0-a2c9-46f0-a0d1-c053ccc8a2f1" providerId="ADAL" clId="{32024D0F-9B4E-4DD9-BBA4-1EDABCF441A4}" dt="2022-12-22T15:49:51.197" v="1193" actId="2710"/>
          <ac:spMkLst>
            <pc:docMk/>
            <pc:sldMk cId="3788690877" sldId="326"/>
            <ac:spMk id="5" creationId="{7A88C845-9BA4-4505-AE78-0058F3797DCA}"/>
          </ac:spMkLst>
        </pc:spChg>
        <pc:spChg chg="add mod">
          <ac:chgData name="Ajay Ganapule" userId="87f02af0-a2c9-46f0-a0d1-c053ccc8a2f1" providerId="ADAL" clId="{32024D0F-9B4E-4DD9-BBA4-1EDABCF441A4}" dt="2022-12-22T15:49:22.155" v="1192" actId="404"/>
          <ac:spMkLst>
            <pc:docMk/>
            <pc:sldMk cId="3788690877" sldId="326"/>
            <ac:spMk id="6" creationId="{14353F26-A0E7-4FEE-AB1B-88C182619C05}"/>
          </ac:spMkLst>
        </pc:spChg>
      </pc:sldChg>
      <pc:sldChg chg="addSp delSp modSp add del mod delAnim">
        <pc:chgData name="Ajay Ganapule" userId="87f02af0-a2c9-46f0-a0d1-c053ccc8a2f1" providerId="ADAL" clId="{32024D0F-9B4E-4DD9-BBA4-1EDABCF441A4}" dt="2022-12-22T16:13:45.191" v="1304" actId="47"/>
        <pc:sldMkLst>
          <pc:docMk/>
          <pc:sldMk cId="3287081935" sldId="327"/>
        </pc:sldMkLst>
        <pc:spChg chg="add mod">
          <ac:chgData name="Ajay Ganapule" userId="87f02af0-a2c9-46f0-a0d1-c053ccc8a2f1" providerId="ADAL" clId="{32024D0F-9B4E-4DD9-BBA4-1EDABCF441A4}" dt="2022-12-22T15:51:27.554" v="1230" actId="2085"/>
          <ac:spMkLst>
            <pc:docMk/>
            <pc:sldMk cId="3287081935" sldId="327"/>
            <ac:spMk id="3" creationId="{44CE5E03-30D4-40C5-B1D4-04C20458C57D}"/>
          </ac:spMkLst>
        </pc:spChg>
        <pc:spChg chg="mod">
          <ac:chgData name="Ajay Ganapule" userId="87f02af0-a2c9-46f0-a0d1-c053ccc8a2f1" providerId="ADAL" clId="{32024D0F-9B4E-4DD9-BBA4-1EDABCF441A4}" dt="2022-12-22T15:50:32.830" v="1225"/>
          <ac:spMkLst>
            <pc:docMk/>
            <pc:sldMk cId="3287081935" sldId="327"/>
            <ac:spMk id="4" creationId="{1BC1C04B-F01E-45ED-BA42-25005690239D}"/>
          </ac:spMkLst>
        </pc:spChg>
        <pc:spChg chg="add mod">
          <ac:chgData name="Ajay Ganapule" userId="87f02af0-a2c9-46f0-a0d1-c053ccc8a2f1" providerId="ADAL" clId="{32024D0F-9B4E-4DD9-BBA4-1EDABCF441A4}" dt="2022-12-22T15:52:16.053" v="1239" actId="20577"/>
          <ac:spMkLst>
            <pc:docMk/>
            <pc:sldMk cId="3287081935" sldId="327"/>
            <ac:spMk id="5" creationId="{782AE627-12A3-4A1A-A531-0052F42582AB}"/>
          </ac:spMkLst>
        </pc:spChg>
        <pc:spChg chg="add mod">
          <ac:chgData name="Ajay Ganapule" userId="87f02af0-a2c9-46f0-a0d1-c053ccc8a2f1" providerId="ADAL" clId="{32024D0F-9B4E-4DD9-BBA4-1EDABCF441A4}" dt="2022-12-22T15:52:55.764" v="1245" actId="2085"/>
          <ac:spMkLst>
            <pc:docMk/>
            <pc:sldMk cId="3287081935" sldId="327"/>
            <ac:spMk id="6" creationId="{0DF2D317-E3F5-4728-B302-BDDB4EEB4828}"/>
          </ac:spMkLst>
        </pc:spChg>
        <pc:spChg chg="add mod">
          <ac:chgData name="Ajay Ganapule" userId="87f02af0-a2c9-46f0-a0d1-c053ccc8a2f1" providerId="ADAL" clId="{32024D0F-9B4E-4DD9-BBA4-1EDABCF441A4}" dt="2022-12-22T15:53:00.436" v="1246" actId="108"/>
          <ac:spMkLst>
            <pc:docMk/>
            <pc:sldMk cId="3287081935" sldId="327"/>
            <ac:spMk id="7" creationId="{E53E4FEC-FA1D-4388-9C4D-3576E8A1B9D3}"/>
          </ac:spMkLst>
        </pc:spChg>
        <pc:spChg chg="add mod">
          <ac:chgData name="Ajay Ganapule" userId="87f02af0-a2c9-46f0-a0d1-c053ccc8a2f1" providerId="ADAL" clId="{32024D0F-9B4E-4DD9-BBA4-1EDABCF441A4}" dt="2022-12-22T15:53:02.158" v="1247" actId="108"/>
          <ac:spMkLst>
            <pc:docMk/>
            <pc:sldMk cId="3287081935" sldId="327"/>
            <ac:spMk id="8" creationId="{913EF40E-7043-4922-9918-34CC10341D22}"/>
          </ac:spMkLst>
        </pc:spChg>
        <pc:spChg chg="add mod">
          <ac:chgData name="Ajay Ganapule" userId="87f02af0-a2c9-46f0-a0d1-c053ccc8a2f1" providerId="ADAL" clId="{32024D0F-9B4E-4DD9-BBA4-1EDABCF441A4}" dt="2022-12-22T15:53:44.225" v="1255" actId="1076"/>
          <ac:spMkLst>
            <pc:docMk/>
            <pc:sldMk cId="3287081935" sldId="327"/>
            <ac:spMk id="9" creationId="{C11D0159-78AA-45AC-9B72-27BE3380ADC1}"/>
          </ac:spMkLst>
        </pc:spChg>
        <pc:spChg chg="add mod">
          <ac:chgData name="Ajay Ganapule" userId="87f02af0-a2c9-46f0-a0d1-c053ccc8a2f1" providerId="ADAL" clId="{32024D0F-9B4E-4DD9-BBA4-1EDABCF441A4}" dt="2022-12-22T15:54:15.984" v="1263" actId="1076"/>
          <ac:spMkLst>
            <pc:docMk/>
            <pc:sldMk cId="3287081935" sldId="327"/>
            <ac:spMk id="10" creationId="{88B28DB3-D2BF-4325-8F8C-BA1C0B739462}"/>
          </ac:spMkLst>
        </pc:spChg>
        <pc:spChg chg="add mod">
          <ac:chgData name="Ajay Ganapule" userId="87f02af0-a2c9-46f0-a0d1-c053ccc8a2f1" providerId="ADAL" clId="{32024D0F-9B4E-4DD9-BBA4-1EDABCF441A4}" dt="2022-12-22T15:55:00.457" v="1269" actId="1076"/>
          <ac:spMkLst>
            <pc:docMk/>
            <pc:sldMk cId="3287081935" sldId="327"/>
            <ac:spMk id="11" creationId="{4FE5FB5C-A314-463B-BDE5-DF7BC44E8DC2}"/>
          </ac:spMkLst>
        </pc:spChg>
        <pc:spChg chg="add mod">
          <ac:chgData name="Ajay Ganapule" userId="87f02af0-a2c9-46f0-a0d1-c053ccc8a2f1" providerId="ADAL" clId="{32024D0F-9B4E-4DD9-BBA4-1EDABCF441A4}" dt="2022-12-22T15:55:17.386" v="1277" actId="5793"/>
          <ac:spMkLst>
            <pc:docMk/>
            <pc:sldMk cId="3287081935" sldId="327"/>
            <ac:spMk id="12" creationId="{378284E8-714E-4E0F-B0A2-A077DCDEA4F5}"/>
          </ac:spMkLst>
        </pc:spChg>
        <pc:spChg chg="add mod">
          <ac:chgData name="Ajay Ganapule" userId="87f02af0-a2c9-46f0-a0d1-c053ccc8a2f1" providerId="ADAL" clId="{32024D0F-9B4E-4DD9-BBA4-1EDABCF441A4}" dt="2022-12-22T15:55:35.341" v="1278"/>
          <ac:spMkLst>
            <pc:docMk/>
            <pc:sldMk cId="3287081935" sldId="327"/>
            <ac:spMk id="13" creationId="{9DC5A7F8-BD8E-41B9-A38C-093D2173C3FA}"/>
          </ac:spMkLst>
        </pc:spChg>
        <pc:spChg chg="add mod">
          <ac:chgData name="Ajay Ganapule" userId="87f02af0-a2c9-46f0-a0d1-c053ccc8a2f1" providerId="ADAL" clId="{32024D0F-9B4E-4DD9-BBA4-1EDABCF441A4}" dt="2022-12-22T15:56:17.440" v="1293" actId="14100"/>
          <ac:spMkLst>
            <pc:docMk/>
            <pc:sldMk cId="3287081935" sldId="327"/>
            <ac:spMk id="14" creationId="{C3FC2C30-5260-40B8-9AE0-8B6E7A0B008E}"/>
          </ac:spMkLst>
        </pc:spChg>
        <pc:graphicFrameChg chg="del">
          <ac:chgData name="Ajay Ganapule" userId="87f02af0-a2c9-46f0-a0d1-c053ccc8a2f1" providerId="ADAL" clId="{32024D0F-9B4E-4DD9-BBA4-1EDABCF441A4}" dt="2022-12-22T15:50:38.378" v="1226" actId="478"/>
          <ac:graphicFrameMkLst>
            <pc:docMk/>
            <pc:sldMk cId="3287081935" sldId="327"/>
            <ac:graphicFrameMk id="2" creationId="{52D00E6E-D1A4-4800-AEC9-80FE5E8EEE33}"/>
          </ac:graphicFrameMkLst>
        </pc:graphicFrameChg>
      </pc:sldChg>
      <pc:sldChg chg="addSp delSp modSp new mod">
        <pc:chgData name="Ajay Ganapule" userId="87f02af0-a2c9-46f0-a0d1-c053ccc8a2f1" providerId="ADAL" clId="{32024D0F-9B4E-4DD9-BBA4-1EDABCF441A4}" dt="2022-12-22T16:20:01.957" v="1381" actId="14100"/>
        <pc:sldMkLst>
          <pc:docMk/>
          <pc:sldMk cId="4076585042" sldId="328"/>
        </pc:sldMkLst>
        <pc:spChg chg="del">
          <ac:chgData name="Ajay Ganapule" userId="87f02af0-a2c9-46f0-a0d1-c053ccc8a2f1" providerId="ADAL" clId="{32024D0F-9B4E-4DD9-BBA4-1EDABCF441A4}" dt="2022-12-22T16:19:11.835" v="1337" actId="478"/>
          <ac:spMkLst>
            <pc:docMk/>
            <pc:sldMk cId="4076585042" sldId="328"/>
            <ac:spMk id="2" creationId="{3A9D25C1-B21A-41D2-88CE-EDB14F134EFE}"/>
          </ac:spMkLst>
        </pc:spChg>
        <pc:spChg chg="del">
          <ac:chgData name="Ajay Ganapule" userId="87f02af0-a2c9-46f0-a0d1-c053ccc8a2f1" providerId="ADAL" clId="{32024D0F-9B4E-4DD9-BBA4-1EDABCF441A4}" dt="2022-12-22T16:19:12.870" v="1338" actId="478"/>
          <ac:spMkLst>
            <pc:docMk/>
            <pc:sldMk cId="4076585042" sldId="328"/>
            <ac:spMk id="3" creationId="{111C5343-1A33-4051-BD4D-CAF20A8E8111}"/>
          </ac:spMkLst>
        </pc:spChg>
        <pc:spChg chg="add mod">
          <ac:chgData name="Ajay Ganapule" userId="87f02af0-a2c9-46f0-a0d1-c053ccc8a2f1" providerId="ADAL" clId="{32024D0F-9B4E-4DD9-BBA4-1EDABCF441A4}" dt="2022-12-22T16:19:32.316" v="1376" actId="20577"/>
          <ac:spMkLst>
            <pc:docMk/>
            <pc:sldMk cId="4076585042" sldId="328"/>
            <ac:spMk id="4" creationId="{722E5D5A-5779-4D23-BE22-7F1863A85ABE}"/>
          </ac:spMkLst>
        </pc:spChg>
        <pc:graphicFrameChg chg="add mod">
          <ac:chgData name="Ajay Ganapule" userId="87f02af0-a2c9-46f0-a0d1-c053ccc8a2f1" providerId="ADAL" clId="{32024D0F-9B4E-4DD9-BBA4-1EDABCF441A4}" dt="2022-12-22T16:20:01.957" v="1381" actId="14100"/>
          <ac:graphicFrameMkLst>
            <pc:docMk/>
            <pc:sldMk cId="4076585042" sldId="328"/>
            <ac:graphicFrameMk id="5" creationId="{9336ECFF-1D61-4E36-B601-65DA43102D40}"/>
          </ac:graphicFrameMkLst>
        </pc:graphicFrameChg>
      </pc:sldChg>
    </pc:docChg>
  </pc:docChgLst>
  <pc:docChgLst>
    <pc:chgData name="MAHALAKSHMI R" userId="S::1580105@tcs.com::0cb5fa49-f0c7-40fe-af58-ed215e90d9af" providerId="AD" clId="Web-{5E84C307-94F5-C24A-757A-A10EDCEBEAF9}"/>
    <pc:docChg chg="addSld delSld modSld sldOrd">
      <pc:chgData name="MAHALAKSHMI R" userId="S::1580105@tcs.com::0cb5fa49-f0c7-40fe-af58-ed215e90d9af" providerId="AD" clId="Web-{5E84C307-94F5-C24A-757A-A10EDCEBEAF9}" dt="2025-03-12T09:46:52.458" v="15"/>
      <pc:docMkLst>
        <pc:docMk/>
      </pc:docMkLst>
      <pc:sldChg chg="modSp">
        <pc:chgData name="MAHALAKSHMI R" userId="S::1580105@tcs.com::0cb5fa49-f0c7-40fe-af58-ed215e90d9af" providerId="AD" clId="Web-{5E84C307-94F5-C24A-757A-A10EDCEBEAF9}" dt="2025-03-12T09:15:24.581" v="11" actId="20577"/>
        <pc:sldMkLst>
          <pc:docMk/>
          <pc:sldMk cId="2941984797" sldId="323"/>
        </pc:sldMkLst>
        <pc:spChg chg="mod">
          <ac:chgData name="MAHALAKSHMI R" userId="S::1580105@tcs.com::0cb5fa49-f0c7-40fe-af58-ed215e90d9af" providerId="AD" clId="Web-{5E84C307-94F5-C24A-757A-A10EDCEBEAF9}" dt="2025-03-12T09:15:24.581" v="11" actId="20577"/>
          <ac:spMkLst>
            <pc:docMk/>
            <pc:sldMk cId="2941984797" sldId="323"/>
            <ac:spMk id="9" creationId="{8E2DC809-653E-44FF-ABE0-A1A36E5ABD7A}"/>
          </ac:spMkLst>
        </pc:spChg>
      </pc:sldChg>
      <pc:sldChg chg="ord">
        <pc:chgData name="MAHALAKSHMI R" userId="S::1580105@tcs.com::0cb5fa49-f0c7-40fe-af58-ed215e90d9af" providerId="AD" clId="Web-{5E84C307-94F5-C24A-757A-A10EDCEBEAF9}" dt="2025-03-12T09:46:35.223" v="14"/>
        <pc:sldMkLst>
          <pc:docMk/>
          <pc:sldMk cId="3287081935" sldId="327"/>
        </pc:sldMkLst>
      </pc:sldChg>
      <pc:sldChg chg="new del">
        <pc:chgData name="MAHALAKSHMI R" userId="S::1580105@tcs.com::0cb5fa49-f0c7-40fe-af58-ed215e90d9af" providerId="AD" clId="Web-{5E84C307-94F5-C24A-757A-A10EDCEBEAF9}" dt="2025-03-12T09:46:52.458" v="15"/>
        <pc:sldMkLst>
          <pc:docMk/>
          <pc:sldMk cId="300741710" sldId="329"/>
        </pc:sldMkLst>
      </pc:sldChg>
    </pc:docChg>
  </pc:docChgLst>
  <pc:docChgLst>
    <pc:chgData name="Ajay Ganapule" userId="87f02af0-a2c9-46f0-a0d1-c053ccc8a2f1" providerId="ADAL" clId="{4003EA30-1D31-4F98-A257-C02D88EDFA65}"/>
    <pc:docChg chg="custSel modSld">
      <pc:chgData name="Ajay Ganapule" userId="87f02af0-a2c9-46f0-a0d1-c053ccc8a2f1" providerId="ADAL" clId="{4003EA30-1D31-4F98-A257-C02D88EDFA65}" dt="2023-11-30T03:41:18.981" v="0" actId="313"/>
      <pc:docMkLst>
        <pc:docMk/>
      </pc:docMkLst>
      <pc:sldChg chg="modSp mod">
        <pc:chgData name="Ajay Ganapule" userId="87f02af0-a2c9-46f0-a0d1-c053ccc8a2f1" providerId="ADAL" clId="{4003EA30-1D31-4F98-A257-C02D88EDFA65}" dt="2023-11-30T03:41:18.981" v="0" actId="313"/>
        <pc:sldMkLst>
          <pc:docMk/>
          <pc:sldMk cId="2072611482" sldId="322"/>
        </pc:sldMkLst>
        <pc:spChg chg="mod">
          <ac:chgData name="Ajay Ganapule" userId="87f02af0-a2c9-46f0-a0d1-c053ccc8a2f1" providerId="ADAL" clId="{4003EA30-1D31-4F98-A257-C02D88EDFA65}" dt="2023-11-30T03:41:18.981" v="0" actId="313"/>
          <ac:spMkLst>
            <pc:docMk/>
            <pc:sldMk cId="2072611482" sldId="322"/>
            <ac:spMk id="39" creationId="{A76981F1-9C07-4D23-AF28-B0C53BEA6A72}"/>
          </ac:spMkLst>
        </pc:spChg>
      </pc:sldChg>
    </pc:docChg>
  </pc:docChgLst>
  <pc:docChgLst>
    <pc:chgData name="Ajay Ganapule" userId="87f02af0-a2c9-46f0-a0d1-c053ccc8a2f1" providerId="ADAL" clId="{34375588-B3FC-45FC-BC72-71AE730561C3}"/>
    <pc:docChg chg="undo custSel addSld delSld modSld">
      <pc:chgData name="Ajay Ganapule" userId="87f02af0-a2c9-46f0-a0d1-c053ccc8a2f1" providerId="ADAL" clId="{34375588-B3FC-45FC-BC72-71AE730561C3}" dt="2022-12-16T15:28:22.338" v="250" actId="1037"/>
      <pc:docMkLst>
        <pc:docMk/>
      </pc:docMkLst>
      <pc:sldChg chg="modSp mod setBg">
        <pc:chgData name="Ajay Ganapule" userId="87f02af0-a2c9-46f0-a0d1-c053ccc8a2f1" providerId="ADAL" clId="{34375588-B3FC-45FC-BC72-71AE730561C3}" dt="2022-12-16T15:27:59.340" v="231" actId="1076"/>
        <pc:sldMkLst>
          <pc:docMk/>
          <pc:sldMk cId="4057657571" sldId="280"/>
        </pc:sldMkLst>
        <pc:spChg chg="mod">
          <ac:chgData name="Ajay Ganapule" userId="87f02af0-a2c9-46f0-a0d1-c053ccc8a2f1" providerId="ADAL" clId="{34375588-B3FC-45FC-BC72-71AE730561C3}" dt="2022-12-16T15:27:59.340" v="231" actId="1076"/>
          <ac:spMkLst>
            <pc:docMk/>
            <pc:sldMk cId="4057657571" sldId="280"/>
            <ac:spMk id="3" creationId="{00000000-0000-0000-0000-000000000000}"/>
          </ac:spMkLst>
        </pc:spChg>
      </pc:sldChg>
      <pc:sldChg chg="modAnim">
        <pc:chgData name="Ajay Ganapule" userId="87f02af0-a2c9-46f0-a0d1-c053ccc8a2f1" providerId="ADAL" clId="{34375588-B3FC-45FC-BC72-71AE730561C3}" dt="2022-12-16T15:10:19.934" v="177"/>
        <pc:sldMkLst>
          <pc:docMk/>
          <pc:sldMk cId="2089162126" sldId="283"/>
        </pc:sldMkLst>
      </pc:sldChg>
      <pc:sldChg chg="modSp mod">
        <pc:chgData name="Ajay Ganapule" userId="87f02af0-a2c9-46f0-a0d1-c053ccc8a2f1" providerId="ADAL" clId="{34375588-B3FC-45FC-BC72-71AE730561C3}" dt="2022-12-16T15:28:22.338" v="250" actId="1037"/>
        <pc:sldMkLst>
          <pc:docMk/>
          <pc:sldMk cId="0" sldId="294"/>
        </pc:sldMkLst>
        <pc:spChg chg="mod">
          <ac:chgData name="Ajay Ganapule" userId="87f02af0-a2c9-46f0-a0d1-c053ccc8a2f1" providerId="ADAL" clId="{34375588-B3FC-45FC-BC72-71AE730561C3}" dt="2022-12-16T15:28:10.684" v="232" actId="1076"/>
          <ac:spMkLst>
            <pc:docMk/>
            <pc:sldMk cId="0" sldId="294"/>
            <ac:spMk id="4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5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6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9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13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14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15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16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28:22.338" v="250" actId="1037"/>
          <ac:spMkLst>
            <pc:docMk/>
            <pc:sldMk cId="0" sldId="294"/>
            <ac:spMk id="18" creationId="{00000000-0000-0000-0000-000000000000}"/>
          </ac:spMkLst>
        </pc:spChg>
      </pc:sldChg>
      <pc:sldChg chg="modSp mod modAnim">
        <pc:chgData name="Ajay Ganapule" userId="87f02af0-a2c9-46f0-a0d1-c053ccc8a2f1" providerId="ADAL" clId="{34375588-B3FC-45FC-BC72-71AE730561C3}" dt="2022-12-16T15:12:49.034" v="208" actId="1076"/>
        <pc:sldMkLst>
          <pc:docMk/>
          <pc:sldMk cId="0" sldId="309"/>
        </pc:sldMkLst>
        <pc:spChg chg="mod">
          <ac:chgData name="Ajay Ganapule" userId="87f02af0-a2c9-46f0-a0d1-c053ccc8a2f1" providerId="ADAL" clId="{34375588-B3FC-45FC-BC72-71AE730561C3}" dt="2022-12-16T15:10:55.204" v="178" actId="1076"/>
          <ac:spMkLst>
            <pc:docMk/>
            <pc:sldMk cId="0" sldId="309"/>
            <ac:spMk id="4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1:04.921" v="197" actId="1036"/>
          <ac:spMkLst>
            <pc:docMk/>
            <pc:sldMk cId="0" sldId="309"/>
            <ac:spMk id="5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1:04.921" v="197" actId="1036"/>
          <ac:spMkLst>
            <pc:docMk/>
            <pc:sldMk cId="0" sldId="309"/>
            <ac:spMk id="7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1:04.921" v="197" actId="1036"/>
          <ac:spMkLst>
            <pc:docMk/>
            <pc:sldMk cId="0" sldId="309"/>
            <ac:spMk id="9" creationId="{7F65E93D-09FF-42EE-B9DD-750638966686}"/>
          </ac:spMkLst>
        </pc:spChg>
        <pc:spChg chg="mod">
          <ac:chgData name="Ajay Ganapule" userId="87f02af0-a2c9-46f0-a0d1-c053ccc8a2f1" providerId="ADAL" clId="{34375588-B3FC-45FC-BC72-71AE730561C3}" dt="2022-12-16T15:11:32.301" v="201" actId="1076"/>
          <ac:spMkLst>
            <pc:docMk/>
            <pc:sldMk cId="0" sldId="309"/>
            <ac:spMk id="10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2:19.370" v="206" actId="1076"/>
          <ac:spMkLst>
            <pc:docMk/>
            <pc:sldMk cId="0" sldId="309"/>
            <ac:spMk id="11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1:04.921" v="197" actId="1036"/>
          <ac:spMkLst>
            <pc:docMk/>
            <pc:sldMk cId="0" sldId="309"/>
            <ac:spMk id="12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1:04.921" v="197" actId="1036"/>
          <ac:spMkLst>
            <pc:docMk/>
            <pc:sldMk cId="0" sldId="309"/>
            <ac:spMk id="14" creationId="{A7CD04AE-9A8B-4DED-855D-F51B510D0B69}"/>
          </ac:spMkLst>
        </pc:spChg>
        <pc:spChg chg="mod">
          <ac:chgData name="Ajay Ganapule" userId="87f02af0-a2c9-46f0-a0d1-c053ccc8a2f1" providerId="ADAL" clId="{34375588-B3FC-45FC-BC72-71AE730561C3}" dt="2022-12-16T15:11:04.921" v="197" actId="1036"/>
          <ac:spMkLst>
            <pc:docMk/>
            <pc:sldMk cId="0" sldId="309"/>
            <ac:spMk id="15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2:32.392" v="207" actId="1076"/>
          <ac:spMkLst>
            <pc:docMk/>
            <pc:sldMk cId="0" sldId="309"/>
            <ac:spMk id="16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1:04.921" v="197" actId="1036"/>
          <ac:spMkLst>
            <pc:docMk/>
            <pc:sldMk cId="0" sldId="309"/>
            <ac:spMk id="17" creationId="{7F65E93D-09FF-42EE-B9DD-750638966686}"/>
          </ac:spMkLst>
        </pc:spChg>
        <pc:spChg chg="mod">
          <ac:chgData name="Ajay Ganapule" userId="87f02af0-a2c9-46f0-a0d1-c053ccc8a2f1" providerId="ADAL" clId="{34375588-B3FC-45FC-BC72-71AE730561C3}" dt="2022-12-16T15:11:50.754" v="204" actId="1076"/>
          <ac:spMkLst>
            <pc:docMk/>
            <pc:sldMk cId="0" sldId="309"/>
            <ac:spMk id="18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2:49.034" v="208" actId="1076"/>
          <ac:spMkLst>
            <pc:docMk/>
            <pc:sldMk cId="0" sldId="309"/>
            <ac:spMk id="19" creationId="{00000000-0000-0000-0000-000000000000}"/>
          </ac:spMkLst>
        </pc:spChg>
      </pc:sldChg>
      <pc:sldChg chg="modSp mod">
        <pc:chgData name="Ajay Ganapule" userId="87f02af0-a2c9-46f0-a0d1-c053ccc8a2f1" providerId="ADAL" clId="{34375588-B3FC-45FC-BC72-71AE730561C3}" dt="2022-12-16T15:13:19.052" v="226" actId="1035"/>
        <pc:sldMkLst>
          <pc:docMk/>
          <pc:sldMk cId="0" sldId="311"/>
        </pc:sldMkLst>
        <pc:spChg chg="mod">
          <ac:chgData name="Ajay Ganapule" userId="87f02af0-a2c9-46f0-a0d1-c053ccc8a2f1" providerId="ADAL" clId="{34375588-B3FC-45FC-BC72-71AE730561C3}" dt="2022-12-16T15:13:01.978" v="209" actId="1076"/>
          <ac:spMkLst>
            <pc:docMk/>
            <pc:sldMk cId="0" sldId="311"/>
            <ac:spMk id="4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5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7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8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10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12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14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16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5:13:19.052" v="226" actId="1035"/>
          <ac:spMkLst>
            <pc:docMk/>
            <pc:sldMk cId="0" sldId="311"/>
            <ac:spMk id="18" creationId="{00000000-0000-0000-0000-000000000000}"/>
          </ac:spMkLst>
        </pc:spChg>
        <pc:cxnChg chg="mod">
          <ac:chgData name="Ajay Ganapule" userId="87f02af0-a2c9-46f0-a0d1-c053ccc8a2f1" providerId="ADAL" clId="{34375588-B3FC-45FC-BC72-71AE730561C3}" dt="2022-12-16T15:13:19.052" v="226" actId="1035"/>
          <ac:cxnSpMkLst>
            <pc:docMk/>
            <pc:sldMk cId="0" sldId="311"/>
            <ac:cxnSpMk id="6" creationId="{00000000-0000-0000-0000-000000000000}"/>
          </ac:cxnSpMkLst>
        </pc:cxnChg>
        <pc:cxnChg chg="mod">
          <ac:chgData name="Ajay Ganapule" userId="87f02af0-a2c9-46f0-a0d1-c053ccc8a2f1" providerId="ADAL" clId="{34375588-B3FC-45FC-BC72-71AE730561C3}" dt="2022-12-16T15:13:19.052" v="226" actId="1035"/>
          <ac:cxnSpMkLst>
            <pc:docMk/>
            <pc:sldMk cId="0" sldId="311"/>
            <ac:cxnSpMk id="9" creationId="{00000000-0000-0000-0000-000000000000}"/>
          </ac:cxnSpMkLst>
        </pc:cxnChg>
        <pc:cxnChg chg="mod">
          <ac:chgData name="Ajay Ganapule" userId="87f02af0-a2c9-46f0-a0d1-c053ccc8a2f1" providerId="ADAL" clId="{34375588-B3FC-45FC-BC72-71AE730561C3}" dt="2022-12-16T15:13:19.052" v="226" actId="1035"/>
          <ac:cxnSpMkLst>
            <pc:docMk/>
            <pc:sldMk cId="0" sldId="311"/>
            <ac:cxnSpMk id="13" creationId="{00000000-0000-0000-0000-000000000000}"/>
          </ac:cxnSpMkLst>
        </pc:cxnChg>
        <pc:cxnChg chg="mod">
          <ac:chgData name="Ajay Ganapule" userId="87f02af0-a2c9-46f0-a0d1-c053ccc8a2f1" providerId="ADAL" clId="{34375588-B3FC-45FC-BC72-71AE730561C3}" dt="2022-12-16T15:13:19.052" v="226" actId="1035"/>
          <ac:cxnSpMkLst>
            <pc:docMk/>
            <pc:sldMk cId="0" sldId="311"/>
            <ac:cxnSpMk id="17" creationId="{00000000-0000-0000-0000-000000000000}"/>
          </ac:cxnSpMkLst>
        </pc:cxnChg>
      </pc:sldChg>
      <pc:sldChg chg="del">
        <pc:chgData name="Ajay Ganapule" userId="87f02af0-a2c9-46f0-a0d1-c053ccc8a2f1" providerId="ADAL" clId="{34375588-B3FC-45FC-BC72-71AE730561C3}" dt="2022-12-16T14:53:14.628" v="134" actId="47"/>
        <pc:sldMkLst>
          <pc:docMk/>
          <pc:sldMk cId="0" sldId="315"/>
        </pc:sldMkLst>
      </pc:sldChg>
      <pc:sldChg chg="delSp modSp mod setBg">
        <pc:chgData name="Ajay Ganapule" userId="87f02af0-a2c9-46f0-a0d1-c053ccc8a2f1" providerId="ADAL" clId="{34375588-B3FC-45FC-BC72-71AE730561C3}" dt="2022-12-16T15:07:48.229" v="154" actId="14100"/>
        <pc:sldMkLst>
          <pc:docMk/>
          <pc:sldMk cId="477941067" sldId="317"/>
        </pc:sldMkLst>
        <pc:spChg chg="mod">
          <ac:chgData name="Ajay Ganapule" userId="87f02af0-a2c9-46f0-a0d1-c053ccc8a2f1" providerId="ADAL" clId="{34375588-B3FC-45FC-BC72-71AE730561C3}" dt="2022-12-16T15:07:48.229" v="154" actId="14100"/>
          <ac:spMkLst>
            <pc:docMk/>
            <pc:sldMk cId="477941067" sldId="317"/>
            <ac:spMk id="5" creationId="{00000000-0000-0000-0000-000000000000}"/>
          </ac:spMkLst>
        </pc:spChg>
        <pc:picChg chg="del mod">
          <ac:chgData name="Ajay Ganapule" userId="87f02af0-a2c9-46f0-a0d1-c053ccc8a2f1" providerId="ADAL" clId="{34375588-B3FC-45FC-BC72-71AE730561C3}" dt="2022-12-16T14:55:09.292" v="136" actId="478"/>
          <ac:picMkLst>
            <pc:docMk/>
            <pc:sldMk cId="477941067" sldId="317"/>
            <ac:picMk id="4" creationId="{00000000-0000-0000-0000-000000000000}"/>
          </ac:picMkLst>
        </pc:picChg>
      </pc:sldChg>
      <pc:sldChg chg="modAnim">
        <pc:chgData name="Ajay Ganapule" userId="87f02af0-a2c9-46f0-a0d1-c053ccc8a2f1" providerId="ADAL" clId="{34375588-B3FC-45FC-BC72-71AE730561C3}" dt="2022-12-16T14:40:05.717" v="10"/>
        <pc:sldMkLst>
          <pc:docMk/>
          <pc:sldMk cId="3802794416" sldId="318"/>
        </pc:sldMkLst>
      </pc:sldChg>
      <pc:sldChg chg="modSp mod modAnim">
        <pc:chgData name="Ajay Ganapule" userId="87f02af0-a2c9-46f0-a0d1-c053ccc8a2f1" providerId="ADAL" clId="{34375588-B3FC-45FC-BC72-71AE730561C3}" dt="2022-12-16T14:43:03.978" v="39" actId="408"/>
        <pc:sldMkLst>
          <pc:docMk/>
          <pc:sldMk cId="3626657427" sldId="319"/>
        </pc:sldMkLst>
        <pc:spChg chg="mod">
          <ac:chgData name="Ajay Ganapule" userId="87f02af0-a2c9-46f0-a0d1-c053ccc8a2f1" providerId="ADAL" clId="{34375588-B3FC-45FC-BC72-71AE730561C3}" dt="2022-12-16T14:41:20.437" v="23" actId="14100"/>
          <ac:spMkLst>
            <pc:docMk/>
            <pc:sldMk cId="3626657427" sldId="319"/>
            <ac:spMk id="4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0:52.420" v="16" actId="1076"/>
          <ac:spMkLst>
            <pc:docMk/>
            <pc:sldMk cId="3626657427" sldId="319"/>
            <ac:spMk id="6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0:47.835" v="15" actId="1076"/>
          <ac:spMkLst>
            <pc:docMk/>
            <pc:sldMk cId="3626657427" sldId="319"/>
            <ac:spMk id="10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2:54.146" v="38" actId="408"/>
          <ac:spMkLst>
            <pc:docMk/>
            <pc:sldMk cId="3626657427" sldId="319"/>
            <ac:spMk id="12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2:54.146" v="38" actId="408"/>
          <ac:spMkLst>
            <pc:docMk/>
            <pc:sldMk cId="3626657427" sldId="319"/>
            <ac:spMk id="14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1:40.377" v="26" actId="1076"/>
          <ac:spMkLst>
            <pc:docMk/>
            <pc:sldMk cId="3626657427" sldId="319"/>
            <ac:spMk id="16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3:03.978" v="39" actId="408"/>
          <ac:spMkLst>
            <pc:docMk/>
            <pc:sldMk cId="3626657427" sldId="319"/>
            <ac:spMk id="21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3:03.978" v="39" actId="408"/>
          <ac:spMkLst>
            <pc:docMk/>
            <pc:sldMk cId="3626657427" sldId="319"/>
            <ac:spMk id="22" creationId="{00000000-0000-0000-0000-000000000000}"/>
          </ac:spMkLst>
        </pc:spChg>
        <pc:spChg chg="mod">
          <ac:chgData name="Ajay Ganapule" userId="87f02af0-a2c9-46f0-a0d1-c053ccc8a2f1" providerId="ADAL" clId="{34375588-B3FC-45FC-BC72-71AE730561C3}" dt="2022-12-16T14:41:28.771" v="25" actId="1076"/>
          <ac:spMkLst>
            <pc:docMk/>
            <pc:sldMk cId="3626657427" sldId="319"/>
            <ac:spMk id="23" creationId="{00000000-0000-0000-0000-000000000000}"/>
          </ac:spMkLst>
        </pc:spChg>
      </pc:sldChg>
      <pc:sldChg chg="addSp delSp modSp new mod modAnim">
        <pc:chgData name="Ajay Ganapule" userId="87f02af0-a2c9-46f0-a0d1-c053ccc8a2f1" providerId="ADAL" clId="{34375588-B3FC-45FC-BC72-71AE730561C3}" dt="2022-12-16T15:09:09.915" v="170"/>
        <pc:sldMkLst>
          <pc:docMk/>
          <pc:sldMk cId="2381958582" sldId="320"/>
        </pc:sldMkLst>
        <pc:spChg chg="del">
          <ac:chgData name="Ajay Ganapule" userId="87f02af0-a2c9-46f0-a0d1-c053ccc8a2f1" providerId="ADAL" clId="{34375588-B3FC-45FC-BC72-71AE730561C3}" dt="2022-12-16T14:43:45.023" v="41" actId="478"/>
          <ac:spMkLst>
            <pc:docMk/>
            <pc:sldMk cId="2381958582" sldId="320"/>
            <ac:spMk id="2" creationId="{2C6C6532-DABB-4E68-A583-B835B5D90A19}"/>
          </ac:spMkLst>
        </pc:spChg>
        <pc:spChg chg="del">
          <ac:chgData name="Ajay Ganapule" userId="87f02af0-a2c9-46f0-a0d1-c053ccc8a2f1" providerId="ADAL" clId="{34375588-B3FC-45FC-BC72-71AE730561C3}" dt="2022-12-16T14:43:46.158" v="42" actId="478"/>
          <ac:spMkLst>
            <pc:docMk/>
            <pc:sldMk cId="2381958582" sldId="320"/>
            <ac:spMk id="3" creationId="{FE26C32B-7F12-4090-8877-50954362AC5E}"/>
          </ac:spMkLst>
        </pc:spChg>
        <pc:spChg chg="add mod">
          <ac:chgData name="Ajay Ganapule" userId="87f02af0-a2c9-46f0-a0d1-c053ccc8a2f1" providerId="ADAL" clId="{34375588-B3FC-45FC-BC72-71AE730561C3}" dt="2022-12-16T14:43:52.453" v="44" actId="1076"/>
          <ac:spMkLst>
            <pc:docMk/>
            <pc:sldMk cId="2381958582" sldId="320"/>
            <ac:spMk id="4" creationId="{7BAEAC21-695C-4917-AE72-1214A1FE8ADB}"/>
          </ac:spMkLst>
        </pc:spChg>
        <pc:spChg chg="add del mod">
          <ac:chgData name="Ajay Ganapule" userId="87f02af0-a2c9-46f0-a0d1-c053ccc8a2f1" providerId="ADAL" clId="{34375588-B3FC-45FC-BC72-71AE730561C3}" dt="2022-12-16T14:45:05.949" v="48"/>
          <ac:spMkLst>
            <pc:docMk/>
            <pc:sldMk cId="2381958582" sldId="320"/>
            <ac:spMk id="5" creationId="{200091AB-7638-49BB-B517-C5FBB7813014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7" creationId="{DE68B717-DB15-4CA2-853B-F4B1E3114DA1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8" creationId="{4D039DB5-AEA5-47EB-BE2D-F0A11DD35451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9" creationId="{4A6D2C7B-47D3-4AF4-9707-FF253EDB2ED6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10" creationId="{7CBBB179-AC41-4888-ACC6-04977151CA2D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11" creationId="{D636A6FF-DDD0-4580-8FE4-9D2F7F07A9AB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12" creationId="{B6882BCB-7842-4339-B5BD-B7CF72FF3088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15" creationId="{2B25AE4B-17E1-4E8C-AAB0-B284F9328028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16" creationId="{F2600961-509A-4368-B7C9-14665F582D17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17" creationId="{1786C8ED-A48A-4F75-9993-9B3BF84AF7E7}"/>
          </ac:spMkLst>
        </pc:spChg>
        <pc:spChg chg="add del mod">
          <ac:chgData name="Ajay Ganapule" userId="87f02af0-a2c9-46f0-a0d1-c053ccc8a2f1" providerId="ADAL" clId="{34375588-B3FC-45FC-BC72-71AE730561C3}" dt="2022-12-16T14:45:05.949" v="48"/>
          <ac:spMkLst>
            <pc:docMk/>
            <pc:sldMk cId="2381958582" sldId="320"/>
            <ac:spMk id="18" creationId="{8A48A673-8043-4E82-9DA6-EE4623524076}"/>
          </ac:spMkLst>
        </pc:spChg>
        <pc:spChg chg="add del mod">
          <ac:chgData name="Ajay Ganapule" userId="87f02af0-a2c9-46f0-a0d1-c053ccc8a2f1" providerId="ADAL" clId="{34375588-B3FC-45FC-BC72-71AE730561C3}" dt="2022-12-16T14:45:05.949" v="48"/>
          <ac:spMkLst>
            <pc:docMk/>
            <pc:sldMk cId="2381958582" sldId="320"/>
            <ac:spMk id="19" creationId="{7C1BD3E9-526B-4205-A0AF-642846FCBF69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22" creationId="{9FBADC85-592E-46A2-A909-CA39C04C0BBA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23" creationId="{75504795-78A5-4CAB-A4FC-766248CA8D72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24" creationId="{C9C7966E-BD15-485C-B773-E605966E519B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25" creationId="{E12EF1AD-86D3-48FB-B2CF-CA9BFA7332E0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26" creationId="{9B7D9607-AD9F-410A-93BC-4713F66414FB}"/>
          </ac:spMkLst>
        </pc:spChg>
        <pc:spChg chg="mod">
          <ac:chgData name="Ajay Ganapule" userId="87f02af0-a2c9-46f0-a0d1-c053ccc8a2f1" providerId="ADAL" clId="{34375588-B3FC-45FC-BC72-71AE730561C3}" dt="2022-12-16T14:44:58.163" v="45"/>
          <ac:spMkLst>
            <pc:docMk/>
            <pc:sldMk cId="2381958582" sldId="320"/>
            <ac:spMk id="27" creationId="{DE91BA89-547D-41F7-A058-80E7C0E8CDB8}"/>
          </ac:spMkLst>
        </pc:spChg>
        <pc:spChg chg="add del mod">
          <ac:chgData name="Ajay Ganapule" userId="87f02af0-a2c9-46f0-a0d1-c053ccc8a2f1" providerId="ADAL" clId="{34375588-B3FC-45FC-BC72-71AE730561C3}" dt="2022-12-16T14:45:05.949" v="48"/>
          <ac:spMkLst>
            <pc:docMk/>
            <pc:sldMk cId="2381958582" sldId="320"/>
            <ac:spMk id="29" creationId="{04EB8395-46E9-4A89-A289-959AE3B8BE80}"/>
          </ac:spMkLst>
        </pc:spChg>
        <pc:spChg chg="add del mod">
          <ac:chgData name="Ajay Ganapule" userId="87f02af0-a2c9-46f0-a0d1-c053ccc8a2f1" providerId="ADAL" clId="{34375588-B3FC-45FC-BC72-71AE730561C3}" dt="2022-12-16T14:45:34.263" v="57" actId="478"/>
          <ac:spMkLst>
            <pc:docMk/>
            <pc:sldMk cId="2381958582" sldId="320"/>
            <ac:spMk id="30" creationId="{78F883A4-6A39-4105-87CE-3E338543A718}"/>
          </ac:spMkLst>
        </pc:spChg>
        <pc:spChg chg="mod topLvl">
          <ac:chgData name="Ajay Ganapule" userId="87f02af0-a2c9-46f0-a0d1-c053ccc8a2f1" providerId="ADAL" clId="{34375588-B3FC-45FC-BC72-71AE730561C3}" dt="2022-12-16T15:08:27.622" v="162" actId="164"/>
          <ac:spMkLst>
            <pc:docMk/>
            <pc:sldMk cId="2381958582" sldId="320"/>
            <ac:spMk id="32" creationId="{11AA0284-0EF0-4ED4-925C-98A559B40BB8}"/>
          </ac:spMkLst>
        </pc:spChg>
        <pc:spChg chg="del mod topLvl">
          <ac:chgData name="Ajay Ganapule" userId="87f02af0-a2c9-46f0-a0d1-c053ccc8a2f1" providerId="ADAL" clId="{34375588-B3FC-45FC-BC72-71AE730561C3}" dt="2022-12-16T14:46:10.123" v="62" actId="478"/>
          <ac:spMkLst>
            <pc:docMk/>
            <pc:sldMk cId="2381958582" sldId="320"/>
            <ac:spMk id="33" creationId="{68FAA512-1A32-439D-AD77-26E1B2713588}"/>
          </ac:spMkLst>
        </pc:spChg>
        <pc:spChg chg="mod topLvl">
          <ac:chgData name="Ajay Ganapule" userId="87f02af0-a2c9-46f0-a0d1-c053ccc8a2f1" providerId="ADAL" clId="{34375588-B3FC-45FC-BC72-71AE730561C3}" dt="2022-12-16T15:08:27.622" v="162" actId="164"/>
          <ac:spMkLst>
            <pc:docMk/>
            <pc:sldMk cId="2381958582" sldId="320"/>
            <ac:spMk id="34" creationId="{33AFCDB6-02A4-45DE-B4AF-61A619615749}"/>
          </ac:spMkLst>
        </pc:spChg>
        <pc:spChg chg="mod topLvl">
          <ac:chgData name="Ajay Ganapule" userId="87f02af0-a2c9-46f0-a0d1-c053ccc8a2f1" providerId="ADAL" clId="{34375588-B3FC-45FC-BC72-71AE730561C3}" dt="2022-12-16T15:08:27.622" v="162" actId="164"/>
          <ac:spMkLst>
            <pc:docMk/>
            <pc:sldMk cId="2381958582" sldId="320"/>
            <ac:spMk id="35" creationId="{834EBBF1-A65E-4BCC-8153-E3EC627DAEFC}"/>
          </ac:spMkLst>
        </pc:spChg>
        <pc:spChg chg="mod topLvl">
          <ac:chgData name="Ajay Ganapule" userId="87f02af0-a2c9-46f0-a0d1-c053ccc8a2f1" providerId="ADAL" clId="{34375588-B3FC-45FC-BC72-71AE730561C3}" dt="2022-12-16T15:08:27.622" v="162" actId="164"/>
          <ac:spMkLst>
            <pc:docMk/>
            <pc:sldMk cId="2381958582" sldId="320"/>
            <ac:spMk id="36" creationId="{9E5F3167-E93D-4E5C-9910-4190C6F94182}"/>
          </ac:spMkLst>
        </pc:spChg>
        <pc:spChg chg="mod topLvl">
          <ac:chgData name="Ajay Ganapule" userId="87f02af0-a2c9-46f0-a0d1-c053ccc8a2f1" providerId="ADAL" clId="{34375588-B3FC-45FC-BC72-71AE730561C3}" dt="2022-12-16T15:08:27.622" v="162" actId="164"/>
          <ac:spMkLst>
            <pc:docMk/>
            <pc:sldMk cId="2381958582" sldId="320"/>
            <ac:spMk id="37" creationId="{194E91AC-7813-449D-80B2-A60C5C52F39B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40" creationId="{3E0CAE7B-D24D-4928-A8C2-4A2575FE1DB1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41" creationId="{22844652-6050-4463-9237-DC8BAD428816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42" creationId="{BE492C53-D428-4B56-BC1B-C963B5A835BA}"/>
          </ac:spMkLst>
        </pc:spChg>
        <pc:spChg chg="add del mod">
          <ac:chgData name="Ajay Ganapule" userId="87f02af0-a2c9-46f0-a0d1-c053ccc8a2f1" providerId="ADAL" clId="{34375588-B3FC-45FC-BC72-71AE730561C3}" dt="2022-12-16T14:45:32.497" v="56" actId="478"/>
          <ac:spMkLst>
            <pc:docMk/>
            <pc:sldMk cId="2381958582" sldId="320"/>
            <ac:spMk id="43" creationId="{A0437E0A-0B07-4554-B979-FA0213001F93}"/>
          </ac:spMkLst>
        </pc:spChg>
        <pc:spChg chg="add del mod">
          <ac:chgData name="Ajay Ganapule" userId="87f02af0-a2c9-46f0-a0d1-c053ccc8a2f1" providerId="ADAL" clId="{34375588-B3FC-45FC-BC72-71AE730561C3}" dt="2022-12-16T14:45:35.869" v="58" actId="478"/>
          <ac:spMkLst>
            <pc:docMk/>
            <pc:sldMk cId="2381958582" sldId="320"/>
            <ac:spMk id="44" creationId="{7DBBA678-847D-4758-8F19-5A22F2A14A98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47" creationId="{8AEB94EA-1158-4517-A09A-E6E9751F306B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48" creationId="{9BBDC902-2093-47E5-9736-55788C8AC50F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49" creationId="{0913B561-F427-46BE-A0AD-98E184168016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50" creationId="{D8E0E3CC-D2F2-4B97-8024-8C0C4DF9B1D7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51" creationId="{A5180134-2D47-4132-BE45-1FDC1D891912}"/>
          </ac:spMkLst>
        </pc:spChg>
        <pc:spChg chg="mod">
          <ac:chgData name="Ajay Ganapule" userId="87f02af0-a2c9-46f0-a0d1-c053ccc8a2f1" providerId="ADAL" clId="{34375588-B3FC-45FC-BC72-71AE730561C3}" dt="2022-12-16T14:45:05.987" v="49"/>
          <ac:spMkLst>
            <pc:docMk/>
            <pc:sldMk cId="2381958582" sldId="320"/>
            <ac:spMk id="52" creationId="{E672711E-492C-46AB-B4EC-DF08CB0603DD}"/>
          </ac:spMkLst>
        </pc:spChg>
        <pc:spChg chg="add del mod">
          <ac:chgData name="Ajay Ganapule" userId="87f02af0-a2c9-46f0-a0d1-c053ccc8a2f1" providerId="ADAL" clId="{34375588-B3FC-45FC-BC72-71AE730561C3}" dt="2022-12-16T14:45:42.012" v="60" actId="478"/>
          <ac:spMkLst>
            <pc:docMk/>
            <pc:sldMk cId="2381958582" sldId="320"/>
            <ac:spMk id="54" creationId="{617D57B4-F1DE-43D4-A7EE-5485604B2089}"/>
          </ac:spMkLst>
        </pc:spChg>
        <pc:spChg chg="add mod">
          <ac:chgData name="Ajay Ganapule" userId="87f02af0-a2c9-46f0-a0d1-c053ccc8a2f1" providerId="ADAL" clId="{34375588-B3FC-45FC-BC72-71AE730561C3}" dt="2022-12-16T15:08:32.268" v="163" actId="164"/>
          <ac:spMkLst>
            <pc:docMk/>
            <pc:sldMk cId="2381958582" sldId="320"/>
            <ac:spMk id="55" creationId="{E34E91A1-6B4B-4209-8180-033AB5233C08}"/>
          </ac:spMkLst>
        </pc:spChg>
        <pc:spChg chg="add mod">
          <ac:chgData name="Ajay Ganapule" userId="87f02af0-a2c9-46f0-a0d1-c053ccc8a2f1" providerId="ADAL" clId="{34375588-B3FC-45FC-BC72-71AE730561C3}" dt="2022-12-16T15:08:32.268" v="163" actId="164"/>
          <ac:spMkLst>
            <pc:docMk/>
            <pc:sldMk cId="2381958582" sldId="320"/>
            <ac:spMk id="56" creationId="{6791F7ED-8171-4EC1-9A5A-9785D1FF3249}"/>
          </ac:spMkLst>
        </pc:spChg>
        <pc:spChg chg="add mod">
          <ac:chgData name="Ajay Ganapule" userId="87f02af0-a2c9-46f0-a0d1-c053ccc8a2f1" providerId="ADAL" clId="{34375588-B3FC-45FC-BC72-71AE730561C3}" dt="2022-12-16T15:08:32.268" v="163" actId="164"/>
          <ac:spMkLst>
            <pc:docMk/>
            <pc:sldMk cId="2381958582" sldId="320"/>
            <ac:spMk id="57" creationId="{C7179A96-9E3E-454D-BB30-92196E215FDE}"/>
          </ac:spMkLst>
        </pc:spChg>
        <pc:spChg chg="add mod">
          <ac:chgData name="Ajay Ganapule" userId="87f02af0-a2c9-46f0-a0d1-c053ccc8a2f1" providerId="ADAL" clId="{34375588-B3FC-45FC-BC72-71AE730561C3}" dt="2022-12-16T15:08:32.268" v="163" actId="164"/>
          <ac:spMkLst>
            <pc:docMk/>
            <pc:sldMk cId="2381958582" sldId="320"/>
            <ac:spMk id="58" creationId="{39B8BC7B-41D3-4EAD-AD36-ABA6BDAACBCC}"/>
          </ac:spMkLst>
        </pc:spChg>
        <pc:spChg chg="add mod">
          <ac:chgData name="Ajay Ganapule" userId="87f02af0-a2c9-46f0-a0d1-c053ccc8a2f1" providerId="ADAL" clId="{34375588-B3FC-45FC-BC72-71AE730561C3}" dt="2022-12-16T15:08:32.268" v="163" actId="164"/>
          <ac:spMkLst>
            <pc:docMk/>
            <pc:sldMk cId="2381958582" sldId="320"/>
            <ac:spMk id="59" creationId="{2FC4EC35-C6B4-45A7-8671-71CB5A869028}"/>
          </ac:spMkLst>
        </pc:spChg>
        <pc:spChg chg="add mod">
          <ac:chgData name="Ajay Ganapule" userId="87f02af0-a2c9-46f0-a0d1-c053ccc8a2f1" providerId="ADAL" clId="{34375588-B3FC-45FC-BC72-71AE730561C3}" dt="2022-12-16T15:08:37.117" v="164" actId="164"/>
          <ac:spMkLst>
            <pc:docMk/>
            <pc:sldMk cId="2381958582" sldId="320"/>
            <ac:spMk id="61" creationId="{65C171E5-523C-4601-A2F4-0C3FE69476E3}"/>
          </ac:spMkLst>
        </pc:spChg>
        <pc:spChg chg="add mod">
          <ac:chgData name="Ajay Ganapule" userId="87f02af0-a2c9-46f0-a0d1-c053ccc8a2f1" providerId="ADAL" clId="{34375588-B3FC-45FC-BC72-71AE730561C3}" dt="2022-12-16T15:08:37.117" v="164" actId="164"/>
          <ac:spMkLst>
            <pc:docMk/>
            <pc:sldMk cId="2381958582" sldId="320"/>
            <ac:spMk id="62" creationId="{BC06DDCF-29F2-4C6E-9CD8-DA1E5194C6ED}"/>
          </ac:spMkLst>
        </pc:spChg>
        <pc:spChg chg="add mod">
          <ac:chgData name="Ajay Ganapule" userId="87f02af0-a2c9-46f0-a0d1-c053ccc8a2f1" providerId="ADAL" clId="{34375588-B3FC-45FC-BC72-71AE730561C3}" dt="2022-12-16T15:08:37.117" v="164" actId="164"/>
          <ac:spMkLst>
            <pc:docMk/>
            <pc:sldMk cId="2381958582" sldId="320"/>
            <ac:spMk id="63" creationId="{89E0CE62-CD99-4EE5-B013-B68C68D0966C}"/>
          </ac:spMkLst>
        </pc:spChg>
        <pc:spChg chg="add mod">
          <ac:chgData name="Ajay Ganapule" userId="87f02af0-a2c9-46f0-a0d1-c053ccc8a2f1" providerId="ADAL" clId="{34375588-B3FC-45FC-BC72-71AE730561C3}" dt="2022-12-16T15:08:37.117" v="164" actId="164"/>
          <ac:spMkLst>
            <pc:docMk/>
            <pc:sldMk cId="2381958582" sldId="320"/>
            <ac:spMk id="64" creationId="{AA9ADD92-CA91-427F-AE75-466C23FC8990}"/>
          </ac:spMkLst>
        </pc:spChg>
        <pc:spChg chg="add mod">
          <ac:chgData name="Ajay Ganapule" userId="87f02af0-a2c9-46f0-a0d1-c053ccc8a2f1" providerId="ADAL" clId="{34375588-B3FC-45FC-BC72-71AE730561C3}" dt="2022-12-16T15:08:37.117" v="164" actId="164"/>
          <ac:spMkLst>
            <pc:docMk/>
            <pc:sldMk cId="2381958582" sldId="320"/>
            <ac:spMk id="65" creationId="{D00A236B-C63F-4BC9-A6B3-8C0FD766475A}"/>
          </ac:spMkLst>
        </pc:spChg>
        <pc:grpChg chg="add del mod">
          <ac:chgData name="Ajay Ganapule" userId="87f02af0-a2c9-46f0-a0d1-c053ccc8a2f1" providerId="ADAL" clId="{34375588-B3FC-45FC-BC72-71AE730561C3}" dt="2022-12-16T14:45:05.949" v="48"/>
          <ac:grpSpMkLst>
            <pc:docMk/>
            <pc:sldMk cId="2381958582" sldId="320"/>
            <ac:grpSpMk id="6" creationId="{86DED1A4-1501-4ABE-9CBC-20144110EBB7}"/>
          </ac:grpSpMkLst>
        </pc:grpChg>
        <pc:grpChg chg="add del mod">
          <ac:chgData name="Ajay Ganapule" userId="87f02af0-a2c9-46f0-a0d1-c053ccc8a2f1" providerId="ADAL" clId="{34375588-B3FC-45FC-BC72-71AE730561C3}" dt="2022-12-16T14:45:05.949" v="48"/>
          <ac:grpSpMkLst>
            <pc:docMk/>
            <pc:sldMk cId="2381958582" sldId="320"/>
            <ac:grpSpMk id="14" creationId="{725239B9-E491-4BD3-8D71-846CBC8B4DEF}"/>
          </ac:grpSpMkLst>
        </pc:grpChg>
        <pc:grpChg chg="add del mod">
          <ac:chgData name="Ajay Ganapule" userId="87f02af0-a2c9-46f0-a0d1-c053ccc8a2f1" providerId="ADAL" clId="{34375588-B3FC-45FC-BC72-71AE730561C3}" dt="2022-12-16T14:45:05.949" v="48"/>
          <ac:grpSpMkLst>
            <pc:docMk/>
            <pc:sldMk cId="2381958582" sldId="320"/>
            <ac:grpSpMk id="21" creationId="{A7F5AE35-2C19-4F2E-82BE-A6814C912674}"/>
          </ac:grpSpMkLst>
        </pc:grpChg>
        <pc:grpChg chg="add del mod">
          <ac:chgData name="Ajay Ganapule" userId="87f02af0-a2c9-46f0-a0d1-c053ccc8a2f1" providerId="ADAL" clId="{34375588-B3FC-45FC-BC72-71AE730561C3}" dt="2022-12-16T14:45:19.149" v="51" actId="165"/>
          <ac:grpSpMkLst>
            <pc:docMk/>
            <pc:sldMk cId="2381958582" sldId="320"/>
            <ac:grpSpMk id="31" creationId="{61DA6416-B7C0-440F-8F8A-DEF824A7D0D4}"/>
          </ac:grpSpMkLst>
        </pc:grpChg>
        <pc:grpChg chg="add del mod">
          <ac:chgData name="Ajay Ganapule" userId="87f02af0-a2c9-46f0-a0d1-c053ccc8a2f1" providerId="ADAL" clId="{34375588-B3FC-45FC-BC72-71AE730561C3}" dt="2022-12-16T14:45:30.521" v="54" actId="478"/>
          <ac:grpSpMkLst>
            <pc:docMk/>
            <pc:sldMk cId="2381958582" sldId="320"/>
            <ac:grpSpMk id="39" creationId="{308FC313-D1DD-44EE-897F-000BFCC4E7EB}"/>
          </ac:grpSpMkLst>
        </pc:grpChg>
        <pc:grpChg chg="add del mod">
          <ac:chgData name="Ajay Ganapule" userId="87f02af0-a2c9-46f0-a0d1-c053ccc8a2f1" providerId="ADAL" clId="{34375588-B3FC-45FC-BC72-71AE730561C3}" dt="2022-12-16T14:45:42.012" v="60" actId="478"/>
          <ac:grpSpMkLst>
            <pc:docMk/>
            <pc:sldMk cId="2381958582" sldId="320"/>
            <ac:grpSpMk id="46" creationId="{E986C183-E6A7-4F8D-8C47-18B7ADCC3BDF}"/>
          </ac:grpSpMkLst>
        </pc:grpChg>
        <pc:grpChg chg="add mod">
          <ac:chgData name="Ajay Ganapule" userId="87f02af0-a2c9-46f0-a0d1-c053ccc8a2f1" providerId="ADAL" clId="{34375588-B3FC-45FC-BC72-71AE730561C3}" dt="2022-12-16T15:08:27.622" v="162" actId="164"/>
          <ac:grpSpMkLst>
            <pc:docMk/>
            <pc:sldMk cId="2381958582" sldId="320"/>
            <ac:grpSpMk id="67" creationId="{8144CC85-523E-454A-B684-3207EADA35F7}"/>
          </ac:grpSpMkLst>
        </pc:grpChg>
        <pc:grpChg chg="add mod">
          <ac:chgData name="Ajay Ganapule" userId="87f02af0-a2c9-46f0-a0d1-c053ccc8a2f1" providerId="ADAL" clId="{34375588-B3FC-45FC-BC72-71AE730561C3}" dt="2022-12-16T15:08:32.268" v="163" actId="164"/>
          <ac:grpSpMkLst>
            <pc:docMk/>
            <pc:sldMk cId="2381958582" sldId="320"/>
            <ac:grpSpMk id="68" creationId="{DC290DA5-FDC1-4987-B1EB-D6136933D983}"/>
          </ac:grpSpMkLst>
        </pc:grpChg>
        <pc:grpChg chg="add mod">
          <ac:chgData name="Ajay Ganapule" userId="87f02af0-a2c9-46f0-a0d1-c053ccc8a2f1" providerId="ADAL" clId="{34375588-B3FC-45FC-BC72-71AE730561C3}" dt="2022-12-16T15:08:37.117" v="164" actId="164"/>
          <ac:grpSpMkLst>
            <pc:docMk/>
            <pc:sldMk cId="2381958582" sldId="320"/>
            <ac:grpSpMk id="69" creationId="{F98456EC-FDAA-4DD2-8FBB-ADD50AE0AED3}"/>
          </ac:grpSpMkLst>
        </pc:grpChg>
        <pc:cxnChg chg="mod">
          <ac:chgData name="Ajay Ganapule" userId="87f02af0-a2c9-46f0-a0d1-c053ccc8a2f1" providerId="ADAL" clId="{34375588-B3FC-45FC-BC72-71AE730561C3}" dt="2022-12-16T14:44:58.163" v="45"/>
          <ac:cxnSpMkLst>
            <pc:docMk/>
            <pc:sldMk cId="2381958582" sldId="320"/>
            <ac:cxnSpMk id="13" creationId="{9C645BC7-A0CD-4A6F-B338-FFA0CE426F9C}"/>
          </ac:cxnSpMkLst>
        </pc:cxnChg>
        <pc:cxnChg chg="add del mod">
          <ac:chgData name="Ajay Ganapule" userId="87f02af0-a2c9-46f0-a0d1-c053ccc8a2f1" providerId="ADAL" clId="{34375588-B3FC-45FC-BC72-71AE730561C3}" dt="2022-12-16T14:45:05.949" v="48"/>
          <ac:cxnSpMkLst>
            <pc:docMk/>
            <pc:sldMk cId="2381958582" sldId="320"/>
            <ac:cxnSpMk id="20" creationId="{CBDBEDFA-03B1-43CD-821E-9B238B869084}"/>
          </ac:cxnSpMkLst>
        </pc:cxnChg>
        <pc:cxnChg chg="mod">
          <ac:chgData name="Ajay Ganapule" userId="87f02af0-a2c9-46f0-a0d1-c053ccc8a2f1" providerId="ADAL" clId="{34375588-B3FC-45FC-BC72-71AE730561C3}" dt="2022-12-16T14:44:58.163" v="45"/>
          <ac:cxnSpMkLst>
            <pc:docMk/>
            <pc:sldMk cId="2381958582" sldId="320"/>
            <ac:cxnSpMk id="28" creationId="{EC260E7C-FBDC-4367-A2AD-8BA538EA468F}"/>
          </ac:cxnSpMkLst>
        </pc:cxnChg>
        <pc:cxnChg chg="mod topLvl">
          <ac:chgData name="Ajay Ganapule" userId="87f02af0-a2c9-46f0-a0d1-c053ccc8a2f1" providerId="ADAL" clId="{34375588-B3FC-45FC-BC72-71AE730561C3}" dt="2022-12-16T15:08:27.622" v="162" actId="164"/>
          <ac:cxnSpMkLst>
            <pc:docMk/>
            <pc:sldMk cId="2381958582" sldId="320"/>
            <ac:cxnSpMk id="38" creationId="{1FC7B918-0B6D-4C8B-BCD0-3CB9CFD1F813}"/>
          </ac:cxnSpMkLst>
        </pc:cxnChg>
        <pc:cxnChg chg="add del mod">
          <ac:chgData name="Ajay Ganapule" userId="87f02af0-a2c9-46f0-a0d1-c053ccc8a2f1" providerId="ADAL" clId="{34375588-B3FC-45FC-BC72-71AE730561C3}" dt="2022-12-16T14:45:37.475" v="59" actId="478"/>
          <ac:cxnSpMkLst>
            <pc:docMk/>
            <pc:sldMk cId="2381958582" sldId="320"/>
            <ac:cxnSpMk id="45" creationId="{927BA52F-5D77-4E08-BCC3-BDBBD1021A9C}"/>
          </ac:cxnSpMkLst>
        </pc:cxnChg>
        <pc:cxnChg chg="mod">
          <ac:chgData name="Ajay Ganapule" userId="87f02af0-a2c9-46f0-a0d1-c053ccc8a2f1" providerId="ADAL" clId="{34375588-B3FC-45FC-BC72-71AE730561C3}" dt="2022-12-16T14:45:05.987" v="49"/>
          <ac:cxnSpMkLst>
            <pc:docMk/>
            <pc:sldMk cId="2381958582" sldId="320"/>
            <ac:cxnSpMk id="53" creationId="{944132A4-1F89-4E29-9A0B-8438A97082F2}"/>
          </ac:cxnSpMkLst>
        </pc:cxnChg>
        <pc:cxnChg chg="add mod">
          <ac:chgData name="Ajay Ganapule" userId="87f02af0-a2c9-46f0-a0d1-c053ccc8a2f1" providerId="ADAL" clId="{34375588-B3FC-45FC-BC72-71AE730561C3}" dt="2022-12-16T15:08:32.268" v="163" actId="164"/>
          <ac:cxnSpMkLst>
            <pc:docMk/>
            <pc:sldMk cId="2381958582" sldId="320"/>
            <ac:cxnSpMk id="60" creationId="{E9B06F77-1E89-47F7-BB04-E685988A43E8}"/>
          </ac:cxnSpMkLst>
        </pc:cxnChg>
        <pc:cxnChg chg="add mod">
          <ac:chgData name="Ajay Ganapule" userId="87f02af0-a2c9-46f0-a0d1-c053ccc8a2f1" providerId="ADAL" clId="{34375588-B3FC-45FC-BC72-71AE730561C3}" dt="2022-12-16T15:08:37.117" v="164" actId="164"/>
          <ac:cxnSpMkLst>
            <pc:docMk/>
            <pc:sldMk cId="2381958582" sldId="320"/>
            <ac:cxnSpMk id="66" creationId="{8EC2293B-F798-424F-95AE-88F650928BD7}"/>
          </ac:cxnSpMkLst>
        </pc:cxnChg>
      </pc:sldChg>
      <pc:sldChg chg="addSp modSp add mod modAnim">
        <pc:chgData name="Ajay Ganapule" userId="87f02af0-a2c9-46f0-a0d1-c053ccc8a2f1" providerId="ADAL" clId="{34375588-B3FC-45FC-BC72-71AE730561C3}" dt="2022-12-16T15:09:24.132" v="173"/>
        <pc:sldMkLst>
          <pc:docMk/>
          <pc:sldMk cId="2543572618" sldId="321"/>
        </pc:sldMkLst>
        <pc:spChg chg="mod">
          <ac:chgData name="Ajay Ganapule" userId="87f02af0-a2c9-46f0-a0d1-c053ccc8a2f1" providerId="ADAL" clId="{34375588-B3FC-45FC-BC72-71AE730561C3}" dt="2022-12-16T15:08:07.982" v="161" actId="20577"/>
          <ac:spMkLst>
            <pc:docMk/>
            <pc:sldMk cId="2543572618" sldId="321"/>
            <ac:spMk id="4" creationId="{7BAEAC21-695C-4917-AE72-1214A1FE8ADB}"/>
          </ac:spMkLst>
        </pc:spChg>
        <pc:spChg chg="mod">
          <ac:chgData name="Ajay Ganapule" userId="87f02af0-a2c9-46f0-a0d1-c053ccc8a2f1" providerId="ADAL" clId="{34375588-B3FC-45FC-BC72-71AE730561C3}" dt="2022-12-16T15:08:42.139" v="165" actId="164"/>
          <ac:spMkLst>
            <pc:docMk/>
            <pc:sldMk cId="2543572618" sldId="321"/>
            <ac:spMk id="32" creationId="{11AA0284-0EF0-4ED4-925C-98A559B40BB8}"/>
          </ac:spMkLst>
        </pc:spChg>
        <pc:spChg chg="mod">
          <ac:chgData name="Ajay Ganapule" userId="87f02af0-a2c9-46f0-a0d1-c053ccc8a2f1" providerId="ADAL" clId="{34375588-B3FC-45FC-BC72-71AE730561C3}" dt="2022-12-16T15:08:42.139" v="165" actId="164"/>
          <ac:spMkLst>
            <pc:docMk/>
            <pc:sldMk cId="2543572618" sldId="321"/>
            <ac:spMk id="34" creationId="{33AFCDB6-02A4-45DE-B4AF-61A619615749}"/>
          </ac:spMkLst>
        </pc:spChg>
        <pc:spChg chg="mod">
          <ac:chgData name="Ajay Ganapule" userId="87f02af0-a2c9-46f0-a0d1-c053ccc8a2f1" providerId="ADAL" clId="{34375588-B3FC-45FC-BC72-71AE730561C3}" dt="2022-12-16T15:08:42.139" v="165" actId="164"/>
          <ac:spMkLst>
            <pc:docMk/>
            <pc:sldMk cId="2543572618" sldId="321"/>
            <ac:spMk id="35" creationId="{834EBBF1-A65E-4BCC-8153-E3EC627DAEFC}"/>
          </ac:spMkLst>
        </pc:spChg>
        <pc:spChg chg="mod">
          <ac:chgData name="Ajay Ganapule" userId="87f02af0-a2c9-46f0-a0d1-c053ccc8a2f1" providerId="ADAL" clId="{34375588-B3FC-45FC-BC72-71AE730561C3}" dt="2022-12-16T15:08:42.139" v="165" actId="164"/>
          <ac:spMkLst>
            <pc:docMk/>
            <pc:sldMk cId="2543572618" sldId="321"/>
            <ac:spMk id="36" creationId="{9E5F3167-E93D-4E5C-9910-4190C6F94182}"/>
          </ac:spMkLst>
        </pc:spChg>
        <pc:spChg chg="mod">
          <ac:chgData name="Ajay Ganapule" userId="87f02af0-a2c9-46f0-a0d1-c053ccc8a2f1" providerId="ADAL" clId="{34375588-B3FC-45FC-BC72-71AE730561C3}" dt="2022-12-16T15:08:42.139" v="165" actId="164"/>
          <ac:spMkLst>
            <pc:docMk/>
            <pc:sldMk cId="2543572618" sldId="321"/>
            <ac:spMk id="37" creationId="{194E91AC-7813-449D-80B2-A60C5C52F39B}"/>
          </ac:spMkLst>
        </pc:spChg>
        <pc:spChg chg="mod">
          <ac:chgData name="Ajay Ganapule" userId="87f02af0-a2c9-46f0-a0d1-c053ccc8a2f1" providerId="ADAL" clId="{34375588-B3FC-45FC-BC72-71AE730561C3}" dt="2022-12-16T15:08:46.245" v="166" actId="164"/>
          <ac:spMkLst>
            <pc:docMk/>
            <pc:sldMk cId="2543572618" sldId="321"/>
            <ac:spMk id="55" creationId="{E34E91A1-6B4B-4209-8180-033AB5233C08}"/>
          </ac:spMkLst>
        </pc:spChg>
        <pc:spChg chg="mod">
          <ac:chgData name="Ajay Ganapule" userId="87f02af0-a2c9-46f0-a0d1-c053ccc8a2f1" providerId="ADAL" clId="{34375588-B3FC-45FC-BC72-71AE730561C3}" dt="2022-12-16T15:08:46.245" v="166" actId="164"/>
          <ac:spMkLst>
            <pc:docMk/>
            <pc:sldMk cId="2543572618" sldId="321"/>
            <ac:spMk id="56" creationId="{6791F7ED-8171-4EC1-9A5A-9785D1FF3249}"/>
          </ac:spMkLst>
        </pc:spChg>
        <pc:spChg chg="mod">
          <ac:chgData name="Ajay Ganapule" userId="87f02af0-a2c9-46f0-a0d1-c053ccc8a2f1" providerId="ADAL" clId="{34375588-B3FC-45FC-BC72-71AE730561C3}" dt="2022-12-16T15:08:46.245" v="166" actId="164"/>
          <ac:spMkLst>
            <pc:docMk/>
            <pc:sldMk cId="2543572618" sldId="321"/>
            <ac:spMk id="57" creationId="{C7179A96-9E3E-454D-BB30-92196E215FDE}"/>
          </ac:spMkLst>
        </pc:spChg>
        <pc:spChg chg="mod">
          <ac:chgData name="Ajay Ganapule" userId="87f02af0-a2c9-46f0-a0d1-c053ccc8a2f1" providerId="ADAL" clId="{34375588-B3FC-45FC-BC72-71AE730561C3}" dt="2022-12-16T15:08:46.245" v="166" actId="164"/>
          <ac:spMkLst>
            <pc:docMk/>
            <pc:sldMk cId="2543572618" sldId="321"/>
            <ac:spMk id="58" creationId="{39B8BC7B-41D3-4EAD-AD36-ABA6BDAACBCC}"/>
          </ac:spMkLst>
        </pc:spChg>
        <pc:spChg chg="mod">
          <ac:chgData name="Ajay Ganapule" userId="87f02af0-a2c9-46f0-a0d1-c053ccc8a2f1" providerId="ADAL" clId="{34375588-B3FC-45FC-BC72-71AE730561C3}" dt="2022-12-16T15:08:46.245" v="166" actId="164"/>
          <ac:spMkLst>
            <pc:docMk/>
            <pc:sldMk cId="2543572618" sldId="321"/>
            <ac:spMk id="59" creationId="{2FC4EC35-C6B4-45A7-8671-71CB5A869028}"/>
          </ac:spMkLst>
        </pc:spChg>
        <pc:spChg chg="mod">
          <ac:chgData name="Ajay Ganapule" userId="87f02af0-a2c9-46f0-a0d1-c053ccc8a2f1" providerId="ADAL" clId="{34375588-B3FC-45FC-BC72-71AE730561C3}" dt="2022-12-16T15:08:50.495" v="167" actId="164"/>
          <ac:spMkLst>
            <pc:docMk/>
            <pc:sldMk cId="2543572618" sldId="321"/>
            <ac:spMk id="61" creationId="{65C171E5-523C-4601-A2F4-0C3FE69476E3}"/>
          </ac:spMkLst>
        </pc:spChg>
        <pc:spChg chg="mod">
          <ac:chgData name="Ajay Ganapule" userId="87f02af0-a2c9-46f0-a0d1-c053ccc8a2f1" providerId="ADAL" clId="{34375588-B3FC-45FC-BC72-71AE730561C3}" dt="2022-12-16T15:08:50.495" v="167" actId="164"/>
          <ac:spMkLst>
            <pc:docMk/>
            <pc:sldMk cId="2543572618" sldId="321"/>
            <ac:spMk id="62" creationId="{BC06DDCF-29F2-4C6E-9CD8-DA1E5194C6ED}"/>
          </ac:spMkLst>
        </pc:spChg>
        <pc:spChg chg="mod">
          <ac:chgData name="Ajay Ganapule" userId="87f02af0-a2c9-46f0-a0d1-c053ccc8a2f1" providerId="ADAL" clId="{34375588-B3FC-45FC-BC72-71AE730561C3}" dt="2022-12-16T15:08:50.495" v="167" actId="164"/>
          <ac:spMkLst>
            <pc:docMk/>
            <pc:sldMk cId="2543572618" sldId="321"/>
            <ac:spMk id="63" creationId="{89E0CE62-CD99-4EE5-B013-B68C68D0966C}"/>
          </ac:spMkLst>
        </pc:spChg>
        <pc:spChg chg="mod">
          <ac:chgData name="Ajay Ganapule" userId="87f02af0-a2c9-46f0-a0d1-c053ccc8a2f1" providerId="ADAL" clId="{34375588-B3FC-45FC-BC72-71AE730561C3}" dt="2022-12-16T15:08:50.495" v="167" actId="164"/>
          <ac:spMkLst>
            <pc:docMk/>
            <pc:sldMk cId="2543572618" sldId="321"/>
            <ac:spMk id="64" creationId="{AA9ADD92-CA91-427F-AE75-466C23FC8990}"/>
          </ac:spMkLst>
        </pc:spChg>
        <pc:spChg chg="mod">
          <ac:chgData name="Ajay Ganapule" userId="87f02af0-a2c9-46f0-a0d1-c053ccc8a2f1" providerId="ADAL" clId="{34375588-B3FC-45FC-BC72-71AE730561C3}" dt="2022-12-16T15:08:50.495" v="167" actId="164"/>
          <ac:spMkLst>
            <pc:docMk/>
            <pc:sldMk cId="2543572618" sldId="321"/>
            <ac:spMk id="65" creationId="{D00A236B-C63F-4BC9-A6B3-8C0FD766475A}"/>
          </ac:spMkLst>
        </pc:spChg>
        <pc:grpChg chg="add mod">
          <ac:chgData name="Ajay Ganapule" userId="87f02af0-a2c9-46f0-a0d1-c053ccc8a2f1" providerId="ADAL" clId="{34375588-B3FC-45FC-BC72-71AE730561C3}" dt="2022-12-16T15:08:42.139" v="165" actId="164"/>
          <ac:grpSpMkLst>
            <pc:docMk/>
            <pc:sldMk cId="2543572618" sldId="321"/>
            <ac:grpSpMk id="2" creationId="{2394772F-85F5-425F-AB23-486A9E3A46C6}"/>
          </ac:grpSpMkLst>
        </pc:grpChg>
        <pc:grpChg chg="add mod">
          <ac:chgData name="Ajay Ganapule" userId="87f02af0-a2c9-46f0-a0d1-c053ccc8a2f1" providerId="ADAL" clId="{34375588-B3FC-45FC-BC72-71AE730561C3}" dt="2022-12-16T15:08:46.245" v="166" actId="164"/>
          <ac:grpSpMkLst>
            <pc:docMk/>
            <pc:sldMk cId="2543572618" sldId="321"/>
            <ac:grpSpMk id="3" creationId="{69E4ACC1-6745-4FD4-A93A-8DA577D5DF31}"/>
          </ac:grpSpMkLst>
        </pc:grpChg>
        <pc:grpChg chg="add mod">
          <ac:chgData name="Ajay Ganapule" userId="87f02af0-a2c9-46f0-a0d1-c053ccc8a2f1" providerId="ADAL" clId="{34375588-B3FC-45FC-BC72-71AE730561C3}" dt="2022-12-16T15:08:50.495" v="167" actId="164"/>
          <ac:grpSpMkLst>
            <pc:docMk/>
            <pc:sldMk cId="2543572618" sldId="321"/>
            <ac:grpSpMk id="5" creationId="{E6304CE3-008F-42C3-A1BC-1CCFC9C23755}"/>
          </ac:grpSpMkLst>
        </pc:grpChg>
        <pc:cxnChg chg="mod">
          <ac:chgData name="Ajay Ganapule" userId="87f02af0-a2c9-46f0-a0d1-c053ccc8a2f1" providerId="ADAL" clId="{34375588-B3FC-45FC-BC72-71AE730561C3}" dt="2022-12-16T15:08:42.139" v="165" actId="164"/>
          <ac:cxnSpMkLst>
            <pc:docMk/>
            <pc:sldMk cId="2543572618" sldId="321"/>
            <ac:cxnSpMk id="38" creationId="{1FC7B918-0B6D-4C8B-BCD0-3CB9CFD1F813}"/>
          </ac:cxnSpMkLst>
        </pc:cxnChg>
        <pc:cxnChg chg="mod">
          <ac:chgData name="Ajay Ganapule" userId="87f02af0-a2c9-46f0-a0d1-c053ccc8a2f1" providerId="ADAL" clId="{34375588-B3FC-45FC-BC72-71AE730561C3}" dt="2022-12-16T15:08:46.245" v="166" actId="164"/>
          <ac:cxnSpMkLst>
            <pc:docMk/>
            <pc:sldMk cId="2543572618" sldId="321"/>
            <ac:cxnSpMk id="60" creationId="{E9B06F77-1E89-47F7-BB04-E685988A43E8}"/>
          </ac:cxnSpMkLst>
        </pc:cxnChg>
        <pc:cxnChg chg="mod">
          <ac:chgData name="Ajay Ganapule" userId="87f02af0-a2c9-46f0-a0d1-c053ccc8a2f1" providerId="ADAL" clId="{34375588-B3FC-45FC-BC72-71AE730561C3}" dt="2022-12-16T15:08:50.495" v="167" actId="164"/>
          <ac:cxnSpMkLst>
            <pc:docMk/>
            <pc:sldMk cId="2543572618" sldId="321"/>
            <ac:cxnSpMk id="66" creationId="{8EC2293B-F798-424F-95AE-88F650928BD7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84E634-BE38-4D8D-AE8A-BE69CAE465A5}" type="doc">
      <dgm:prSet loTypeId="urn:microsoft.com/office/officeart/2005/8/layout/cycle2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292FB4B-D42A-44AE-AB42-A82A36E9ABDF}">
      <dgm:prSet phldrT="[Text]"/>
      <dgm:spPr/>
      <dgm:t>
        <a:bodyPr/>
        <a:lstStyle/>
        <a:p>
          <a:r>
            <a:rPr lang="en-US" dirty="0"/>
            <a:t>User Access Request &amp; Workflows</a:t>
          </a:r>
        </a:p>
      </dgm:t>
    </dgm:pt>
    <dgm:pt modelId="{36AD2515-7F97-499D-A24C-3A83022D03BF}" type="parTrans" cxnId="{DCB9A932-2619-4F14-BF1B-68C9C89230F7}">
      <dgm:prSet/>
      <dgm:spPr/>
      <dgm:t>
        <a:bodyPr/>
        <a:lstStyle/>
        <a:p>
          <a:endParaRPr lang="en-US"/>
        </a:p>
      </dgm:t>
    </dgm:pt>
    <dgm:pt modelId="{64AED44B-3B9A-4D57-AD52-42E3A57E1CE5}" type="sibTrans" cxnId="{DCB9A932-2619-4F14-BF1B-68C9C89230F7}">
      <dgm:prSet/>
      <dgm:spPr/>
      <dgm:t>
        <a:bodyPr/>
        <a:lstStyle/>
        <a:p>
          <a:endParaRPr lang="en-US"/>
        </a:p>
      </dgm:t>
    </dgm:pt>
    <dgm:pt modelId="{081F5FC2-C242-42E7-AE3F-C015B94A172F}">
      <dgm:prSet phldrT="[Text]"/>
      <dgm:spPr/>
      <dgm:t>
        <a:bodyPr/>
        <a:lstStyle/>
        <a:p>
          <a:r>
            <a:rPr lang="en-US" dirty="0"/>
            <a:t>Provision / De-provision</a:t>
          </a:r>
        </a:p>
      </dgm:t>
    </dgm:pt>
    <dgm:pt modelId="{5A1435E5-4F62-4D03-84F1-814022458F3A}" type="parTrans" cxnId="{5BD9259E-5B7F-4C20-A841-6B894067C292}">
      <dgm:prSet/>
      <dgm:spPr/>
      <dgm:t>
        <a:bodyPr/>
        <a:lstStyle/>
        <a:p>
          <a:endParaRPr lang="en-US"/>
        </a:p>
      </dgm:t>
    </dgm:pt>
    <dgm:pt modelId="{3BDC6638-CFA8-40E1-BC31-88C83B5B49A7}" type="sibTrans" cxnId="{5BD9259E-5B7F-4C20-A841-6B894067C292}">
      <dgm:prSet/>
      <dgm:spPr/>
      <dgm:t>
        <a:bodyPr/>
        <a:lstStyle/>
        <a:p>
          <a:endParaRPr lang="en-US"/>
        </a:p>
      </dgm:t>
    </dgm:pt>
    <dgm:pt modelId="{78F1D4AB-34D7-42C1-8BE2-E7F6A3CC8D59}">
      <dgm:prSet phldrT="[Text]"/>
      <dgm:spPr/>
      <dgm:t>
        <a:bodyPr/>
        <a:lstStyle/>
        <a:p>
          <a:r>
            <a:rPr lang="en-US" dirty="0"/>
            <a:t>Enforce</a:t>
          </a:r>
        </a:p>
      </dgm:t>
    </dgm:pt>
    <dgm:pt modelId="{E5E2C247-66A4-4685-B3DF-7228B4B1CCF9}" type="parTrans" cxnId="{BC4ED04B-4F90-4D70-BAE9-A70B10809903}">
      <dgm:prSet/>
      <dgm:spPr/>
      <dgm:t>
        <a:bodyPr/>
        <a:lstStyle/>
        <a:p>
          <a:endParaRPr lang="en-US"/>
        </a:p>
      </dgm:t>
    </dgm:pt>
    <dgm:pt modelId="{1A34EF6B-B716-442A-828E-E8D14056D601}" type="sibTrans" cxnId="{BC4ED04B-4F90-4D70-BAE9-A70B10809903}">
      <dgm:prSet/>
      <dgm:spPr/>
      <dgm:t>
        <a:bodyPr/>
        <a:lstStyle/>
        <a:p>
          <a:endParaRPr lang="en-US"/>
        </a:p>
      </dgm:t>
    </dgm:pt>
    <dgm:pt modelId="{227D3001-561C-477B-952F-FFD3ECEF237F}">
      <dgm:prSet phldrT="[Text]"/>
      <dgm:spPr/>
      <dgm:t>
        <a:bodyPr/>
        <a:lstStyle/>
        <a:p>
          <a:r>
            <a:rPr lang="en-US" dirty="0"/>
            <a:t>Report &amp; Audit</a:t>
          </a:r>
        </a:p>
      </dgm:t>
    </dgm:pt>
    <dgm:pt modelId="{2EB52992-3B7F-4C57-A4D2-4B677E446130}" type="parTrans" cxnId="{36B36660-316D-481D-8E1E-15A8BA9509E8}">
      <dgm:prSet/>
      <dgm:spPr/>
      <dgm:t>
        <a:bodyPr/>
        <a:lstStyle/>
        <a:p>
          <a:endParaRPr lang="en-US"/>
        </a:p>
      </dgm:t>
    </dgm:pt>
    <dgm:pt modelId="{28E58356-90EE-432A-B9BF-77523060DFF9}" type="sibTrans" cxnId="{36B36660-316D-481D-8E1E-15A8BA9509E8}">
      <dgm:prSet/>
      <dgm:spPr/>
      <dgm:t>
        <a:bodyPr/>
        <a:lstStyle/>
        <a:p>
          <a:endParaRPr lang="en-US"/>
        </a:p>
      </dgm:t>
    </dgm:pt>
    <dgm:pt modelId="{35DB791A-38C0-417D-959D-AE7CB8AD4CC1}">
      <dgm:prSet phldrT="[Text]"/>
      <dgm:spPr/>
      <dgm:t>
        <a:bodyPr/>
        <a:lstStyle/>
        <a:p>
          <a:r>
            <a:rPr lang="en-US" dirty="0"/>
            <a:t>Review &amp; Certify</a:t>
          </a:r>
        </a:p>
      </dgm:t>
    </dgm:pt>
    <dgm:pt modelId="{D2748A60-1970-40EA-8812-E435172C566A}" type="parTrans" cxnId="{781E0F9F-4DA2-4121-9236-F2C6418C2E6F}">
      <dgm:prSet/>
      <dgm:spPr/>
      <dgm:t>
        <a:bodyPr/>
        <a:lstStyle/>
        <a:p>
          <a:endParaRPr lang="en-US"/>
        </a:p>
      </dgm:t>
    </dgm:pt>
    <dgm:pt modelId="{8306B01E-928E-4461-B110-B390A220CBDD}" type="sibTrans" cxnId="{781E0F9F-4DA2-4121-9236-F2C6418C2E6F}">
      <dgm:prSet/>
      <dgm:spPr/>
      <dgm:t>
        <a:bodyPr/>
        <a:lstStyle/>
        <a:p>
          <a:endParaRPr lang="en-US"/>
        </a:p>
      </dgm:t>
    </dgm:pt>
    <dgm:pt modelId="{BD82A367-9665-4A6D-B00E-97BAB273C279}">
      <dgm:prSet phldrT="[Text]"/>
      <dgm:spPr/>
      <dgm:t>
        <a:bodyPr/>
        <a:lstStyle/>
        <a:p>
          <a:r>
            <a:rPr lang="en-US" dirty="0"/>
            <a:t>Reconcile</a:t>
          </a:r>
        </a:p>
      </dgm:t>
    </dgm:pt>
    <dgm:pt modelId="{894B7A19-E4E2-4F7E-B213-A73A4A1B4FCE}" type="parTrans" cxnId="{16BF3501-518A-47BB-B53F-6BA5082A1016}">
      <dgm:prSet/>
      <dgm:spPr/>
      <dgm:t>
        <a:bodyPr/>
        <a:lstStyle/>
        <a:p>
          <a:endParaRPr lang="en-US"/>
        </a:p>
      </dgm:t>
    </dgm:pt>
    <dgm:pt modelId="{403C35C8-DD56-4E2F-9BF2-D3D875391A6C}" type="sibTrans" cxnId="{16BF3501-518A-47BB-B53F-6BA5082A1016}">
      <dgm:prSet/>
      <dgm:spPr/>
      <dgm:t>
        <a:bodyPr/>
        <a:lstStyle/>
        <a:p>
          <a:endParaRPr lang="en-US"/>
        </a:p>
      </dgm:t>
    </dgm:pt>
    <dgm:pt modelId="{9AC8BD85-5C3C-4F02-B853-6B00395DB400}" type="pres">
      <dgm:prSet presAssocID="{D484E634-BE38-4D8D-AE8A-BE69CAE465A5}" presName="cycle" presStyleCnt="0">
        <dgm:presLayoutVars>
          <dgm:dir/>
          <dgm:resizeHandles val="exact"/>
        </dgm:presLayoutVars>
      </dgm:prSet>
      <dgm:spPr/>
    </dgm:pt>
    <dgm:pt modelId="{387F5D71-9C00-4B2D-9186-13ADFE58CECB}" type="pres">
      <dgm:prSet presAssocID="{5292FB4B-D42A-44AE-AB42-A82A36E9ABDF}" presName="node" presStyleLbl="node1" presStyleIdx="0" presStyleCnt="6">
        <dgm:presLayoutVars>
          <dgm:bulletEnabled val="1"/>
        </dgm:presLayoutVars>
      </dgm:prSet>
      <dgm:spPr/>
    </dgm:pt>
    <dgm:pt modelId="{B7394513-C1CF-492E-ABEB-6208941C65D8}" type="pres">
      <dgm:prSet presAssocID="{64AED44B-3B9A-4D57-AD52-42E3A57E1CE5}" presName="sibTrans" presStyleLbl="sibTrans2D1" presStyleIdx="0" presStyleCnt="6"/>
      <dgm:spPr/>
    </dgm:pt>
    <dgm:pt modelId="{09BB7085-C2BA-498B-955C-6CC6E5994DCB}" type="pres">
      <dgm:prSet presAssocID="{64AED44B-3B9A-4D57-AD52-42E3A57E1CE5}" presName="connectorText" presStyleLbl="sibTrans2D1" presStyleIdx="0" presStyleCnt="6"/>
      <dgm:spPr/>
    </dgm:pt>
    <dgm:pt modelId="{7CAE65F0-F287-42D3-9F0E-2B71024B0E12}" type="pres">
      <dgm:prSet presAssocID="{081F5FC2-C242-42E7-AE3F-C015B94A172F}" presName="node" presStyleLbl="node1" presStyleIdx="1" presStyleCnt="6">
        <dgm:presLayoutVars>
          <dgm:bulletEnabled val="1"/>
        </dgm:presLayoutVars>
      </dgm:prSet>
      <dgm:spPr/>
    </dgm:pt>
    <dgm:pt modelId="{B673F0EB-EE37-431A-AAD0-EF5DB5B34D31}" type="pres">
      <dgm:prSet presAssocID="{3BDC6638-CFA8-40E1-BC31-88C83B5B49A7}" presName="sibTrans" presStyleLbl="sibTrans2D1" presStyleIdx="1" presStyleCnt="6"/>
      <dgm:spPr/>
    </dgm:pt>
    <dgm:pt modelId="{74A822BC-D4D7-4B2A-AE0E-087A00A64F84}" type="pres">
      <dgm:prSet presAssocID="{3BDC6638-CFA8-40E1-BC31-88C83B5B49A7}" presName="connectorText" presStyleLbl="sibTrans2D1" presStyleIdx="1" presStyleCnt="6"/>
      <dgm:spPr/>
    </dgm:pt>
    <dgm:pt modelId="{610A9008-1F6E-44E0-BA03-F01F363B9437}" type="pres">
      <dgm:prSet presAssocID="{78F1D4AB-34D7-42C1-8BE2-E7F6A3CC8D59}" presName="node" presStyleLbl="node1" presStyleIdx="2" presStyleCnt="6">
        <dgm:presLayoutVars>
          <dgm:bulletEnabled val="1"/>
        </dgm:presLayoutVars>
      </dgm:prSet>
      <dgm:spPr/>
    </dgm:pt>
    <dgm:pt modelId="{07CBE38D-E036-4A81-B936-CE074A4DB3FF}" type="pres">
      <dgm:prSet presAssocID="{1A34EF6B-B716-442A-828E-E8D14056D601}" presName="sibTrans" presStyleLbl="sibTrans2D1" presStyleIdx="2" presStyleCnt="6"/>
      <dgm:spPr/>
    </dgm:pt>
    <dgm:pt modelId="{C4C1D57A-6A85-4471-8A87-2DC8AE0E53DB}" type="pres">
      <dgm:prSet presAssocID="{1A34EF6B-B716-442A-828E-E8D14056D601}" presName="connectorText" presStyleLbl="sibTrans2D1" presStyleIdx="2" presStyleCnt="6"/>
      <dgm:spPr/>
    </dgm:pt>
    <dgm:pt modelId="{4790A434-5D28-4AB2-B520-59B12CB85EC1}" type="pres">
      <dgm:prSet presAssocID="{227D3001-561C-477B-952F-FFD3ECEF237F}" presName="node" presStyleLbl="node1" presStyleIdx="3" presStyleCnt="6">
        <dgm:presLayoutVars>
          <dgm:bulletEnabled val="1"/>
        </dgm:presLayoutVars>
      </dgm:prSet>
      <dgm:spPr/>
    </dgm:pt>
    <dgm:pt modelId="{913734A7-B66F-4A08-923E-8A8BC0C35476}" type="pres">
      <dgm:prSet presAssocID="{28E58356-90EE-432A-B9BF-77523060DFF9}" presName="sibTrans" presStyleLbl="sibTrans2D1" presStyleIdx="3" presStyleCnt="6"/>
      <dgm:spPr/>
    </dgm:pt>
    <dgm:pt modelId="{CBA8A797-291D-4D4D-B7A0-8A223C0EDBC9}" type="pres">
      <dgm:prSet presAssocID="{28E58356-90EE-432A-B9BF-77523060DFF9}" presName="connectorText" presStyleLbl="sibTrans2D1" presStyleIdx="3" presStyleCnt="6"/>
      <dgm:spPr/>
    </dgm:pt>
    <dgm:pt modelId="{53FBF696-E83E-451B-B2E0-5711E9A4B30C}" type="pres">
      <dgm:prSet presAssocID="{35DB791A-38C0-417D-959D-AE7CB8AD4CC1}" presName="node" presStyleLbl="node1" presStyleIdx="4" presStyleCnt="6">
        <dgm:presLayoutVars>
          <dgm:bulletEnabled val="1"/>
        </dgm:presLayoutVars>
      </dgm:prSet>
      <dgm:spPr/>
    </dgm:pt>
    <dgm:pt modelId="{AC40ADBE-BE99-4916-B309-52AC981CE24B}" type="pres">
      <dgm:prSet presAssocID="{8306B01E-928E-4461-B110-B390A220CBDD}" presName="sibTrans" presStyleLbl="sibTrans2D1" presStyleIdx="4" presStyleCnt="6"/>
      <dgm:spPr/>
    </dgm:pt>
    <dgm:pt modelId="{24D91182-AD2B-4C41-B3AE-7618A42019C4}" type="pres">
      <dgm:prSet presAssocID="{8306B01E-928E-4461-B110-B390A220CBDD}" presName="connectorText" presStyleLbl="sibTrans2D1" presStyleIdx="4" presStyleCnt="6"/>
      <dgm:spPr/>
    </dgm:pt>
    <dgm:pt modelId="{47987BC3-2FCB-43D1-9774-7242EC6AFF68}" type="pres">
      <dgm:prSet presAssocID="{BD82A367-9665-4A6D-B00E-97BAB273C279}" presName="node" presStyleLbl="node1" presStyleIdx="5" presStyleCnt="6">
        <dgm:presLayoutVars>
          <dgm:bulletEnabled val="1"/>
        </dgm:presLayoutVars>
      </dgm:prSet>
      <dgm:spPr/>
    </dgm:pt>
    <dgm:pt modelId="{7568DF00-9822-48B2-A4EB-726F0E5E7539}" type="pres">
      <dgm:prSet presAssocID="{403C35C8-DD56-4E2F-9BF2-D3D875391A6C}" presName="sibTrans" presStyleLbl="sibTrans2D1" presStyleIdx="5" presStyleCnt="6"/>
      <dgm:spPr/>
    </dgm:pt>
    <dgm:pt modelId="{4A8E90CB-B811-4765-806B-7B68C932A5B2}" type="pres">
      <dgm:prSet presAssocID="{403C35C8-DD56-4E2F-9BF2-D3D875391A6C}" presName="connectorText" presStyleLbl="sibTrans2D1" presStyleIdx="5" presStyleCnt="6"/>
      <dgm:spPr/>
    </dgm:pt>
  </dgm:ptLst>
  <dgm:cxnLst>
    <dgm:cxn modelId="{16BF3501-518A-47BB-B53F-6BA5082A1016}" srcId="{D484E634-BE38-4D8D-AE8A-BE69CAE465A5}" destId="{BD82A367-9665-4A6D-B00E-97BAB273C279}" srcOrd="5" destOrd="0" parTransId="{894B7A19-E4E2-4F7E-B213-A73A4A1B4FCE}" sibTransId="{403C35C8-DD56-4E2F-9BF2-D3D875391A6C}"/>
    <dgm:cxn modelId="{2B59510E-BDDE-4867-84B6-E97798096238}" type="presOf" srcId="{8306B01E-928E-4461-B110-B390A220CBDD}" destId="{AC40ADBE-BE99-4916-B309-52AC981CE24B}" srcOrd="0" destOrd="0" presId="urn:microsoft.com/office/officeart/2005/8/layout/cycle2"/>
    <dgm:cxn modelId="{22F4F416-178B-4713-89C0-1846B0A8EA51}" type="presOf" srcId="{BD82A367-9665-4A6D-B00E-97BAB273C279}" destId="{47987BC3-2FCB-43D1-9774-7242EC6AFF68}" srcOrd="0" destOrd="0" presId="urn:microsoft.com/office/officeart/2005/8/layout/cycle2"/>
    <dgm:cxn modelId="{310B2119-F383-491C-80B5-CBC6C47ED225}" type="presOf" srcId="{64AED44B-3B9A-4D57-AD52-42E3A57E1CE5}" destId="{09BB7085-C2BA-498B-955C-6CC6E5994DCB}" srcOrd="1" destOrd="0" presId="urn:microsoft.com/office/officeart/2005/8/layout/cycle2"/>
    <dgm:cxn modelId="{B03C1E25-048D-4122-9400-4E9CCD0A78F1}" type="presOf" srcId="{3BDC6638-CFA8-40E1-BC31-88C83B5B49A7}" destId="{B673F0EB-EE37-431A-AAD0-EF5DB5B34D31}" srcOrd="0" destOrd="0" presId="urn:microsoft.com/office/officeart/2005/8/layout/cycle2"/>
    <dgm:cxn modelId="{DCB9A932-2619-4F14-BF1B-68C9C89230F7}" srcId="{D484E634-BE38-4D8D-AE8A-BE69CAE465A5}" destId="{5292FB4B-D42A-44AE-AB42-A82A36E9ABDF}" srcOrd="0" destOrd="0" parTransId="{36AD2515-7F97-499D-A24C-3A83022D03BF}" sibTransId="{64AED44B-3B9A-4D57-AD52-42E3A57E1CE5}"/>
    <dgm:cxn modelId="{36B36660-316D-481D-8E1E-15A8BA9509E8}" srcId="{D484E634-BE38-4D8D-AE8A-BE69CAE465A5}" destId="{227D3001-561C-477B-952F-FFD3ECEF237F}" srcOrd="3" destOrd="0" parTransId="{2EB52992-3B7F-4C57-A4D2-4B677E446130}" sibTransId="{28E58356-90EE-432A-B9BF-77523060DFF9}"/>
    <dgm:cxn modelId="{91659D42-B9BA-4B2F-93D2-C46659759F7C}" type="presOf" srcId="{28E58356-90EE-432A-B9BF-77523060DFF9}" destId="{CBA8A797-291D-4D4D-B7A0-8A223C0EDBC9}" srcOrd="1" destOrd="0" presId="urn:microsoft.com/office/officeart/2005/8/layout/cycle2"/>
    <dgm:cxn modelId="{8A2AF343-E806-499D-A24C-D51FAC9D3947}" type="presOf" srcId="{35DB791A-38C0-417D-959D-AE7CB8AD4CC1}" destId="{53FBF696-E83E-451B-B2E0-5711E9A4B30C}" srcOrd="0" destOrd="0" presId="urn:microsoft.com/office/officeart/2005/8/layout/cycle2"/>
    <dgm:cxn modelId="{7CCBDA66-E762-4474-A132-47F3E6238332}" type="presOf" srcId="{403C35C8-DD56-4E2F-9BF2-D3D875391A6C}" destId="{4A8E90CB-B811-4765-806B-7B68C932A5B2}" srcOrd="1" destOrd="0" presId="urn:microsoft.com/office/officeart/2005/8/layout/cycle2"/>
    <dgm:cxn modelId="{DAD4176A-5D94-4AF6-9C0C-19EE4A7A23C2}" type="presOf" srcId="{403C35C8-DD56-4E2F-9BF2-D3D875391A6C}" destId="{7568DF00-9822-48B2-A4EB-726F0E5E7539}" srcOrd="0" destOrd="0" presId="urn:microsoft.com/office/officeart/2005/8/layout/cycle2"/>
    <dgm:cxn modelId="{BC4ED04B-4F90-4D70-BAE9-A70B10809903}" srcId="{D484E634-BE38-4D8D-AE8A-BE69CAE465A5}" destId="{78F1D4AB-34D7-42C1-8BE2-E7F6A3CC8D59}" srcOrd="2" destOrd="0" parTransId="{E5E2C247-66A4-4685-B3DF-7228B4B1CCF9}" sibTransId="{1A34EF6B-B716-442A-828E-E8D14056D601}"/>
    <dgm:cxn modelId="{AC897F6D-5333-46E4-98D5-025FFFF1EF95}" type="presOf" srcId="{1A34EF6B-B716-442A-828E-E8D14056D601}" destId="{C4C1D57A-6A85-4471-8A87-2DC8AE0E53DB}" srcOrd="1" destOrd="0" presId="urn:microsoft.com/office/officeart/2005/8/layout/cycle2"/>
    <dgm:cxn modelId="{01592355-B9B6-4849-9A13-DD6CCE2ED9BF}" type="presOf" srcId="{78F1D4AB-34D7-42C1-8BE2-E7F6A3CC8D59}" destId="{610A9008-1F6E-44E0-BA03-F01F363B9437}" srcOrd="0" destOrd="0" presId="urn:microsoft.com/office/officeart/2005/8/layout/cycle2"/>
    <dgm:cxn modelId="{AF211779-098F-4393-AAB5-27F0AD9E0E51}" type="presOf" srcId="{1A34EF6B-B716-442A-828E-E8D14056D601}" destId="{07CBE38D-E036-4A81-B936-CE074A4DB3FF}" srcOrd="0" destOrd="0" presId="urn:microsoft.com/office/officeart/2005/8/layout/cycle2"/>
    <dgm:cxn modelId="{81EC767E-7CE8-4E4E-96BC-032DC07084DA}" type="presOf" srcId="{64AED44B-3B9A-4D57-AD52-42E3A57E1CE5}" destId="{B7394513-C1CF-492E-ABEB-6208941C65D8}" srcOrd="0" destOrd="0" presId="urn:microsoft.com/office/officeart/2005/8/layout/cycle2"/>
    <dgm:cxn modelId="{9F2A0F8E-D0C0-44C1-9A5F-E984FD85F8A5}" type="presOf" srcId="{081F5FC2-C242-42E7-AE3F-C015B94A172F}" destId="{7CAE65F0-F287-42D3-9F0E-2B71024B0E12}" srcOrd="0" destOrd="0" presId="urn:microsoft.com/office/officeart/2005/8/layout/cycle2"/>
    <dgm:cxn modelId="{CA29D091-F434-40D6-A214-4C1B894F52E7}" type="presOf" srcId="{8306B01E-928E-4461-B110-B390A220CBDD}" destId="{24D91182-AD2B-4C41-B3AE-7618A42019C4}" srcOrd="1" destOrd="0" presId="urn:microsoft.com/office/officeart/2005/8/layout/cycle2"/>
    <dgm:cxn modelId="{60C17592-2E22-4F71-8DB5-6B5029535780}" type="presOf" srcId="{227D3001-561C-477B-952F-FFD3ECEF237F}" destId="{4790A434-5D28-4AB2-B520-59B12CB85EC1}" srcOrd="0" destOrd="0" presId="urn:microsoft.com/office/officeart/2005/8/layout/cycle2"/>
    <dgm:cxn modelId="{3BB6E493-3522-4D23-8664-F2E4C75B3B35}" type="presOf" srcId="{3BDC6638-CFA8-40E1-BC31-88C83B5B49A7}" destId="{74A822BC-D4D7-4B2A-AE0E-087A00A64F84}" srcOrd="1" destOrd="0" presId="urn:microsoft.com/office/officeart/2005/8/layout/cycle2"/>
    <dgm:cxn modelId="{5BD9259E-5B7F-4C20-A841-6B894067C292}" srcId="{D484E634-BE38-4D8D-AE8A-BE69CAE465A5}" destId="{081F5FC2-C242-42E7-AE3F-C015B94A172F}" srcOrd="1" destOrd="0" parTransId="{5A1435E5-4F62-4D03-84F1-814022458F3A}" sibTransId="{3BDC6638-CFA8-40E1-BC31-88C83B5B49A7}"/>
    <dgm:cxn modelId="{781E0F9F-4DA2-4121-9236-F2C6418C2E6F}" srcId="{D484E634-BE38-4D8D-AE8A-BE69CAE465A5}" destId="{35DB791A-38C0-417D-959D-AE7CB8AD4CC1}" srcOrd="4" destOrd="0" parTransId="{D2748A60-1970-40EA-8812-E435172C566A}" sibTransId="{8306B01E-928E-4461-B110-B390A220CBDD}"/>
    <dgm:cxn modelId="{E268A8CC-B731-4FD7-BFF9-C58A4B2DC7E8}" type="presOf" srcId="{5292FB4B-D42A-44AE-AB42-A82A36E9ABDF}" destId="{387F5D71-9C00-4B2D-9186-13ADFE58CECB}" srcOrd="0" destOrd="0" presId="urn:microsoft.com/office/officeart/2005/8/layout/cycle2"/>
    <dgm:cxn modelId="{5C9325CE-F43E-47A4-A3E2-3F52CE30D202}" type="presOf" srcId="{D484E634-BE38-4D8D-AE8A-BE69CAE465A5}" destId="{9AC8BD85-5C3C-4F02-B853-6B00395DB400}" srcOrd="0" destOrd="0" presId="urn:microsoft.com/office/officeart/2005/8/layout/cycle2"/>
    <dgm:cxn modelId="{C3AC98D7-91B0-470A-AACB-01C1514F5603}" type="presOf" srcId="{28E58356-90EE-432A-B9BF-77523060DFF9}" destId="{913734A7-B66F-4A08-923E-8A8BC0C35476}" srcOrd="0" destOrd="0" presId="urn:microsoft.com/office/officeart/2005/8/layout/cycle2"/>
    <dgm:cxn modelId="{21C77FA3-DC03-4ACA-B5CC-ABFDA89AA7F6}" type="presParOf" srcId="{9AC8BD85-5C3C-4F02-B853-6B00395DB400}" destId="{387F5D71-9C00-4B2D-9186-13ADFE58CECB}" srcOrd="0" destOrd="0" presId="urn:microsoft.com/office/officeart/2005/8/layout/cycle2"/>
    <dgm:cxn modelId="{FA9EAF9E-FF67-47AA-A74C-283D753BBBBF}" type="presParOf" srcId="{9AC8BD85-5C3C-4F02-B853-6B00395DB400}" destId="{B7394513-C1CF-492E-ABEB-6208941C65D8}" srcOrd="1" destOrd="0" presId="urn:microsoft.com/office/officeart/2005/8/layout/cycle2"/>
    <dgm:cxn modelId="{08B14529-8AD0-41B5-8C40-060C29904F98}" type="presParOf" srcId="{B7394513-C1CF-492E-ABEB-6208941C65D8}" destId="{09BB7085-C2BA-498B-955C-6CC6E5994DCB}" srcOrd="0" destOrd="0" presId="urn:microsoft.com/office/officeart/2005/8/layout/cycle2"/>
    <dgm:cxn modelId="{541736C5-B021-450F-A8DC-5E34982C94A7}" type="presParOf" srcId="{9AC8BD85-5C3C-4F02-B853-6B00395DB400}" destId="{7CAE65F0-F287-42D3-9F0E-2B71024B0E12}" srcOrd="2" destOrd="0" presId="urn:microsoft.com/office/officeart/2005/8/layout/cycle2"/>
    <dgm:cxn modelId="{45481B82-2688-445D-BC45-9734A28CB885}" type="presParOf" srcId="{9AC8BD85-5C3C-4F02-B853-6B00395DB400}" destId="{B673F0EB-EE37-431A-AAD0-EF5DB5B34D31}" srcOrd="3" destOrd="0" presId="urn:microsoft.com/office/officeart/2005/8/layout/cycle2"/>
    <dgm:cxn modelId="{CB90B575-A180-4BB4-A4BA-27E9EFC010CD}" type="presParOf" srcId="{B673F0EB-EE37-431A-AAD0-EF5DB5B34D31}" destId="{74A822BC-D4D7-4B2A-AE0E-087A00A64F84}" srcOrd="0" destOrd="0" presId="urn:microsoft.com/office/officeart/2005/8/layout/cycle2"/>
    <dgm:cxn modelId="{C8CBF7CE-EAEE-44CA-9053-6CBCA0F216F5}" type="presParOf" srcId="{9AC8BD85-5C3C-4F02-B853-6B00395DB400}" destId="{610A9008-1F6E-44E0-BA03-F01F363B9437}" srcOrd="4" destOrd="0" presId="urn:microsoft.com/office/officeart/2005/8/layout/cycle2"/>
    <dgm:cxn modelId="{F4113985-6BC4-4CC2-9BC8-83BC57010279}" type="presParOf" srcId="{9AC8BD85-5C3C-4F02-B853-6B00395DB400}" destId="{07CBE38D-E036-4A81-B936-CE074A4DB3FF}" srcOrd="5" destOrd="0" presId="urn:microsoft.com/office/officeart/2005/8/layout/cycle2"/>
    <dgm:cxn modelId="{82B61F6D-5911-4758-AB43-BBE2573A9FA9}" type="presParOf" srcId="{07CBE38D-E036-4A81-B936-CE074A4DB3FF}" destId="{C4C1D57A-6A85-4471-8A87-2DC8AE0E53DB}" srcOrd="0" destOrd="0" presId="urn:microsoft.com/office/officeart/2005/8/layout/cycle2"/>
    <dgm:cxn modelId="{CA13F073-C38B-46ED-96AB-A65E71BB413E}" type="presParOf" srcId="{9AC8BD85-5C3C-4F02-B853-6B00395DB400}" destId="{4790A434-5D28-4AB2-B520-59B12CB85EC1}" srcOrd="6" destOrd="0" presId="urn:microsoft.com/office/officeart/2005/8/layout/cycle2"/>
    <dgm:cxn modelId="{ED724357-AE81-4DE6-B7AD-F18E5A73722D}" type="presParOf" srcId="{9AC8BD85-5C3C-4F02-B853-6B00395DB400}" destId="{913734A7-B66F-4A08-923E-8A8BC0C35476}" srcOrd="7" destOrd="0" presId="urn:microsoft.com/office/officeart/2005/8/layout/cycle2"/>
    <dgm:cxn modelId="{98356156-CA33-4A93-AF3C-6D33E4EDB489}" type="presParOf" srcId="{913734A7-B66F-4A08-923E-8A8BC0C35476}" destId="{CBA8A797-291D-4D4D-B7A0-8A223C0EDBC9}" srcOrd="0" destOrd="0" presId="urn:microsoft.com/office/officeart/2005/8/layout/cycle2"/>
    <dgm:cxn modelId="{4A38E863-0A46-44BA-BFB7-DBC1BA873790}" type="presParOf" srcId="{9AC8BD85-5C3C-4F02-B853-6B00395DB400}" destId="{53FBF696-E83E-451B-B2E0-5711E9A4B30C}" srcOrd="8" destOrd="0" presId="urn:microsoft.com/office/officeart/2005/8/layout/cycle2"/>
    <dgm:cxn modelId="{09BF0BEA-056C-4E6D-9618-15125ED75353}" type="presParOf" srcId="{9AC8BD85-5C3C-4F02-B853-6B00395DB400}" destId="{AC40ADBE-BE99-4916-B309-52AC981CE24B}" srcOrd="9" destOrd="0" presId="urn:microsoft.com/office/officeart/2005/8/layout/cycle2"/>
    <dgm:cxn modelId="{C4E02462-DC91-4030-9931-53B322FD06E3}" type="presParOf" srcId="{AC40ADBE-BE99-4916-B309-52AC981CE24B}" destId="{24D91182-AD2B-4C41-B3AE-7618A42019C4}" srcOrd="0" destOrd="0" presId="urn:microsoft.com/office/officeart/2005/8/layout/cycle2"/>
    <dgm:cxn modelId="{86EC5393-B70C-4473-A1D8-A77040FE02EE}" type="presParOf" srcId="{9AC8BD85-5C3C-4F02-B853-6B00395DB400}" destId="{47987BC3-2FCB-43D1-9774-7242EC6AFF68}" srcOrd="10" destOrd="0" presId="urn:microsoft.com/office/officeart/2005/8/layout/cycle2"/>
    <dgm:cxn modelId="{4BF6DB86-8E10-417E-A758-B5B1BD876FDC}" type="presParOf" srcId="{9AC8BD85-5C3C-4F02-B853-6B00395DB400}" destId="{7568DF00-9822-48B2-A4EB-726F0E5E7539}" srcOrd="11" destOrd="0" presId="urn:microsoft.com/office/officeart/2005/8/layout/cycle2"/>
    <dgm:cxn modelId="{9EF22AF5-4484-4583-AB21-07EF7B8931B1}" type="presParOf" srcId="{7568DF00-9822-48B2-A4EB-726F0E5E7539}" destId="{4A8E90CB-B811-4765-806B-7B68C932A5B2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64123AF-2D17-4416-A16B-FCD4700970B6}" type="doc">
      <dgm:prSet loTypeId="urn:microsoft.com/office/officeart/2005/8/layout/radial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8D3DA77C-80AD-4FAF-9776-F0AB7E448B47}">
      <dgm:prSet phldrT="[Text]" custT="1"/>
      <dgm:spPr/>
      <dgm:t>
        <a:bodyPr/>
        <a:lstStyle/>
        <a:p>
          <a:r>
            <a:rPr lang="en-US" sz="1600" dirty="0"/>
            <a:t>Customer Identity &amp; Access Management</a:t>
          </a:r>
          <a:endParaRPr lang="en-AU" sz="1600" dirty="0"/>
        </a:p>
      </dgm:t>
    </dgm:pt>
    <dgm:pt modelId="{2ADEC7F6-3F7B-4005-8419-B60F9BD7300A}" type="parTrans" cxnId="{64586C68-4D6C-4AD6-8CD7-9FCEE5B30BA5}">
      <dgm:prSet/>
      <dgm:spPr/>
      <dgm:t>
        <a:bodyPr/>
        <a:lstStyle/>
        <a:p>
          <a:endParaRPr lang="en-AU"/>
        </a:p>
      </dgm:t>
    </dgm:pt>
    <dgm:pt modelId="{F6D8F140-248D-4606-90A3-54DC6C58E41F}" type="sibTrans" cxnId="{64586C68-4D6C-4AD6-8CD7-9FCEE5B30BA5}">
      <dgm:prSet/>
      <dgm:spPr/>
      <dgm:t>
        <a:bodyPr/>
        <a:lstStyle/>
        <a:p>
          <a:endParaRPr lang="en-AU"/>
        </a:p>
      </dgm:t>
    </dgm:pt>
    <dgm:pt modelId="{EE3876FB-94D5-4B2C-B419-31C754D44047}">
      <dgm:prSet phldrT="[Text]" custT="1"/>
      <dgm:spPr/>
      <dgm:t>
        <a:bodyPr/>
        <a:lstStyle/>
        <a:p>
          <a:r>
            <a:rPr lang="en-US" sz="1000" kern="1200">
              <a:latin typeface="Calibri" panose="020F0502020204030204"/>
              <a:ea typeface="+mn-ea"/>
              <a:cs typeface="+mn-cs"/>
            </a:rPr>
            <a:t>Omni Channel Support</a:t>
          </a:r>
          <a:endParaRPr lang="en-AU" sz="1000" kern="1200" dirty="0">
            <a:latin typeface="Calibri" panose="020F0502020204030204"/>
            <a:ea typeface="+mn-ea"/>
            <a:cs typeface="+mn-cs"/>
          </a:endParaRPr>
        </a:p>
      </dgm:t>
    </dgm:pt>
    <dgm:pt modelId="{AE434E18-2260-47EC-BCFC-F7382ED2BE75}" type="parTrans" cxnId="{5C37FA79-77B0-46AE-A26D-5451C330D1E7}">
      <dgm:prSet/>
      <dgm:spPr/>
      <dgm:t>
        <a:bodyPr/>
        <a:lstStyle/>
        <a:p>
          <a:endParaRPr lang="en-AU"/>
        </a:p>
      </dgm:t>
    </dgm:pt>
    <dgm:pt modelId="{64701B07-4CEA-4ECF-8B5C-EF4872DFCF18}" type="sibTrans" cxnId="{5C37FA79-77B0-46AE-A26D-5451C330D1E7}">
      <dgm:prSet/>
      <dgm:spPr/>
      <dgm:t>
        <a:bodyPr/>
        <a:lstStyle/>
        <a:p>
          <a:endParaRPr lang="en-AU"/>
        </a:p>
      </dgm:t>
    </dgm:pt>
    <dgm:pt modelId="{FB4E3F31-2A9D-4A8B-A699-30FD52EE16BB}">
      <dgm:prSet phldrT="[Text]"/>
      <dgm:spPr/>
      <dgm:t>
        <a:bodyPr/>
        <a:lstStyle/>
        <a:p>
          <a:r>
            <a:rPr lang="en-US" dirty="0"/>
            <a:t>User Onboarding</a:t>
          </a:r>
          <a:endParaRPr lang="en-AU" dirty="0"/>
        </a:p>
      </dgm:t>
    </dgm:pt>
    <dgm:pt modelId="{CCE22B45-FE3D-4342-9F29-ED02DC2EEB19}" type="parTrans" cxnId="{3AF6FA2F-CBED-4D2F-BF67-55E439EA756A}">
      <dgm:prSet/>
      <dgm:spPr/>
      <dgm:t>
        <a:bodyPr/>
        <a:lstStyle/>
        <a:p>
          <a:endParaRPr lang="en-AU"/>
        </a:p>
      </dgm:t>
    </dgm:pt>
    <dgm:pt modelId="{7E7D4EAA-FFE8-4915-B21B-B469668FE809}" type="sibTrans" cxnId="{3AF6FA2F-CBED-4D2F-BF67-55E439EA756A}">
      <dgm:prSet/>
      <dgm:spPr/>
      <dgm:t>
        <a:bodyPr/>
        <a:lstStyle/>
        <a:p>
          <a:endParaRPr lang="en-AU"/>
        </a:p>
      </dgm:t>
    </dgm:pt>
    <dgm:pt modelId="{6DE4E3C2-DC60-4F42-9030-73D3828D8583}">
      <dgm:prSet phldrT="[Text]"/>
      <dgm:spPr/>
      <dgm:t>
        <a:bodyPr/>
        <a:lstStyle/>
        <a:p>
          <a:r>
            <a:rPr lang="en-US" dirty="0"/>
            <a:t>User Profile Management</a:t>
          </a:r>
          <a:endParaRPr lang="en-AU" dirty="0"/>
        </a:p>
      </dgm:t>
    </dgm:pt>
    <dgm:pt modelId="{84D4D5B6-7484-4C61-BCC4-778B7C590492}" type="parTrans" cxnId="{C3D4E4A0-6989-4CAF-8FAC-FE8E8BC7B097}">
      <dgm:prSet/>
      <dgm:spPr/>
      <dgm:t>
        <a:bodyPr/>
        <a:lstStyle/>
        <a:p>
          <a:endParaRPr lang="en-AU"/>
        </a:p>
      </dgm:t>
    </dgm:pt>
    <dgm:pt modelId="{4385E97D-827E-4BD8-A4D9-1914A60F6059}" type="sibTrans" cxnId="{C3D4E4A0-6989-4CAF-8FAC-FE8E8BC7B097}">
      <dgm:prSet/>
      <dgm:spPr/>
      <dgm:t>
        <a:bodyPr/>
        <a:lstStyle/>
        <a:p>
          <a:endParaRPr lang="en-AU"/>
        </a:p>
      </dgm:t>
    </dgm:pt>
    <dgm:pt modelId="{D65C22B6-47F1-4289-A13C-43DE1D17F1C1}">
      <dgm:prSet phldrT="[Text]"/>
      <dgm:spPr/>
      <dgm:t>
        <a:bodyPr/>
        <a:lstStyle/>
        <a:p>
          <a:r>
            <a:rPr lang="en-US" dirty="0"/>
            <a:t>Self Service</a:t>
          </a:r>
          <a:endParaRPr lang="en-AU" dirty="0"/>
        </a:p>
      </dgm:t>
    </dgm:pt>
    <dgm:pt modelId="{963FF3A6-733C-4409-BD7C-32D5BC85703B}" type="parTrans" cxnId="{0734FB4B-140A-4994-85DD-8677C5C7938F}">
      <dgm:prSet/>
      <dgm:spPr/>
      <dgm:t>
        <a:bodyPr/>
        <a:lstStyle/>
        <a:p>
          <a:endParaRPr lang="en-AU"/>
        </a:p>
      </dgm:t>
    </dgm:pt>
    <dgm:pt modelId="{2E54CBFA-E2BA-4903-9A0E-73AB25AAFF53}" type="sibTrans" cxnId="{0734FB4B-140A-4994-85DD-8677C5C7938F}">
      <dgm:prSet/>
      <dgm:spPr/>
      <dgm:t>
        <a:bodyPr/>
        <a:lstStyle/>
        <a:p>
          <a:endParaRPr lang="en-AU"/>
        </a:p>
      </dgm:t>
    </dgm:pt>
    <dgm:pt modelId="{766567F0-BD3D-463F-9590-0C5758BC49AC}">
      <dgm:prSet phldrT="[Text]"/>
      <dgm:spPr/>
      <dgm:t>
        <a:bodyPr/>
        <a:lstStyle/>
        <a:p>
          <a:r>
            <a:rPr lang="en-US" dirty="0"/>
            <a:t>Authentication &amp; SSO</a:t>
          </a:r>
          <a:endParaRPr lang="en-AU" dirty="0"/>
        </a:p>
      </dgm:t>
    </dgm:pt>
    <dgm:pt modelId="{D5CA3A6A-B5A4-43B4-9110-B2C9A14E4207}" type="parTrans" cxnId="{37E43D01-55FE-4DB9-9124-5E0E68F1D032}">
      <dgm:prSet/>
      <dgm:spPr/>
      <dgm:t>
        <a:bodyPr/>
        <a:lstStyle/>
        <a:p>
          <a:endParaRPr lang="en-AU"/>
        </a:p>
      </dgm:t>
    </dgm:pt>
    <dgm:pt modelId="{C997AB7A-8114-4BDF-A216-940285DA7429}" type="sibTrans" cxnId="{37E43D01-55FE-4DB9-9124-5E0E68F1D032}">
      <dgm:prSet/>
      <dgm:spPr/>
      <dgm:t>
        <a:bodyPr/>
        <a:lstStyle/>
        <a:p>
          <a:endParaRPr lang="en-AU"/>
        </a:p>
      </dgm:t>
    </dgm:pt>
    <dgm:pt modelId="{8854548B-864F-46F1-B522-DFA7DADDA01F}">
      <dgm:prSet phldrT="[Text]"/>
      <dgm:spPr/>
      <dgm:t>
        <a:bodyPr/>
        <a:lstStyle/>
        <a:p>
          <a:r>
            <a:rPr lang="en-US" dirty="0"/>
            <a:t>Consent Management</a:t>
          </a:r>
          <a:endParaRPr lang="en-AU" dirty="0"/>
        </a:p>
      </dgm:t>
    </dgm:pt>
    <dgm:pt modelId="{615801DA-79E0-46CC-95B8-82D53B31A1FB}" type="parTrans" cxnId="{571C06A7-8635-439A-8CCF-EB87F954020D}">
      <dgm:prSet/>
      <dgm:spPr/>
      <dgm:t>
        <a:bodyPr/>
        <a:lstStyle/>
        <a:p>
          <a:endParaRPr lang="en-AU"/>
        </a:p>
      </dgm:t>
    </dgm:pt>
    <dgm:pt modelId="{C4655580-05F7-468C-B816-FC8EB1CB1269}" type="sibTrans" cxnId="{571C06A7-8635-439A-8CCF-EB87F954020D}">
      <dgm:prSet/>
      <dgm:spPr/>
      <dgm:t>
        <a:bodyPr/>
        <a:lstStyle/>
        <a:p>
          <a:endParaRPr lang="en-AU"/>
        </a:p>
      </dgm:t>
    </dgm:pt>
    <dgm:pt modelId="{6423171B-5A83-4DAD-AFE9-EBDFBFD0EDB9}">
      <dgm:prSet phldrT="[Text]"/>
      <dgm:spPr/>
      <dgm:t>
        <a:bodyPr/>
        <a:lstStyle/>
        <a:p>
          <a:r>
            <a:rPr lang="en-US" dirty="0"/>
            <a:t>Data Privacy, Compliance</a:t>
          </a:r>
          <a:endParaRPr lang="en-AU" dirty="0"/>
        </a:p>
      </dgm:t>
    </dgm:pt>
    <dgm:pt modelId="{5F762125-DEAF-43FF-9BB3-0C10A35B9346}" type="parTrans" cxnId="{ED5547B4-5CF6-4D0F-AB45-53963FD5B936}">
      <dgm:prSet/>
      <dgm:spPr/>
      <dgm:t>
        <a:bodyPr/>
        <a:lstStyle/>
        <a:p>
          <a:endParaRPr lang="en-AU"/>
        </a:p>
      </dgm:t>
    </dgm:pt>
    <dgm:pt modelId="{C3995DE6-AA68-4B11-B899-319FA3B40B70}" type="sibTrans" cxnId="{ED5547B4-5CF6-4D0F-AB45-53963FD5B936}">
      <dgm:prSet/>
      <dgm:spPr/>
      <dgm:t>
        <a:bodyPr/>
        <a:lstStyle/>
        <a:p>
          <a:endParaRPr lang="en-AU"/>
        </a:p>
      </dgm:t>
    </dgm:pt>
    <dgm:pt modelId="{507F1641-D8F3-41B1-AEB2-A6F2DC4A69D2}">
      <dgm:prSet phldrT="[Text]"/>
      <dgm:spPr/>
      <dgm:t>
        <a:bodyPr/>
        <a:lstStyle/>
        <a:p>
          <a:r>
            <a:rPr lang="en-US" dirty="0"/>
            <a:t>Analytics</a:t>
          </a:r>
          <a:endParaRPr lang="en-AU" dirty="0"/>
        </a:p>
      </dgm:t>
    </dgm:pt>
    <dgm:pt modelId="{F5252110-AC72-4914-8DF6-2A7A0411E77F}" type="parTrans" cxnId="{F610CA96-E67F-4EC0-A095-09ABF449D73E}">
      <dgm:prSet/>
      <dgm:spPr/>
      <dgm:t>
        <a:bodyPr/>
        <a:lstStyle/>
        <a:p>
          <a:endParaRPr lang="en-AU"/>
        </a:p>
      </dgm:t>
    </dgm:pt>
    <dgm:pt modelId="{1808024E-BCF1-42A1-B756-82FC835A015C}" type="sibTrans" cxnId="{F610CA96-E67F-4EC0-A095-09ABF449D73E}">
      <dgm:prSet/>
      <dgm:spPr/>
      <dgm:t>
        <a:bodyPr/>
        <a:lstStyle/>
        <a:p>
          <a:endParaRPr lang="en-AU"/>
        </a:p>
      </dgm:t>
    </dgm:pt>
    <dgm:pt modelId="{FD3B82EF-335A-48E6-A857-37B457BC3033}">
      <dgm:prSet phldrT="[Text]"/>
      <dgm:spPr/>
      <dgm:t>
        <a:bodyPr/>
        <a:lstStyle/>
        <a:p>
          <a:r>
            <a:rPr lang="en-US" dirty="0"/>
            <a:t>Fraud Detection and Prevention</a:t>
          </a:r>
          <a:endParaRPr lang="en-AU" dirty="0"/>
        </a:p>
      </dgm:t>
    </dgm:pt>
    <dgm:pt modelId="{4499106D-76D6-4BF4-ADF5-3A8AABBE6F93}" type="parTrans" cxnId="{18401185-268E-4573-AD5B-0759592E6FF2}">
      <dgm:prSet/>
      <dgm:spPr/>
      <dgm:t>
        <a:bodyPr/>
        <a:lstStyle/>
        <a:p>
          <a:endParaRPr lang="en-AU"/>
        </a:p>
      </dgm:t>
    </dgm:pt>
    <dgm:pt modelId="{A51CFA88-2B88-4799-A787-A99BB469D899}" type="sibTrans" cxnId="{18401185-268E-4573-AD5B-0759592E6FF2}">
      <dgm:prSet/>
      <dgm:spPr/>
      <dgm:t>
        <a:bodyPr/>
        <a:lstStyle/>
        <a:p>
          <a:endParaRPr lang="en-AU"/>
        </a:p>
      </dgm:t>
    </dgm:pt>
    <dgm:pt modelId="{2556F571-C637-4062-BA4E-F7A1C878AA7A}">
      <dgm:prSet phldrT="[Text]"/>
      <dgm:spPr/>
      <dgm:t>
        <a:bodyPr/>
        <a:lstStyle/>
        <a:p>
          <a:r>
            <a:rPr lang="en-US" dirty="0"/>
            <a:t>API Security</a:t>
          </a:r>
          <a:endParaRPr lang="en-AU" dirty="0"/>
        </a:p>
      </dgm:t>
    </dgm:pt>
    <dgm:pt modelId="{7C8F9E1A-EEBA-40BF-8311-CA7ADDE8AA6A}" type="parTrans" cxnId="{8C41670C-1C31-4779-8FCA-8F292AB99291}">
      <dgm:prSet/>
      <dgm:spPr/>
      <dgm:t>
        <a:bodyPr/>
        <a:lstStyle/>
        <a:p>
          <a:endParaRPr lang="en-AU"/>
        </a:p>
      </dgm:t>
    </dgm:pt>
    <dgm:pt modelId="{67255524-F4F5-47A0-B1FF-DE95E55AD889}" type="sibTrans" cxnId="{8C41670C-1C31-4779-8FCA-8F292AB99291}">
      <dgm:prSet/>
      <dgm:spPr/>
      <dgm:t>
        <a:bodyPr/>
        <a:lstStyle/>
        <a:p>
          <a:endParaRPr lang="en-AU"/>
        </a:p>
      </dgm:t>
    </dgm:pt>
    <dgm:pt modelId="{92D65401-F49A-4E8A-8E31-5468EE370C9F}" type="pres">
      <dgm:prSet presAssocID="{D64123AF-2D17-4416-A16B-FCD4700970B6}" presName="composite" presStyleCnt="0">
        <dgm:presLayoutVars>
          <dgm:chMax val="1"/>
          <dgm:dir/>
          <dgm:resizeHandles val="exact"/>
        </dgm:presLayoutVars>
      </dgm:prSet>
      <dgm:spPr/>
    </dgm:pt>
    <dgm:pt modelId="{F74401D0-4301-4E2A-9717-C59D486A986B}" type="pres">
      <dgm:prSet presAssocID="{D64123AF-2D17-4416-A16B-FCD4700970B6}" presName="radial" presStyleCnt="0">
        <dgm:presLayoutVars>
          <dgm:animLvl val="ctr"/>
        </dgm:presLayoutVars>
      </dgm:prSet>
      <dgm:spPr/>
    </dgm:pt>
    <dgm:pt modelId="{0E16E05D-A9D9-4E13-BBDB-3A9C81006DF0}" type="pres">
      <dgm:prSet presAssocID="{8D3DA77C-80AD-4FAF-9776-F0AB7E448B47}" presName="centerShape" presStyleLbl="vennNode1" presStyleIdx="0" presStyleCnt="11" custScaleX="116861" custScaleY="111388"/>
      <dgm:spPr/>
    </dgm:pt>
    <dgm:pt modelId="{430D948C-A3A2-4C9E-9E49-A141FDEE1949}" type="pres">
      <dgm:prSet presAssocID="{EE3876FB-94D5-4B2C-B419-31C754D44047}" presName="node" presStyleLbl="vennNode1" presStyleIdx="1" presStyleCnt="11">
        <dgm:presLayoutVars>
          <dgm:bulletEnabled val="1"/>
        </dgm:presLayoutVars>
      </dgm:prSet>
      <dgm:spPr/>
    </dgm:pt>
    <dgm:pt modelId="{95996339-6403-4091-AC4E-F5BFC3292682}" type="pres">
      <dgm:prSet presAssocID="{FB4E3F31-2A9D-4A8B-A699-30FD52EE16BB}" presName="node" presStyleLbl="vennNode1" presStyleIdx="2" presStyleCnt="11">
        <dgm:presLayoutVars>
          <dgm:bulletEnabled val="1"/>
        </dgm:presLayoutVars>
      </dgm:prSet>
      <dgm:spPr/>
    </dgm:pt>
    <dgm:pt modelId="{F9ABBCAA-E0F1-4634-81F8-5B9DF3A4BF1C}" type="pres">
      <dgm:prSet presAssocID="{6DE4E3C2-DC60-4F42-9030-73D3828D8583}" presName="node" presStyleLbl="vennNode1" presStyleIdx="3" presStyleCnt="11">
        <dgm:presLayoutVars>
          <dgm:bulletEnabled val="1"/>
        </dgm:presLayoutVars>
      </dgm:prSet>
      <dgm:spPr/>
    </dgm:pt>
    <dgm:pt modelId="{62F4F4C3-8886-410E-A0B7-7758BE244B1D}" type="pres">
      <dgm:prSet presAssocID="{D65C22B6-47F1-4289-A13C-43DE1D17F1C1}" presName="node" presStyleLbl="vennNode1" presStyleIdx="4" presStyleCnt="11">
        <dgm:presLayoutVars>
          <dgm:bulletEnabled val="1"/>
        </dgm:presLayoutVars>
      </dgm:prSet>
      <dgm:spPr/>
    </dgm:pt>
    <dgm:pt modelId="{3A2F9B6B-9F08-4768-9804-D5E51870EA7B}" type="pres">
      <dgm:prSet presAssocID="{766567F0-BD3D-463F-9590-0C5758BC49AC}" presName="node" presStyleLbl="vennNode1" presStyleIdx="5" presStyleCnt="11">
        <dgm:presLayoutVars>
          <dgm:bulletEnabled val="1"/>
        </dgm:presLayoutVars>
      </dgm:prSet>
      <dgm:spPr/>
    </dgm:pt>
    <dgm:pt modelId="{19443BCD-9CC6-4D03-AE8A-C290D055B0B7}" type="pres">
      <dgm:prSet presAssocID="{FD3B82EF-335A-48E6-A857-37B457BC3033}" presName="node" presStyleLbl="vennNode1" presStyleIdx="6" presStyleCnt="11">
        <dgm:presLayoutVars>
          <dgm:bulletEnabled val="1"/>
        </dgm:presLayoutVars>
      </dgm:prSet>
      <dgm:spPr/>
    </dgm:pt>
    <dgm:pt modelId="{987AAD9A-78E1-4F73-B5AF-EB78EAE4F266}" type="pres">
      <dgm:prSet presAssocID="{8854548B-864F-46F1-B522-DFA7DADDA01F}" presName="node" presStyleLbl="vennNode1" presStyleIdx="7" presStyleCnt="11">
        <dgm:presLayoutVars>
          <dgm:bulletEnabled val="1"/>
        </dgm:presLayoutVars>
      </dgm:prSet>
      <dgm:spPr/>
    </dgm:pt>
    <dgm:pt modelId="{75BE0948-9C08-42F9-A3D4-54E1B160C2C4}" type="pres">
      <dgm:prSet presAssocID="{507F1641-D8F3-41B1-AEB2-A6F2DC4A69D2}" presName="node" presStyleLbl="vennNode1" presStyleIdx="8" presStyleCnt="11">
        <dgm:presLayoutVars>
          <dgm:bulletEnabled val="1"/>
        </dgm:presLayoutVars>
      </dgm:prSet>
      <dgm:spPr/>
    </dgm:pt>
    <dgm:pt modelId="{DA4BB0B5-AC32-48D8-A5E2-ED27DB75B289}" type="pres">
      <dgm:prSet presAssocID="{6423171B-5A83-4DAD-AFE9-EBDFBFD0EDB9}" presName="node" presStyleLbl="vennNode1" presStyleIdx="9" presStyleCnt="11">
        <dgm:presLayoutVars>
          <dgm:bulletEnabled val="1"/>
        </dgm:presLayoutVars>
      </dgm:prSet>
      <dgm:spPr/>
    </dgm:pt>
    <dgm:pt modelId="{6DD2E124-CA0F-4575-A430-DDC42A079D5D}" type="pres">
      <dgm:prSet presAssocID="{2556F571-C637-4062-BA4E-F7A1C878AA7A}" presName="node" presStyleLbl="vennNode1" presStyleIdx="10" presStyleCnt="11">
        <dgm:presLayoutVars>
          <dgm:bulletEnabled val="1"/>
        </dgm:presLayoutVars>
      </dgm:prSet>
      <dgm:spPr/>
    </dgm:pt>
  </dgm:ptLst>
  <dgm:cxnLst>
    <dgm:cxn modelId="{37E43D01-55FE-4DB9-9124-5E0E68F1D032}" srcId="{8D3DA77C-80AD-4FAF-9776-F0AB7E448B47}" destId="{766567F0-BD3D-463F-9590-0C5758BC49AC}" srcOrd="4" destOrd="0" parTransId="{D5CA3A6A-B5A4-43B4-9110-B2C9A14E4207}" sibTransId="{C997AB7A-8114-4BDF-A216-940285DA7429}"/>
    <dgm:cxn modelId="{8C41670C-1C31-4779-8FCA-8F292AB99291}" srcId="{8D3DA77C-80AD-4FAF-9776-F0AB7E448B47}" destId="{2556F571-C637-4062-BA4E-F7A1C878AA7A}" srcOrd="9" destOrd="0" parTransId="{7C8F9E1A-EEBA-40BF-8311-CA7ADDE8AA6A}" sibTransId="{67255524-F4F5-47A0-B1FF-DE95E55AD889}"/>
    <dgm:cxn modelId="{3BD2361E-2656-4679-856A-976BC057B6CF}" type="presOf" srcId="{766567F0-BD3D-463F-9590-0C5758BC49AC}" destId="{3A2F9B6B-9F08-4768-9804-D5E51870EA7B}" srcOrd="0" destOrd="0" presId="urn:microsoft.com/office/officeart/2005/8/layout/radial3"/>
    <dgm:cxn modelId="{AB41EE2C-DC3E-4052-A696-7DFB92925B24}" type="presOf" srcId="{D64123AF-2D17-4416-A16B-FCD4700970B6}" destId="{92D65401-F49A-4E8A-8E31-5468EE370C9F}" srcOrd="0" destOrd="0" presId="urn:microsoft.com/office/officeart/2005/8/layout/radial3"/>
    <dgm:cxn modelId="{BF31F32F-AD6C-477A-8744-24EAAF7253C9}" type="presOf" srcId="{8D3DA77C-80AD-4FAF-9776-F0AB7E448B47}" destId="{0E16E05D-A9D9-4E13-BBDB-3A9C81006DF0}" srcOrd="0" destOrd="0" presId="urn:microsoft.com/office/officeart/2005/8/layout/radial3"/>
    <dgm:cxn modelId="{3AF6FA2F-CBED-4D2F-BF67-55E439EA756A}" srcId="{8D3DA77C-80AD-4FAF-9776-F0AB7E448B47}" destId="{FB4E3F31-2A9D-4A8B-A699-30FD52EE16BB}" srcOrd="1" destOrd="0" parTransId="{CCE22B45-FE3D-4342-9F29-ED02DC2EEB19}" sibTransId="{7E7D4EAA-FFE8-4915-B21B-B469668FE809}"/>
    <dgm:cxn modelId="{64586C68-4D6C-4AD6-8CD7-9FCEE5B30BA5}" srcId="{D64123AF-2D17-4416-A16B-FCD4700970B6}" destId="{8D3DA77C-80AD-4FAF-9776-F0AB7E448B47}" srcOrd="0" destOrd="0" parTransId="{2ADEC7F6-3F7B-4005-8419-B60F9BD7300A}" sibTransId="{F6D8F140-248D-4606-90A3-54DC6C58E41F}"/>
    <dgm:cxn modelId="{0734FB4B-140A-4994-85DD-8677C5C7938F}" srcId="{8D3DA77C-80AD-4FAF-9776-F0AB7E448B47}" destId="{D65C22B6-47F1-4289-A13C-43DE1D17F1C1}" srcOrd="3" destOrd="0" parTransId="{963FF3A6-733C-4409-BD7C-32D5BC85703B}" sibTransId="{2E54CBFA-E2BA-4903-9A0E-73AB25AAFF53}"/>
    <dgm:cxn modelId="{348AE774-8E91-4E16-93A6-41764ACF33F8}" type="presOf" srcId="{507F1641-D8F3-41B1-AEB2-A6F2DC4A69D2}" destId="{75BE0948-9C08-42F9-A3D4-54E1B160C2C4}" srcOrd="0" destOrd="0" presId="urn:microsoft.com/office/officeart/2005/8/layout/radial3"/>
    <dgm:cxn modelId="{5C37FA79-77B0-46AE-A26D-5451C330D1E7}" srcId="{8D3DA77C-80AD-4FAF-9776-F0AB7E448B47}" destId="{EE3876FB-94D5-4B2C-B419-31C754D44047}" srcOrd="0" destOrd="0" parTransId="{AE434E18-2260-47EC-BCFC-F7382ED2BE75}" sibTransId="{64701B07-4CEA-4ECF-8B5C-EF4872DFCF18}"/>
    <dgm:cxn modelId="{18401185-268E-4573-AD5B-0759592E6FF2}" srcId="{8D3DA77C-80AD-4FAF-9776-F0AB7E448B47}" destId="{FD3B82EF-335A-48E6-A857-37B457BC3033}" srcOrd="5" destOrd="0" parTransId="{4499106D-76D6-4BF4-ADF5-3A8AABBE6F93}" sibTransId="{A51CFA88-2B88-4799-A787-A99BB469D899}"/>
    <dgm:cxn modelId="{A840448B-538F-493B-9538-8D3FCC96C69C}" type="presOf" srcId="{FD3B82EF-335A-48E6-A857-37B457BC3033}" destId="{19443BCD-9CC6-4D03-AE8A-C290D055B0B7}" srcOrd="0" destOrd="0" presId="urn:microsoft.com/office/officeart/2005/8/layout/radial3"/>
    <dgm:cxn modelId="{FDBAF88F-F0AE-40CC-BBFD-41F2AC54E649}" type="presOf" srcId="{D65C22B6-47F1-4289-A13C-43DE1D17F1C1}" destId="{62F4F4C3-8886-410E-A0B7-7758BE244B1D}" srcOrd="0" destOrd="0" presId="urn:microsoft.com/office/officeart/2005/8/layout/radial3"/>
    <dgm:cxn modelId="{D2791591-9420-451B-8D31-ABB064C0E91B}" type="presOf" srcId="{EE3876FB-94D5-4B2C-B419-31C754D44047}" destId="{430D948C-A3A2-4C9E-9E49-A141FDEE1949}" srcOrd="0" destOrd="0" presId="urn:microsoft.com/office/officeart/2005/8/layout/radial3"/>
    <dgm:cxn modelId="{2357CA94-30E3-4723-BB9B-7FFDEEC21AA8}" type="presOf" srcId="{2556F571-C637-4062-BA4E-F7A1C878AA7A}" destId="{6DD2E124-CA0F-4575-A430-DDC42A079D5D}" srcOrd="0" destOrd="0" presId="urn:microsoft.com/office/officeart/2005/8/layout/radial3"/>
    <dgm:cxn modelId="{F610CA96-E67F-4EC0-A095-09ABF449D73E}" srcId="{8D3DA77C-80AD-4FAF-9776-F0AB7E448B47}" destId="{507F1641-D8F3-41B1-AEB2-A6F2DC4A69D2}" srcOrd="7" destOrd="0" parTransId="{F5252110-AC72-4914-8DF6-2A7A0411E77F}" sibTransId="{1808024E-BCF1-42A1-B756-82FC835A015C}"/>
    <dgm:cxn modelId="{C3D4E4A0-6989-4CAF-8FAC-FE8E8BC7B097}" srcId="{8D3DA77C-80AD-4FAF-9776-F0AB7E448B47}" destId="{6DE4E3C2-DC60-4F42-9030-73D3828D8583}" srcOrd="2" destOrd="0" parTransId="{84D4D5B6-7484-4C61-BCC4-778B7C590492}" sibTransId="{4385E97D-827E-4BD8-A4D9-1914A60F6059}"/>
    <dgm:cxn modelId="{571C06A7-8635-439A-8CCF-EB87F954020D}" srcId="{8D3DA77C-80AD-4FAF-9776-F0AB7E448B47}" destId="{8854548B-864F-46F1-B522-DFA7DADDA01F}" srcOrd="6" destOrd="0" parTransId="{615801DA-79E0-46CC-95B8-82D53B31A1FB}" sibTransId="{C4655580-05F7-468C-B816-FC8EB1CB1269}"/>
    <dgm:cxn modelId="{5ECA33AB-8889-4545-B02C-DBA673FBA352}" type="presOf" srcId="{FB4E3F31-2A9D-4A8B-A699-30FD52EE16BB}" destId="{95996339-6403-4091-AC4E-F5BFC3292682}" srcOrd="0" destOrd="0" presId="urn:microsoft.com/office/officeart/2005/8/layout/radial3"/>
    <dgm:cxn modelId="{ED5547B4-5CF6-4D0F-AB45-53963FD5B936}" srcId="{8D3DA77C-80AD-4FAF-9776-F0AB7E448B47}" destId="{6423171B-5A83-4DAD-AFE9-EBDFBFD0EDB9}" srcOrd="8" destOrd="0" parTransId="{5F762125-DEAF-43FF-9BB3-0C10A35B9346}" sibTransId="{C3995DE6-AA68-4B11-B899-319FA3B40B70}"/>
    <dgm:cxn modelId="{C6C730BA-27AB-4EA4-B042-A1D71F717169}" type="presOf" srcId="{6423171B-5A83-4DAD-AFE9-EBDFBFD0EDB9}" destId="{DA4BB0B5-AC32-48D8-A5E2-ED27DB75B289}" srcOrd="0" destOrd="0" presId="urn:microsoft.com/office/officeart/2005/8/layout/radial3"/>
    <dgm:cxn modelId="{DBA03EE0-53EE-4DE4-A516-5C9A647B08A1}" type="presOf" srcId="{6DE4E3C2-DC60-4F42-9030-73D3828D8583}" destId="{F9ABBCAA-E0F1-4634-81F8-5B9DF3A4BF1C}" srcOrd="0" destOrd="0" presId="urn:microsoft.com/office/officeart/2005/8/layout/radial3"/>
    <dgm:cxn modelId="{590D2BFB-8A8E-4517-A59D-F821BB0F4563}" type="presOf" srcId="{8854548B-864F-46F1-B522-DFA7DADDA01F}" destId="{987AAD9A-78E1-4F73-B5AF-EB78EAE4F266}" srcOrd="0" destOrd="0" presId="urn:microsoft.com/office/officeart/2005/8/layout/radial3"/>
    <dgm:cxn modelId="{5A737D43-805A-4B77-AD12-ECB774F63356}" type="presParOf" srcId="{92D65401-F49A-4E8A-8E31-5468EE370C9F}" destId="{F74401D0-4301-4E2A-9717-C59D486A986B}" srcOrd="0" destOrd="0" presId="urn:microsoft.com/office/officeart/2005/8/layout/radial3"/>
    <dgm:cxn modelId="{DF14BA87-1964-46EC-A376-7D3FA3A593F0}" type="presParOf" srcId="{F74401D0-4301-4E2A-9717-C59D486A986B}" destId="{0E16E05D-A9D9-4E13-BBDB-3A9C81006DF0}" srcOrd="0" destOrd="0" presId="urn:microsoft.com/office/officeart/2005/8/layout/radial3"/>
    <dgm:cxn modelId="{5743517B-FDC5-4132-9A20-8881ED4A20E4}" type="presParOf" srcId="{F74401D0-4301-4E2A-9717-C59D486A986B}" destId="{430D948C-A3A2-4C9E-9E49-A141FDEE1949}" srcOrd="1" destOrd="0" presId="urn:microsoft.com/office/officeart/2005/8/layout/radial3"/>
    <dgm:cxn modelId="{427D1654-F965-49D2-B183-65697DBBC200}" type="presParOf" srcId="{F74401D0-4301-4E2A-9717-C59D486A986B}" destId="{95996339-6403-4091-AC4E-F5BFC3292682}" srcOrd="2" destOrd="0" presId="urn:microsoft.com/office/officeart/2005/8/layout/radial3"/>
    <dgm:cxn modelId="{59C65706-7510-4FF7-A6D7-6D0133604D8E}" type="presParOf" srcId="{F74401D0-4301-4E2A-9717-C59D486A986B}" destId="{F9ABBCAA-E0F1-4634-81F8-5B9DF3A4BF1C}" srcOrd="3" destOrd="0" presId="urn:microsoft.com/office/officeart/2005/8/layout/radial3"/>
    <dgm:cxn modelId="{AED43E1F-ACA3-4DC9-B20A-F4665F083506}" type="presParOf" srcId="{F74401D0-4301-4E2A-9717-C59D486A986B}" destId="{62F4F4C3-8886-410E-A0B7-7758BE244B1D}" srcOrd="4" destOrd="0" presId="urn:microsoft.com/office/officeart/2005/8/layout/radial3"/>
    <dgm:cxn modelId="{B5E3186F-49C8-467B-AB16-C2A4CB63E211}" type="presParOf" srcId="{F74401D0-4301-4E2A-9717-C59D486A986B}" destId="{3A2F9B6B-9F08-4768-9804-D5E51870EA7B}" srcOrd="5" destOrd="0" presId="urn:microsoft.com/office/officeart/2005/8/layout/radial3"/>
    <dgm:cxn modelId="{27F3DA1F-09FE-4FE4-A6B1-DB7456AE702F}" type="presParOf" srcId="{F74401D0-4301-4E2A-9717-C59D486A986B}" destId="{19443BCD-9CC6-4D03-AE8A-C290D055B0B7}" srcOrd="6" destOrd="0" presId="urn:microsoft.com/office/officeart/2005/8/layout/radial3"/>
    <dgm:cxn modelId="{5BC5A914-47CD-48E1-A400-7784FDB2D9E1}" type="presParOf" srcId="{F74401D0-4301-4E2A-9717-C59D486A986B}" destId="{987AAD9A-78E1-4F73-B5AF-EB78EAE4F266}" srcOrd="7" destOrd="0" presId="urn:microsoft.com/office/officeart/2005/8/layout/radial3"/>
    <dgm:cxn modelId="{5DFF0FE3-1AB9-4EBC-B396-BBE1A73911E0}" type="presParOf" srcId="{F74401D0-4301-4E2A-9717-C59D486A986B}" destId="{75BE0948-9C08-42F9-A3D4-54E1B160C2C4}" srcOrd="8" destOrd="0" presId="urn:microsoft.com/office/officeart/2005/8/layout/radial3"/>
    <dgm:cxn modelId="{12A1704B-E9B2-4C97-9864-E94A8B95DC98}" type="presParOf" srcId="{F74401D0-4301-4E2A-9717-C59D486A986B}" destId="{DA4BB0B5-AC32-48D8-A5E2-ED27DB75B289}" srcOrd="9" destOrd="0" presId="urn:microsoft.com/office/officeart/2005/8/layout/radial3"/>
    <dgm:cxn modelId="{ACA3CEAA-6C42-4759-8709-463BD39B18B1}" type="presParOf" srcId="{F74401D0-4301-4E2A-9717-C59D486A986B}" destId="{6DD2E124-CA0F-4575-A430-DDC42A079D5D}" srcOrd="10" destOrd="0" presId="urn:microsoft.com/office/officeart/2005/8/layout/radial3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7F5D71-9C00-4B2D-9186-13ADFE58CECB}">
      <dsp:nvSpPr>
        <dsp:cNvPr id="0" name=""/>
        <dsp:cNvSpPr/>
      </dsp:nvSpPr>
      <dsp:spPr>
        <a:xfrm>
          <a:off x="4456276" y="1993"/>
          <a:ext cx="1535591" cy="15355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User Access Request &amp; Workflows</a:t>
          </a:r>
        </a:p>
      </dsp:txBody>
      <dsp:txXfrm>
        <a:off x="4681158" y="226875"/>
        <a:ext cx="1085827" cy="1085827"/>
      </dsp:txXfrm>
    </dsp:sp>
    <dsp:sp modelId="{B7394513-C1CF-492E-ABEB-6208941C65D8}">
      <dsp:nvSpPr>
        <dsp:cNvPr id="0" name=""/>
        <dsp:cNvSpPr/>
      </dsp:nvSpPr>
      <dsp:spPr>
        <a:xfrm rot="1800000">
          <a:off x="6008712" y="1081817"/>
          <a:ext cx="409271" cy="518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016937" y="1154774"/>
        <a:ext cx="286490" cy="310958"/>
      </dsp:txXfrm>
    </dsp:sp>
    <dsp:sp modelId="{7CAE65F0-F287-42D3-9F0E-2B71024B0E12}">
      <dsp:nvSpPr>
        <dsp:cNvPr id="0" name=""/>
        <dsp:cNvSpPr/>
      </dsp:nvSpPr>
      <dsp:spPr>
        <a:xfrm>
          <a:off x="6454891" y="1155894"/>
          <a:ext cx="1535591" cy="153559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Provision / De-provision</a:t>
          </a:r>
        </a:p>
      </dsp:txBody>
      <dsp:txXfrm>
        <a:off x="6679773" y="1380776"/>
        <a:ext cx="1085827" cy="1085827"/>
      </dsp:txXfrm>
    </dsp:sp>
    <dsp:sp modelId="{B673F0EB-EE37-431A-AAD0-EF5DB5B34D31}">
      <dsp:nvSpPr>
        <dsp:cNvPr id="0" name=""/>
        <dsp:cNvSpPr/>
      </dsp:nvSpPr>
      <dsp:spPr>
        <a:xfrm rot="5400000">
          <a:off x="7018051" y="2806876"/>
          <a:ext cx="409271" cy="518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7079442" y="2849138"/>
        <a:ext cx="286490" cy="310958"/>
      </dsp:txXfrm>
    </dsp:sp>
    <dsp:sp modelId="{610A9008-1F6E-44E0-BA03-F01F363B9437}">
      <dsp:nvSpPr>
        <dsp:cNvPr id="0" name=""/>
        <dsp:cNvSpPr/>
      </dsp:nvSpPr>
      <dsp:spPr>
        <a:xfrm>
          <a:off x="6454891" y="3463696"/>
          <a:ext cx="1535591" cy="153559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Enforce</a:t>
          </a:r>
        </a:p>
      </dsp:txBody>
      <dsp:txXfrm>
        <a:off x="6679773" y="3688578"/>
        <a:ext cx="1085827" cy="1085827"/>
      </dsp:txXfrm>
    </dsp:sp>
    <dsp:sp modelId="{07CBE38D-E036-4A81-B936-CE074A4DB3FF}">
      <dsp:nvSpPr>
        <dsp:cNvPr id="0" name=""/>
        <dsp:cNvSpPr/>
      </dsp:nvSpPr>
      <dsp:spPr>
        <a:xfrm rot="9000000">
          <a:off x="6028775" y="4543519"/>
          <a:ext cx="409271" cy="518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6143331" y="4616476"/>
        <a:ext cx="286490" cy="310958"/>
      </dsp:txXfrm>
    </dsp:sp>
    <dsp:sp modelId="{4790A434-5D28-4AB2-B520-59B12CB85EC1}">
      <dsp:nvSpPr>
        <dsp:cNvPr id="0" name=""/>
        <dsp:cNvSpPr/>
      </dsp:nvSpPr>
      <dsp:spPr>
        <a:xfrm>
          <a:off x="4456276" y="4617596"/>
          <a:ext cx="1535591" cy="153559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Report &amp; Audit</a:t>
          </a:r>
        </a:p>
      </dsp:txBody>
      <dsp:txXfrm>
        <a:off x="4681158" y="4842478"/>
        <a:ext cx="1085827" cy="1085827"/>
      </dsp:txXfrm>
    </dsp:sp>
    <dsp:sp modelId="{913734A7-B66F-4A08-923E-8A8BC0C35476}">
      <dsp:nvSpPr>
        <dsp:cNvPr id="0" name=""/>
        <dsp:cNvSpPr/>
      </dsp:nvSpPr>
      <dsp:spPr>
        <a:xfrm rot="12600000">
          <a:off x="4030160" y="4555102"/>
          <a:ext cx="409271" cy="518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4144716" y="4689449"/>
        <a:ext cx="286490" cy="310958"/>
      </dsp:txXfrm>
    </dsp:sp>
    <dsp:sp modelId="{53FBF696-E83E-451B-B2E0-5711E9A4B30C}">
      <dsp:nvSpPr>
        <dsp:cNvPr id="0" name=""/>
        <dsp:cNvSpPr/>
      </dsp:nvSpPr>
      <dsp:spPr>
        <a:xfrm>
          <a:off x="2457661" y="3463696"/>
          <a:ext cx="1535591" cy="153559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&amp; Certify</a:t>
          </a:r>
        </a:p>
      </dsp:txBody>
      <dsp:txXfrm>
        <a:off x="2682543" y="3688578"/>
        <a:ext cx="1085827" cy="1085827"/>
      </dsp:txXfrm>
    </dsp:sp>
    <dsp:sp modelId="{AC40ADBE-BE99-4916-B309-52AC981CE24B}">
      <dsp:nvSpPr>
        <dsp:cNvPr id="0" name=""/>
        <dsp:cNvSpPr/>
      </dsp:nvSpPr>
      <dsp:spPr>
        <a:xfrm rot="16200000">
          <a:off x="3020821" y="2830043"/>
          <a:ext cx="409271" cy="518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082212" y="2995086"/>
        <a:ext cx="286490" cy="310958"/>
      </dsp:txXfrm>
    </dsp:sp>
    <dsp:sp modelId="{47987BC3-2FCB-43D1-9774-7242EC6AFF68}">
      <dsp:nvSpPr>
        <dsp:cNvPr id="0" name=""/>
        <dsp:cNvSpPr/>
      </dsp:nvSpPr>
      <dsp:spPr>
        <a:xfrm>
          <a:off x="2457661" y="1155894"/>
          <a:ext cx="1535591" cy="153559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Reconcile</a:t>
          </a:r>
        </a:p>
      </dsp:txBody>
      <dsp:txXfrm>
        <a:off x="2682543" y="1380776"/>
        <a:ext cx="1085827" cy="1085827"/>
      </dsp:txXfrm>
    </dsp:sp>
    <dsp:sp modelId="{7568DF00-9822-48B2-A4EB-726F0E5E7539}">
      <dsp:nvSpPr>
        <dsp:cNvPr id="0" name=""/>
        <dsp:cNvSpPr/>
      </dsp:nvSpPr>
      <dsp:spPr>
        <a:xfrm rot="19800000">
          <a:off x="4010097" y="1093400"/>
          <a:ext cx="409271" cy="5182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018322" y="1227747"/>
        <a:ext cx="286490" cy="3109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16E05D-A9D9-4E13-BBDB-3A9C81006DF0}">
      <dsp:nvSpPr>
        <dsp:cNvPr id="0" name=""/>
        <dsp:cNvSpPr/>
      </dsp:nvSpPr>
      <dsp:spPr>
        <a:xfrm>
          <a:off x="2949949" y="1153774"/>
          <a:ext cx="3914181" cy="3730867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Customer Identity &amp; Access Management</a:t>
          </a:r>
          <a:endParaRPr lang="en-AU" sz="1600" kern="1200" dirty="0"/>
        </a:p>
      </dsp:txBody>
      <dsp:txXfrm>
        <a:off x="3523168" y="1700147"/>
        <a:ext cx="2767743" cy="2638121"/>
      </dsp:txXfrm>
    </dsp:sp>
    <dsp:sp modelId="{430D948C-A3A2-4C9E-9E49-A141FDEE1949}">
      <dsp:nvSpPr>
        <dsp:cNvPr id="0" name=""/>
        <dsp:cNvSpPr/>
      </dsp:nvSpPr>
      <dsp:spPr>
        <a:xfrm>
          <a:off x="4069681" y="597"/>
          <a:ext cx="1674716" cy="167471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>
              <a:latin typeface="Calibri" panose="020F0502020204030204"/>
              <a:ea typeface="+mn-ea"/>
              <a:cs typeface="+mn-cs"/>
            </a:rPr>
            <a:t>Omni Channel Support</a:t>
          </a:r>
          <a:endParaRPr lang="en-AU" sz="1000" kern="1200" dirty="0">
            <a:latin typeface="Calibri" panose="020F0502020204030204"/>
            <a:ea typeface="+mn-ea"/>
            <a:cs typeface="+mn-cs"/>
          </a:endParaRPr>
        </a:p>
      </dsp:txBody>
      <dsp:txXfrm>
        <a:off x="4314937" y="245853"/>
        <a:ext cx="1184204" cy="1184204"/>
      </dsp:txXfrm>
    </dsp:sp>
    <dsp:sp modelId="{95996339-6403-4091-AC4E-F5BFC3292682}">
      <dsp:nvSpPr>
        <dsp:cNvPr id="0" name=""/>
        <dsp:cNvSpPr/>
      </dsp:nvSpPr>
      <dsp:spPr>
        <a:xfrm>
          <a:off x="5351789" y="417179"/>
          <a:ext cx="1674716" cy="167471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Onboarding</a:t>
          </a:r>
          <a:endParaRPr lang="en-AU" sz="1400" kern="1200" dirty="0"/>
        </a:p>
      </dsp:txBody>
      <dsp:txXfrm>
        <a:off x="5597045" y="662435"/>
        <a:ext cx="1184204" cy="1184204"/>
      </dsp:txXfrm>
    </dsp:sp>
    <dsp:sp modelId="{F9ABBCAA-E0F1-4634-81F8-5B9DF3A4BF1C}">
      <dsp:nvSpPr>
        <dsp:cNvPr id="0" name=""/>
        <dsp:cNvSpPr/>
      </dsp:nvSpPr>
      <dsp:spPr>
        <a:xfrm>
          <a:off x="6144175" y="1507805"/>
          <a:ext cx="1674716" cy="167471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User Profile Management</a:t>
          </a:r>
          <a:endParaRPr lang="en-AU" sz="1400" kern="1200" dirty="0"/>
        </a:p>
      </dsp:txBody>
      <dsp:txXfrm>
        <a:off x="6389431" y="1753061"/>
        <a:ext cx="1184204" cy="1184204"/>
      </dsp:txXfrm>
    </dsp:sp>
    <dsp:sp modelId="{62F4F4C3-8886-410E-A0B7-7758BE244B1D}">
      <dsp:nvSpPr>
        <dsp:cNvPr id="0" name=""/>
        <dsp:cNvSpPr/>
      </dsp:nvSpPr>
      <dsp:spPr>
        <a:xfrm>
          <a:off x="6144175" y="2855893"/>
          <a:ext cx="1674716" cy="1674716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Self Service</a:t>
          </a:r>
          <a:endParaRPr lang="en-AU" sz="1400" kern="1200" dirty="0"/>
        </a:p>
      </dsp:txBody>
      <dsp:txXfrm>
        <a:off x="6389431" y="3101149"/>
        <a:ext cx="1184204" cy="1184204"/>
      </dsp:txXfrm>
    </dsp:sp>
    <dsp:sp modelId="{3A2F9B6B-9F08-4768-9804-D5E51870EA7B}">
      <dsp:nvSpPr>
        <dsp:cNvPr id="0" name=""/>
        <dsp:cNvSpPr/>
      </dsp:nvSpPr>
      <dsp:spPr>
        <a:xfrm>
          <a:off x="5351789" y="3946519"/>
          <a:ext cx="1674716" cy="167471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Authentication &amp; SSO</a:t>
          </a:r>
          <a:endParaRPr lang="en-AU" sz="1400" kern="1200" dirty="0"/>
        </a:p>
      </dsp:txBody>
      <dsp:txXfrm>
        <a:off x="5597045" y="4191775"/>
        <a:ext cx="1184204" cy="1184204"/>
      </dsp:txXfrm>
    </dsp:sp>
    <dsp:sp modelId="{19443BCD-9CC6-4D03-AE8A-C290D055B0B7}">
      <dsp:nvSpPr>
        <dsp:cNvPr id="0" name=""/>
        <dsp:cNvSpPr/>
      </dsp:nvSpPr>
      <dsp:spPr>
        <a:xfrm>
          <a:off x="4069681" y="4363101"/>
          <a:ext cx="1674716" cy="1674716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Fraud Detection and Prevention</a:t>
          </a:r>
          <a:endParaRPr lang="en-AU" sz="1400" kern="1200" dirty="0"/>
        </a:p>
      </dsp:txBody>
      <dsp:txXfrm>
        <a:off x="4314937" y="4608357"/>
        <a:ext cx="1184204" cy="1184204"/>
      </dsp:txXfrm>
    </dsp:sp>
    <dsp:sp modelId="{987AAD9A-78E1-4F73-B5AF-EB78EAE4F266}">
      <dsp:nvSpPr>
        <dsp:cNvPr id="0" name=""/>
        <dsp:cNvSpPr/>
      </dsp:nvSpPr>
      <dsp:spPr>
        <a:xfrm>
          <a:off x="2787573" y="3946519"/>
          <a:ext cx="1674716" cy="1674716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Consent Management</a:t>
          </a:r>
          <a:endParaRPr lang="en-AU" sz="1400" kern="1200" dirty="0"/>
        </a:p>
      </dsp:txBody>
      <dsp:txXfrm>
        <a:off x="3032829" y="4191775"/>
        <a:ext cx="1184204" cy="1184204"/>
      </dsp:txXfrm>
    </dsp:sp>
    <dsp:sp modelId="{75BE0948-9C08-42F9-A3D4-54E1B160C2C4}">
      <dsp:nvSpPr>
        <dsp:cNvPr id="0" name=""/>
        <dsp:cNvSpPr/>
      </dsp:nvSpPr>
      <dsp:spPr>
        <a:xfrm>
          <a:off x="1995187" y="2855893"/>
          <a:ext cx="1674716" cy="1674716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Analytics</a:t>
          </a:r>
          <a:endParaRPr lang="en-AU" sz="1400" kern="1200" dirty="0"/>
        </a:p>
      </dsp:txBody>
      <dsp:txXfrm>
        <a:off x="2240443" y="3101149"/>
        <a:ext cx="1184204" cy="1184204"/>
      </dsp:txXfrm>
    </dsp:sp>
    <dsp:sp modelId="{DA4BB0B5-AC32-48D8-A5E2-ED27DB75B289}">
      <dsp:nvSpPr>
        <dsp:cNvPr id="0" name=""/>
        <dsp:cNvSpPr/>
      </dsp:nvSpPr>
      <dsp:spPr>
        <a:xfrm>
          <a:off x="1995187" y="1507805"/>
          <a:ext cx="1674716" cy="1674716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Privacy, Compliance</a:t>
          </a:r>
          <a:endParaRPr lang="en-AU" sz="1400" kern="1200" dirty="0"/>
        </a:p>
      </dsp:txBody>
      <dsp:txXfrm>
        <a:off x="2240443" y="1753061"/>
        <a:ext cx="1184204" cy="1184204"/>
      </dsp:txXfrm>
    </dsp:sp>
    <dsp:sp modelId="{6DD2E124-CA0F-4575-A430-DDC42A079D5D}">
      <dsp:nvSpPr>
        <dsp:cNvPr id="0" name=""/>
        <dsp:cNvSpPr/>
      </dsp:nvSpPr>
      <dsp:spPr>
        <a:xfrm>
          <a:off x="2787573" y="417179"/>
          <a:ext cx="1674716" cy="1674716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API Security</a:t>
          </a:r>
          <a:endParaRPr lang="en-AU" sz="1400" kern="1200" dirty="0"/>
        </a:p>
      </dsp:txBody>
      <dsp:txXfrm>
        <a:off x="3032829" y="662435"/>
        <a:ext cx="1184204" cy="11842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CB8D9-3D2A-462C-B8F4-0F3530891E9C}" type="datetimeFigureOut">
              <a:rPr lang="en-IN" smtClean="0"/>
              <a:pPr/>
              <a:t>12-03-2025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A1600-B4D7-4A8C-A936-55CF08E901C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281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34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591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63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63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58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97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523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064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130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55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11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smtClean="0"/>
              <a:pPr/>
              <a:t>3/12/2025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643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6A29A7-BF9B-46AA-A70D-6B685968B9B5}"/>
              </a:ext>
            </a:extLst>
          </p:cNvPr>
          <p:cNvSpPr txBox="1"/>
          <p:nvPr/>
        </p:nvSpPr>
        <p:spPr>
          <a:xfrm>
            <a:off x="0" y="32876"/>
            <a:ext cx="10408920" cy="1136357"/>
          </a:xfrm>
          <a:prstGeom prst="homePlate">
            <a:avLst/>
          </a:prstGeom>
          <a:solidFill>
            <a:schemeClr val="bg1">
              <a:lumMod val="95000"/>
              <a:alpha val="54000"/>
            </a:schemeClr>
          </a:solidFill>
        </p:spPr>
        <p:txBody>
          <a:bodyPr wrap="square" rtlCol="0" anchor="ctr">
            <a:noAutofit/>
          </a:bodyPr>
          <a:lstStyle/>
          <a:p>
            <a:endParaRPr lang="en-GB" sz="44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2876"/>
            <a:ext cx="10802319" cy="1136357"/>
          </a:xfrm>
          <a:prstGeom prst="homePlate">
            <a:avLst/>
          </a:prstGeom>
          <a:solidFill>
            <a:schemeClr val="bg1">
              <a:lumMod val="95000"/>
              <a:alpha val="28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en-GB" sz="4400" dirty="0"/>
              <a:t>Identity &amp; Access Management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DFA16-C0DE-4089-AC9D-088E9E0F6437}"/>
              </a:ext>
            </a:extLst>
          </p:cNvPr>
          <p:cNvSpPr txBox="1"/>
          <p:nvPr/>
        </p:nvSpPr>
        <p:spPr>
          <a:xfrm>
            <a:off x="-1" y="32876"/>
            <a:ext cx="9934415" cy="1136357"/>
          </a:xfrm>
          <a:prstGeom prst="homePlate">
            <a:avLst/>
          </a:prstGeom>
          <a:solidFill>
            <a:schemeClr val="bg1">
              <a:lumMod val="95000"/>
              <a:alpha val="48000"/>
            </a:schemeClr>
          </a:solidFill>
        </p:spPr>
        <p:txBody>
          <a:bodyPr wrap="square" rtlCol="0" anchor="ctr">
            <a:noAutofit/>
          </a:bodyPr>
          <a:lstStyle/>
          <a:p>
            <a:endParaRPr lang="en-GB" sz="4400" dirty="0"/>
          </a:p>
        </p:txBody>
      </p:sp>
    </p:spTree>
    <p:extLst>
      <p:ext uri="{BB962C8B-B14F-4D97-AF65-F5344CB8AC3E}">
        <p14:creationId xmlns:p14="http://schemas.microsoft.com/office/powerpoint/2010/main" val="477941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7457" y="174171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INTRODUCTION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BA0A5919-20B7-4E77-AB96-0793EFECD59D}"/>
              </a:ext>
            </a:extLst>
          </p:cNvPr>
          <p:cNvSpPr/>
          <p:nvPr/>
        </p:nvSpPr>
        <p:spPr>
          <a:xfrm>
            <a:off x="337457" y="1898112"/>
            <a:ext cx="11219959" cy="4785717"/>
          </a:xfrm>
          <a:prstGeom prst="roundRect">
            <a:avLst>
              <a:gd name="adj" fmla="val 2572"/>
            </a:avLst>
          </a:prstGeom>
          <a:solidFill>
            <a:srgbClr val="ECECEC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t">
            <a:noAutofit/>
          </a:bodyPr>
          <a:lstStyle/>
          <a:p>
            <a:pPr marL="285750" indent="-285750" defTabSz="9144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No physical identity cards would suffice</a:t>
            </a:r>
          </a:p>
          <a:p>
            <a:pPr marL="285750" indent="-285750" defTabSz="9144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Importance of Digital Identities</a:t>
            </a:r>
          </a:p>
          <a:p>
            <a:pPr marL="285750" indent="-285750" defTabSz="9144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Issuers of Identities ( Identity Providers )</a:t>
            </a:r>
          </a:p>
          <a:p>
            <a:pPr marL="285750" indent="-285750" defTabSz="9144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Identity creation and maintenance</a:t>
            </a:r>
          </a:p>
          <a:p>
            <a:pPr marL="285750" indent="-285750" defTabSz="914400">
              <a:lnSpc>
                <a:spcPct val="30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  <a:p>
            <a:pPr marL="285750" indent="-285750" defTabSz="914400">
              <a:lnSpc>
                <a:spcPct val="30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  <a:p>
            <a:pPr marL="285750" indent="-285750" defTabSz="914400">
              <a:lnSpc>
                <a:spcPct val="30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4B2511A2-0FB6-4199-9833-05288C0C0001}"/>
              </a:ext>
            </a:extLst>
          </p:cNvPr>
          <p:cNvSpPr/>
          <p:nvPr/>
        </p:nvSpPr>
        <p:spPr>
          <a:xfrm>
            <a:off x="337456" y="945054"/>
            <a:ext cx="11219960" cy="705395"/>
          </a:xfrm>
          <a:prstGeom prst="roundRect">
            <a:avLst/>
          </a:prstGeom>
          <a:solidFill>
            <a:srgbClr val="BE0046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Autofit/>
          </a:bodyPr>
          <a:lstStyle/>
          <a:p>
            <a:pPr defTabSz="914400"/>
            <a:r>
              <a:rPr lang="en-US" b="1" kern="0" dirty="0">
                <a:solidFill>
                  <a:prstClr val="white"/>
                </a:solidFill>
                <a:latin typeface="Calibri" panose="020F0502020204030204"/>
              </a:rPr>
              <a:t>Identity in the Digital 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DBE2D9-AB6F-4CD6-81AC-DB3F29C486BF}"/>
              </a:ext>
            </a:extLst>
          </p:cNvPr>
          <p:cNvSpPr txBox="1"/>
          <p:nvPr/>
        </p:nvSpPr>
        <p:spPr>
          <a:xfrm>
            <a:off x="337457" y="174171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IDENTITY &amp; ACCESS MANAGEMENT</a:t>
            </a:r>
          </a:p>
        </p:txBody>
      </p:sp>
      <p:sp>
        <p:nvSpPr>
          <p:cNvPr id="5" name="Rounded Rectangle 7">
            <a:extLst>
              <a:ext uri="{FF2B5EF4-FFF2-40B4-BE49-F238E27FC236}">
                <a16:creationId xmlns:a16="http://schemas.microsoft.com/office/drawing/2014/main" id="{7A88C845-9BA4-4505-AE78-0058F3797DCA}"/>
              </a:ext>
            </a:extLst>
          </p:cNvPr>
          <p:cNvSpPr/>
          <p:nvPr/>
        </p:nvSpPr>
        <p:spPr>
          <a:xfrm>
            <a:off x="337457" y="893772"/>
            <a:ext cx="11219959" cy="4785717"/>
          </a:xfrm>
          <a:prstGeom prst="roundRect">
            <a:avLst>
              <a:gd name="adj" fmla="val 2572"/>
            </a:avLst>
          </a:prstGeom>
          <a:solidFill>
            <a:srgbClr val="ECECEC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t">
            <a:noAutofit/>
          </a:bodyPr>
          <a:lstStyle/>
          <a:p>
            <a:pPr marL="285750" indent="-285750" defTabSz="9144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kern="0" dirty="0"/>
              <a:t>Identity and access management (IAM) is the discipline that enables the right individuals to access the right resources at the right times for the right reasons</a:t>
            </a:r>
          </a:p>
          <a:p>
            <a:pPr marL="285750" indent="-285750" defTabSz="9144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kern="0" dirty="0"/>
              <a:t>IAM addresses the mission-critical need to ensure appropriate access to resources across increasingly heterogeneous technology environments and to meet increasingly rigorous compliance requirements</a:t>
            </a:r>
          </a:p>
          <a:p>
            <a:pPr marL="285750" indent="-285750" defTabSz="9144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000" kern="0" dirty="0"/>
              <a:t>IAM is a crucial undertaking for any enterprise. It is increasingly business-aligned, and it requires business skills, not just technical expertise</a:t>
            </a:r>
            <a:endParaRPr lang="en-US" sz="2000" kern="0" dirty="0">
              <a:latin typeface="Calibri" panose="020F0502020204030204"/>
            </a:endParaRPr>
          </a:p>
          <a:p>
            <a:pPr marL="285750" indent="-285750" defTabSz="91440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353F26-A0E7-4FEE-AB1B-88C182619C05}"/>
              </a:ext>
            </a:extLst>
          </p:cNvPr>
          <p:cNvSpPr txBox="1"/>
          <p:nvPr/>
        </p:nvSpPr>
        <p:spPr>
          <a:xfrm>
            <a:off x="524656" y="6190938"/>
            <a:ext cx="11032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Source: https://www.gartner.com/en/information-technology/glossary/identity-and-access-management-iam</a:t>
            </a:r>
          </a:p>
        </p:txBody>
      </p:sp>
    </p:spTree>
    <p:extLst>
      <p:ext uri="{BB962C8B-B14F-4D97-AF65-F5344CB8AC3E}">
        <p14:creationId xmlns:p14="http://schemas.microsoft.com/office/powerpoint/2010/main" val="378869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A01C05-7ED5-47F7-B3AC-AFE4F0F1EBFB}"/>
              </a:ext>
            </a:extLst>
          </p:cNvPr>
          <p:cNvSpPr txBox="1"/>
          <p:nvPr/>
        </p:nvSpPr>
        <p:spPr>
          <a:xfrm>
            <a:off x="161679" y="148182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AREAS OF I&amp;AM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0B8A190-F740-4130-AC43-ADA5BCD15382}"/>
              </a:ext>
            </a:extLst>
          </p:cNvPr>
          <p:cNvGrpSpPr/>
          <p:nvPr/>
        </p:nvGrpSpPr>
        <p:grpSpPr>
          <a:xfrm>
            <a:off x="256673" y="910390"/>
            <a:ext cx="3621927" cy="5037220"/>
            <a:chOff x="593559" y="1487905"/>
            <a:chExt cx="3513219" cy="388218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8BA0B50-30F0-48BF-9ED9-789D1C8768CB}"/>
                </a:ext>
              </a:extLst>
            </p:cNvPr>
            <p:cNvSpPr/>
            <p:nvPr/>
          </p:nvSpPr>
          <p:spPr>
            <a:xfrm>
              <a:off x="3400925" y="1487905"/>
              <a:ext cx="705853" cy="3882189"/>
            </a:xfrm>
            <a:custGeom>
              <a:avLst/>
              <a:gdLst>
                <a:gd name="connsiteX0" fmla="*/ 0 w 529390"/>
                <a:gd name="connsiteY0" fmla="*/ 0 h 3882189"/>
                <a:gd name="connsiteX1" fmla="*/ 253982 w 529390"/>
                <a:gd name="connsiteY1" fmla="*/ 0 h 3882189"/>
                <a:gd name="connsiteX2" fmla="*/ 529390 w 529390"/>
                <a:gd name="connsiteY2" fmla="*/ 275408 h 3882189"/>
                <a:gd name="connsiteX3" fmla="*/ 529390 w 529390"/>
                <a:gd name="connsiteY3" fmla="*/ 3606781 h 3882189"/>
                <a:gd name="connsiteX4" fmla="*/ 253982 w 529390"/>
                <a:gd name="connsiteY4" fmla="*/ 3882189 h 3882189"/>
                <a:gd name="connsiteX5" fmla="*/ 0 w 529390"/>
                <a:gd name="connsiteY5" fmla="*/ 3882189 h 3882189"/>
                <a:gd name="connsiteX6" fmla="*/ 0 w 529390"/>
                <a:gd name="connsiteY6" fmla="*/ 0 h 388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9390" h="3882189">
                  <a:moveTo>
                    <a:pt x="0" y="0"/>
                  </a:moveTo>
                  <a:lnTo>
                    <a:pt x="253982" y="0"/>
                  </a:lnTo>
                  <a:cubicBezTo>
                    <a:pt x="406086" y="0"/>
                    <a:pt x="529390" y="123304"/>
                    <a:pt x="529390" y="275408"/>
                  </a:cubicBezTo>
                  <a:lnTo>
                    <a:pt x="529390" y="3606781"/>
                  </a:lnTo>
                  <a:cubicBezTo>
                    <a:pt x="529390" y="3758885"/>
                    <a:pt x="406086" y="3882189"/>
                    <a:pt x="253982" y="3882189"/>
                  </a:cubicBezTo>
                  <a:lnTo>
                    <a:pt x="0" y="38821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0046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923A222-8933-4314-AD9F-53E2EEC30500}"/>
                </a:ext>
              </a:extLst>
            </p:cNvPr>
            <p:cNvSpPr/>
            <p:nvPr/>
          </p:nvSpPr>
          <p:spPr>
            <a:xfrm>
              <a:off x="593559" y="1487905"/>
              <a:ext cx="2807368" cy="3882189"/>
            </a:xfrm>
            <a:custGeom>
              <a:avLst/>
              <a:gdLst>
                <a:gd name="connsiteX0" fmla="*/ 275408 w 2374231"/>
                <a:gd name="connsiteY0" fmla="*/ 0 h 3882189"/>
                <a:gd name="connsiteX1" fmla="*/ 2374231 w 2374231"/>
                <a:gd name="connsiteY1" fmla="*/ 0 h 3882189"/>
                <a:gd name="connsiteX2" fmla="*/ 2374231 w 2374231"/>
                <a:gd name="connsiteY2" fmla="*/ 3882189 h 3882189"/>
                <a:gd name="connsiteX3" fmla="*/ 2101515 w 2374231"/>
                <a:gd name="connsiteY3" fmla="*/ 3882189 h 3882189"/>
                <a:gd name="connsiteX4" fmla="*/ 2101515 w 2374231"/>
                <a:gd name="connsiteY4" fmla="*/ 3741822 h 3882189"/>
                <a:gd name="connsiteX5" fmla="*/ 2031329 w 2374231"/>
                <a:gd name="connsiteY5" fmla="*/ 3671636 h 3882189"/>
                <a:gd name="connsiteX6" fmla="*/ 920417 w 2374231"/>
                <a:gd name="connsiteY6" fmla="*/ 3671636 h 3882189"/>
                <a:gd name="connsiteX7" fmla="*/ 850231 w 2374231"/>
                <a:gd name="connsiteY7" fmla="*/ 3741822 h 3882189"/>
                <a:gd name="connsiteX8" fmla="*/ 850231 w 2374231"/>
                <a:gd name="connsiteY8" fmla="*/ 3882189 h 3882189"/>
                <a:gd name="connsiteX9" fmla="*/ 275408 w 2374231"/>
                <a:gd name="connsiteY9" fmla="*/ 3882189 h 3882189"/>
                <a:gd name="connsiteX10" fmla="*/ 0 w 2374231"/>
                <a:gd name="connsiteY10" fmla="*/ 3606781 h 3882189"/>
                <a:gd name="connsiteX11" fmla="*/ 0 w 2374231"/>
                <a:gd name="connsiteY11" fmla="*/ 275408 h 3882189"/>
                <a:gd name="connsiteX12" fmla="*/ 275408 w 2374231"/>
                <a:gd name="connsiteY12" fmla="*/ 0 h 388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4231" h="3882189">
                  <a:moveTo>
                    <a:pt x="275408" y="0"/>
                  </a:moveTo>
                  <a:lnTo>
                    <a:pt x="2374231" y="0"/>
                  </a:lnTo>
                  <a:lnTo>
                    <a:pt x="2374231" y="3882189"/>
                  </a:lnTo>
                  <a:lnTo>
                    <a:pt x="2101515" y="3882189"/>
                  </a:lnTo>
                  <a:lnTo>
                    <a:pt x="2101515" y="3741822"/>
                  </a:lnTo>
                  <a:cubicBezTo>
                    <a:pt x="2101515" y="3703059"/>
                    <a:pt x="2070092" y="3671636"/>
                    <a:pt x="2031329" y="3671636"/>
                  </a:cubicBezTo>
                  <a:lnTo>
                    <a:pt x="920417" y="3671636"/>
                  </a:lnTo>
                  <a:cubicBezTo>
                    <a:pt x="881654" y="3671636"/>
                    <a:pt x="850231" y="3703059"/>
                    <a:pt x="850231" y="3741822"/>
                  </a:cubicBezTo>
                  <a:lnTo>
                    <a:pt x="850231" y="3882189"/>
                  </a:lnTo>
                  <a:lnTo>
                    <a:pt x="275408" y="3882189"/>
                  </a:lnTo>
                  <a:cubicBezTo>
                    <a:pt x="123304" y="3882189"/>
                    <a:pt x="0" y="3758885"/>
                    <a:pt x="0" y="3606781"/>
                  </a:cubicBezTo>
                  <a:lnTo>
                    <a:pt x="0" y="275408"/>
                  </a:lnTo>
                  <a:cubicBezTo>
                    <a:pt x="0" y="123304"/>
                    <a:pt x="123304" y="0"/>
                    <a:pt x="275408" y="0"/>
                  </a:cubicBezTo>
                  <a:close/>
                </a:path>
              </a:pathLst>
            </a:custGeom>
            <a:solidFill>
              <a:srgbClr val="ECECEC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2287FF1-B95F-4C44-93A4-3C7D679DE666}"/>
                </a:ext>
              </a:extLst>
            </p:cNvPr>
            <p:cNvSpPr/>
            <p:nvPr/>
          </p:nvSpPr>
          <p:spPr>
            <a:xfrm>
              <a:off x="954506" y="5159541"/>
              <a:ext cx="2165684" cy="210553"/>
            </a:xfrm>
            <a:custGeom>
              <a:avLst/>
              <a:gdLst>
                <a:gd name="connsiteX0" fmla="*/ 70186 w 1251284"/>
                <a:gd name="connsiteY0" fmla="*/ 0 h 210553"/>
                <a:gd name="connsiteX1" fmla="*/ 1181098 w 1251284"/>
                <a:gd name="connsiteY1" fmla="*/ 0 h 210553"/>
                <a:gd name="connsiteX2" fmla="*/ 1251284 w 1251284"/>
                <a:gd name="connsiteY2" fmla="*/ 70186 h 210553"/>
                <a:gd name="connsiteX3" fmla="*/ 1251284 w 1251284"/>
                <a:gd name="connsiteY3" fmla="*/ 210553 h 210553"/>
                <a:gd name="connsiteX4" fmla="*/ 0 w 1251284"/>
                <a:gd name="connsiteY4" fmla="*/ 210553 h 210553"/>
                <a:gd name="connsiteX5" fmla="*/ 0 w 1251284"/>
                <a:gd name="connsiteY5" fmla="*/ 70186 h 210553"/>
                <a:gd name="connsiteX6" fmla="*/ 70186 w 1251284"/>
                <a:gd name="connsiteY6" fmla="*/ 0 h 21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1284" h="210553">
                  <a:moveTo>
                    <a:pt x="70186" y="0"/>
                  </a:moveTo>
                  <a:lnTo>
                    <a:pt x="1181098" y="0"/>
                  </a:lnTo>
                  <a:cubicBezTo>
                    <a:pt x="1219861" y="0"/>
                    <a:pt x="1251284" y="31423"/>
                    <a:pt x="1251284" y="70186"/>
                  </a:cubicBezTo>
                  <a:lnTo>
                    <a:pt x="1251284" y="210553"/>
                  </a:lnTo>
                  <a:lnTo>
                    <a:pt x="0" y="210553"/>
                  </a:lnTo>
                  <a:lnTo>
                    <a:pt x="0" y="70186"/>
                  </a:lnTo>
                  <a:cubicBezTo>
                    <a:pt x="0" y="31423"/>
                    <a:pt x="31423" y="0"/>
                    <a:pt x="70186" y="0"/>
                  </a:cubicBezTo>
                  <a:close/>
                </a:path>
              </a:pathLst>
            </a:custGeom>
            <a:solidFill>
              <a:srgbClr val="BE0046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66CC3E1-60F1-4870-89F7-B24687D9DC20}"/>
              </a:ext>
            </a:extLst>
          </p:cNvPr>
          <p:cNvGrpSpPr/>
          <p:nvPr/>
        </p:nvGrpSpPr>
        <p:grpSpPr>
          <a:xfrm>
            <a:off x="4519990" y="910390"/>
            <a:ext cx="3535625" cy="5037220"/>
            <a:chOff x="593559" y="1487905"/>
            <a:chExt cx="3513219" cy="3882189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653DA5D-6C3A-40CE-BF26-A88C6BCE13B5}"/>
                </a:ext>
              </a:extLst>
            </p:cNvPr>
            <p:cNvSpPr/>
            <p:nvPr/>
          </p:nvSpPr>
          <p:spPr>
            <a:xfrm>
              <a:off x="3400925" y="1487905"/>
              <a:ext cx="705853" cy="3882189"/>
            </a:xfrm>
            <a:custGeom>
              <a:avLst/>
              <a:gdLst>
                <a:gd name="connsiteX0" fmla="*/ 0 w 529390"/>
                <a:gd name="connsiteY0" fmla="*/ 0 h 3882189"/>
                <a:gd name="connsiteX1" fmla="*/ 253982 w 529390"/>
                <a:gd name="connsiteY1" fmla="*/ 0 h 3882189"/>
                <a:gd name="connsiteX2" fmla="*/ 529390 w 529390"/>
                <a:gd name="connsiteY2" fmla="*/ 275408 h 3882189"/>
                <a:gd name="connsiteX3" fmla="*/ 529390 w 529390"/>
                <a:gd name="connsiteY3" fmla="*/ 3606781 h 3882189"/>
                <a:gd name="connsiteX4" fmla="*/ 253982 w 529390"/>
                <a:gd name="connsiteY4" fmla="*/ 3882189 h 3882189"/>
                <a:gd name="connsiteX5" fmla="*/ 0 w 529390"/>
                <a:gd name="connsiteY5" fmla="*/ 3882189 h 3882189"/>
                <a:gd name="connsiteX6" fmla="*/ 0 w 529390"/>
                <a:gd name="connsiteY6" fmla="*/ 0 h 388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9390" h="3882189">
                  <a:moveTo>
                    <a:pt x="0" y="0"/>
                  </a:moveTo>
                  <a:lnTo>
                    <a:pt x="253982" y="0"/>
                  </a:lnTo>
                  <a:cubicBezTo>
                    <a:pt x="406086" y="0"/>
                    <a:pt x="529390" y="123304"/>
                    <a:pt x="529390" y="275408"/>
                  </a:cubicBezTo>
                  <a:lnTo>
                    <a:pt x="529390" y="3606781"/>
                  </a:lnTo>
                  <a:cubicBezTo>
                    <a:pt x="529390" y="3758885"/>
                    <a:pt x="406086" y="3882189"/>
                    <a:pt x="253982" y="3882189"/>
                  </a:cubicBezTo>
                  <a:lnTo>
                    <a:pt x="0" y="38821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2323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84B76B9-512D-49D5-9295-5BF31FC2C597}"/>
                </a:ext>
              </a:extLst>
            </p:cNvPr>
            <p:cNvSpPr/>
            <p:nvPr/>
          </p:nvSpPr>
          <p:spPr>
            <a:xfrm>
              <a:off x="593559" y="1487905"/>
              <a:ext cx="2807368" cy="3882189"/>
            </a:xfrm>
            <a:custGeom>
              <a:avLst/>
              <a:gdLst>
                <a:gd name="connsiteX0" fmla="*/ 275408 w 2374231"/>
                <a:gd name="connsiteY0" fmla="*/ 0 h 3882189"/>
                <a:gd name="connsiteX1" fmla="*/ 2374231 w 2374231"/>
                <a:gd name="connsiteY1" fmla="*/ 0 h 3882189"/>
                <a:gd name="connsiteX2" fmla="*/ 2374231 w 2374231"/>
                <a:gd name="connsiteY2" fmla="*/ 3882189 h 3882189"/>
                <a:gd name="connsiteX3" fmla="*/ 2101515 w 2374231"/>
                <a:gd name="connsiteY3" fmla="*/ 3882189 h 3882189"/>
                <a:gd name="connsiteX4" fmla="*/ 2101515 w 2374231"/>
                <a:gd name="connsiteY4" fmla="*/ 3741822 h 3882189"/>
                <a:gd name="connsiteX5" fmla="*/ 2031329 w 2374231"/>
                <a:gd name="connsiteY5" fmla="*/ 3671636 h 3882189"/>
                <a:gd name="connsiteX6" fmla="*/ 920417 w 2374231"/>
                <a:gd name="connsiteY6" fmla="*/ 3671636 h 3882189"/>
                <a:gd name="connsiteX7" fmla="*/ 850231 w 2374231"/>
                <a:gd name="connsiteY7" fmla="*/ 3741822 h 3882189"/>
                <a:gd name="connsiteX8" fmla="*/ 850231 w 2374231"/>
                <a:gd name="connsiteY8" fmla="*/ 3882189 h 3882189"/>
                <a:gd name="connsiteX9" fmla="*/ 275408 w 2374231"/>
                <a:gd name="connsiteY9" fmla="*/ 3882189 h 3882189"/>
                <a:gd name="connsiteX10" fmla="*/ 0 w 2374231"/>
                <a:gd name="connsiteY10" fmla="*/ 3606781 h 3882189"/>
                <a:gd name="connsiteX11" fmla="*/ 0 w 2374231"/>
                <a:gd name="connsiteY11" fmla="*/ 275408 h 3882189"/>
                <a:gd name="connsiteX12" fmla="*/ 275408 w 2374231"/>
                <a:gd name="connsiteY12" fmla="*/ 0 h 388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4231" h="3882189">
                  <a:moveTo>
                    <a:pt x="275408" y="0"/>
                  </a:moveTo>
                  <a:lnTo>
                    <a:pt x="2374231" y="0"/>
                  </a:lnTo>
                  <a:lnTo>
                    <a:pt x="2374231" y="3882189"/>
                  </a:lnTo>
                  <a:lnTo>
                    <a:pt x="2101515" y="3882189"/>
                  </a:lnTo>
                  <a:lnTo>
                    <a:pt x="2101515" y="3741822"/>
                  </a:lnTo>
                  <a:cubicBezTo>
                    <a:pt x="2101515" y="3703059"/>
                    <a:pt x="2070092" y="3671636"/>
                    <a:pt x="2031329" y="3671636"/>
                  </a:cubicBezTo>
                  <a:lnTo>
                    <a:pt x="920417" y="3671636"/>
                  </a:lnTo>
                  <a:cubicBezTo>
                    <a:pt x="881654" y="3671636"/>
                    <a:pt x="850231" y="3703059"/>
                    <a:pt x="850231" y="3741822"/>
                  </a:cubicBezTo>
                  <a:lnTo>
                    <a:pt x="850231" y="3882189"/>
                  </a:lnTo>
                  <a:lnTo>
                    <a:pt x="275408" y="3882189"/>
                  </a:lnTo>
                  <a:cubicBezTo>
                    <a:pt x="123304" y="3882189"/>
                    <a:pt x="0" y="3758885"/>
                    <a:pt x="0" y="3606781"/>
                  </a:cubicBezTo>
                  <a:lnTo>
                    <a:pt x="0" y="275408"/>
                  </a:lnTo>
                  <a:cubicBezTo>
                    <a:pt x="0" y="123304"/>
                    <a:pt x="123304" y="0"/>
                    <a:pt x="275408" y="0"/>
                  </a:cubicBezTo>
                  <a:close/>
                </a:path>
              </a:pathLst>
            </a:custGeom>
            <a:solidFill>
              <a:srgbClr val="ECECEC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1A79A09-A789-4A68-832C-3419716C5B82}"/>
                </a:ext>
              </a:extLst>
            </p:cNvPr>
            <p:cNvSpPr/>
            <p:nvPr/>
          </p:nvSpPr>
          <p:spPr>
            <a:xfrm>
              <a:off x="954506" y="5159541"/>
              <a:ext cx="2165684" cy="210553"/>
            </a:xfrm>
            <a:custGeom>
              <a:avLst/>
              <a:gdLst>
                <a:gd name="connsiteX0" fmla="*/ 70186 w 1251284"/>
                <a:gd name="connsiteY0" fmla="*/ 0 h 210553"/>
                <a:gd name="connsiteX1" fmla="*/ 1181098 w 1251284"/>
                <a:gd name="connsiteY1" fmla="*/ 0 h 210553"/>
                <a:gd name="connsiteX2" fmla="*/ 1251284 w 1251284"/>
                <a:gd name="connsiteY2" fmla="*/ 70186 h 210553"/>
                <a:gd name="connsiteX3" fmla="*/ 1251284 w 1251284"/>
                <a:gd name="connsiteY3" fmla="*/ 210553 h 210553"/>
                <a:gd name="connsiteX4" fmla="*/ 0 w 1251284"/>
                <a:gd name="connsiteY4" fmla="*/ 210553 h 210553"/>
                <a:gd name="connsiteX5" fmla="*/ 0 w 1251284"/>
                <a:gd name="connsiteY5" fmla="*/ 70186 h 210553"/>
                <a:gd name="connsiteX6" fmla="*/ 70186 w 1251284"/>
                <a:gd name="connsiteY6" fmla="*/ 0 h 21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1284" h="210553">
                  <a:moveTo>
                    <a:pt x="70186" y="0"/>
                  </a:moveTo>
                  <a:lnTo>
                    <a:pt x="1181098" y="0"/>
                  </a:lnTo>
                  <a:cubicBezTo>
                    <a:pt x="1219861" y="0"/>
                    <a:pt x="1251284" y="31423"/>
                    <a:pt x="1251284" y="70186"/>
                  </a:cubicBezTo>
                  <a:lnTo>
                    <a:pt x="1251284" y="210553"/>
                  </a:lnTo>
                  <a:lnTo>
                    <a:pt x="0" y="210553"/>
                  </a:lnTo>
                  <a:lnTo>
                    <a:pt x="0" y="70186"/>
                  </a:lnTo>
                  <a:cubicBezTo>
                    <a:pt x="0" y="31423"/>
                    <a:pt x="31423" y="0"/>
                    <a:pt x="70186" y="0"/>
                  </a:cubicBezTo>
                  <a:close/>
                </a:path>
              </a:pathLst>
            </a:custGeom>
            <a:solidFill>
              <a:srgbClr val="1E2323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BD9863C-D611-40D2-A547-64AC4A5EB127}"/>
              </a:ext>
            </a:extLst>
          </p:cNvPr>
          <p:cNvGrpSpPr/>
          <p:nvPr/>
        </p:nvGrpSpPr>
        <p:grpSpPr>
          <a:xfrm>
            <a:off x="8518358" y="910390"/>
            <a:ext cx="3457328" cy="5037220"/>
            <a:chOff x="593559" y="1487905"/>
            <a:chExt cx="3513219" cy="388218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01C249D-E021-4CCA-9C11-CFDBF863C0CB}"/>
                </a:ext>
              </a:extLst>
            </p:cNvPr>
            <p:cNvSpPr/>
            <p:nvPr/>
          </p:nvSpPr>
          <p:spPr>
            <a:xfrm>
              <a:off x="3400925" y="1487905"/>
              <a:ext cx="705853" cy="3882189"/>
            </a:xfrm>
            <a:custGeom>
              <a:avLst/>
              <a:gdLst>
                <a:gd name="connsiteX0" fmla="*/ 0 w 529390"/>
                <a:gd name="connsiteY0" fmla="*/ 0 h 3882189"/>
                <a:gd name="connsiteX1" fmla="*/ 253982 w 529390"/>
                <a:gd name="connsiteY1" fmla="*/ 0 h 3882189"/>
                <a:gd name="connsiteX2" fmla="*/ 529390 w 529390"/>
                <a:gd name="connsiteY2" fmla="*/ 275408 h 3882189"/>
                <a:gd name="connsiteX3" fmla="*/ 529390 w 529390"/>
                <a:gd name="connsiteY3" fmla="*/ 3606781 h 3882189"/>
                <a:gd name="connsiteX4" fmla="*/ 253982 w 529390"/>
                <a:gd name="connsiteY4" fmla="*/ 3882189 h 3882189"/>
                <a:gd name="connsiteX5" fmla="*/ 0 w 529390"/>
                <a:gd name="connsiteY5" fmla="*/ 3882189 h 3882189"/>
                <a:gd name="connsiteX6" fmla="*/ 0 w 529390"/>
                <a:gd name="connsiteY6" fmla="*/ 0 h 388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9390" h="3882189">
                  <a:moveTo>
                    <a:pt x="0" y="0"/>
                  </a:moveTo>
                  <a:lnTo>
                    <a:pt x="253982" y="0"/>
                  </a:lnTo>
                  <a:cubicBezTo>
                    <a:pt x="406086" y="0"/>
                    <a:pt x="529390" y="123304"/>
                    <a:pt x="529390" y="275408"/>
                  </a:cubicBezTo>
                  <a:lnTo>
                    <a:pt x="529390" y="3606781"/>
                  </a:lnTo>
                  <a:cubicBezTo>
                    <a:pt x="529390" y="3758885"/>
                    <a:pt x="406086" y="3882189"/>
                    <a:pt x="253982" y="3882189"/>
                  </a:cubicBezTo>
                  <a:lnTo>
                    <a:pt x="0" y="38821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9145415-D44D-47F8-B618-4EF6169DCDE7}"/>
                </a:ext>
              </a:extLst>
            </p:cNvPr>
            <p:cNvSpPr/>
            <p:nvPr/>
          </p:nvSpPr>
          <p:spPr>
            <a:xfrm>
              <a:off x="593559" y="1487905"/>
              <a:ext cx="2807368" cy="3882189"/>
            </a:xfrm>
            <a:custGeom>
              <a:avLst/>
              <a:gdLst>
                <a:gd name="connsiteX0" fmla="*/ 275408 w 2374231"/>
                <a:gd name="connsiteY0" fmla="*/ 0 h 3882189"/>
                <a:gd name="connsiteX1" fmla="*/ 2374231 w 2374231"/>
                <a:gd name="connsiteY1" fmla="*/ 0 h 3882189"/>
                <a:gd name="connsiteX2" fmla="*/ 2374231 w 2374231"/>
                <a:gd name="connsiteY2" fmla="*/ 3882189 h 3882189"/>
                <a:gd name="connsiteX3" fmla="*/ 2101515 w 2374231"/>
                <a:gd name="connsiteY3" fmla="*/ 3882189 h 3882189"/>
                <a:gd name="connsiteX4" fmla="*/ 2101515 w 2374231"/>
                <a:gd name="connsiteY4" fmla="*/ 3741822 h 3882189"/>
                <a:gd name="connsiteX5" fmla="*/ 2031329 w 2374231"/>
                <a:gd name="connsiteY5" fmla="*/ 3671636 h 3882189"/>
                <a:gd name="connsiteX6" fmla="*/ 920417 w 2374231"/>
                <a:gd name="connsiteY6" fmla="*/ 3671636 h 3882189"/>
                <a:gd name="connsiteX7" fmla="*/ 850231 w 2374231"/>
                <a:gd name="connsiteY7" fmla="*/ 3741822 h 3882189"/>
                <a:gd name="connsiteX8" fmla="*/ 850231 w 2374231"/>
                <a:gd name="connsiteY8" fmla="*/ 3882189 h 3882189"/>
                <a:gd name="connsiteX9" fmla="*/ 275408 w 2374231"/>
                <a:gd name="connsiteY9" fmla="*/ 3882189 h 3882189"/>
                <a:gd name="connsiteX10" fmla="*/ 0 w 2374231"/>
                <a:gd name="connsiteY10" fmla="*/ 3606781 h 3882189"/>
                <a:gd name="connsiteX11" fmla="*/ 0 w 2374231"/>
                <a:gd name="connsiteY11" fmla="*/ 275408 h 3882189"/>
                <a:gd name="connsiteX12" fmla="*/ 275408 w 2374231"/>
                <a:gd name="connsiteY12" fmla="*/ 0 h 3882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74231" h="3882189">
                  <a:moveTo>
                    <a:pt x="275408" y="0"/>
                  </a:moveTo>
                  <a:lnTo>
                    <a:pt x="2374231" y="0"/>
                  </a:lnTo>
                  <a:lnTo>
                    <a:pt x="2374231" y="3882189"/>
                  </a:lnTo>
                  <a:lnTo>
                    <a:pt x="2101515" y="3882189"/>
                  </a:lnTo>
                  <a:lnTo>
                    <a:pt x="2101515" y="3741822"/>
                  </a:lnTo>
                  <a:cubicBezTo>
                    <a:pt x="2101515" y="3703059"/>
                    <a:pt x="2070092" y="3671636"/>
                    <a:pt x="2031329" y="3671636"/>
                  </a:cubicBezTo>
                  <a:lnTo>
                    <a:pt x="920417" y="3671636"/>
                  </a:lnTo>
                  <a:cubicBezTo>
                    <a:pt x="881654" y="3671636"/>
                    <a:pt x="850231" y="3703059"/>
                    <a:pt x="850231" y="3741822"/>
                  </a:cubicBezTo>
                  <a:lnTo>
                    <a:pt x="850231" y="3882189"/>
                  </a:lnTo>
                  <a:lnTo>
                    <a:pt x="275408" y="3882189"/>
                  </a:lnTo>
                  <a:cubicBezTo>
                    <a:pt x="123304" y="3882189"/>
                    <a:pt x="0" y="3758885"/>
                    <a:pt x="0" y="3606781"/>
                  </a:cubicBezTo>
                  <a:lnTo>
                    <a:pt x="0" y="275408"/>
                  </a:lnTo>
                  <a:cubicBezTo>
                    <a:pt x="0" y="123304"/>
                    <a:pt x="123304" y="0"/>
                    <a:pt x="275408" y="0"/>
                  </a:cubicBezTo>
                  <a:close/>
                </a:path>
              </a:pathLst>
            </a:custGeom>
            <a:solidFill>
              <a:srgbClr val="ECECEC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2272C32-17F3-4579-A030-C4E1BBB54BC8}"/>
                </a:ext>
              </a:extLst>
            </p:cNvPr>
            <p:cNvSpPr/>
            <p:nvPr/>
          </p:nvSpPr>
          <p:spPr>
            <a:xfrm>
              <a:off x="954506" y="5159541"/>
              <a:ext cx="2165684" cy="210553"/>
            </a:xfrm>
            <a:custGeom>
              <a:avLst/>
              <a:gdLst>
                <a:gd name="connsiteX0" fmla="*/ 70186 w 1251284"/>
                <a:gd name="connsiteY0" fmla="*/ 0 h 210553"/>
                <a:gd name="connsiteX1" fmla="*/ 1181098 w 1251284"/>
                <a:gd name="connsiteY1" fmla="*/ 0 h 210553"/>
                <a:gd name="connsiteX2" fmla="*/ 1251284 w 1251284"/>
                <a:gd name="connsiteY2" fmla="*/ 70186 h 210553"/>
                <a:gd name="connsiteX3" fmla="*/ 1251284 w 1251284"/>
                <a:gd name="connsiteY3" fmla="*/ 210553 h 210553"/>
                <a:gd name="connsiteX4" fmla="*/ 0 w 1251284"/>
                <a:gd name="connsiteY4" fmla="*/ 210553 h 210553"/>
                <a:gd name="connsiteX5" fmla="*/ 0 w 1251284"/>
                <a:gd name="connsiteY5" fmla="*/ 70186 h 210553"/>
                <a:gd name="connsiteX6" fmla="*/ 70186 w 1251284"/>
                <a:gd name="connsiteY6" fmla="*/ 0 h 21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51284" h="210553">
                  <a:moveTo>
                    <a:pt x="70186" y="0"/>
                  </a:moveTo>
                  <a:lnTo>
                    <a:pt x="1181098" y="0"/>
                  </a:lnTo>
                  <a:cubicBezTo>
                    <a:pt x="1219861" y="0"/>
                    <a:pt x="1251284" y="31423"/>
                    <a:pt x="1251284" y="70186"/>
                  </a:cubicBezTo>
                  <a:lnTo>
                    <a:pt x="1251284" y="210553"/>
                  </a:lnTo>
                  <a:lnTo>
                    <a:pt x="0" y="210553"/>
                  </a:lnTo>
                  <a:lnTo>
                    <a:pt x="0" y="70186"/>
                  </a:lnTo>
                  <a:cubicBezTo>
                    <a:pt x="0" y="31423"/>
                    <a:pt x="31423" y="0"/>
                    <a:pt x="70186" y="0"/>
                  </a:cubicBezTo>
                  <a:close/>
                </a:path>
              </a:pathLst>
            </a:custGeom>
            <a:solidFill>
              <a:sysClr val="window" lastClr="FFFFFF">
                <a:lumMod val="50000"/>
              </a:sys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D278A81-F07B-4CAD-9025-6745C08ABA43}"/>
              </a:ext>
            </a:extLst>
          </p:cNvPr>
          <p:cNvSpPr txBox="1"/>
          <p:nvPr/>
        </p:nvSpPr>
        <p:spPr>
          <a:xfrm>
            <a:off x="3251991" y="1668379"/>
            <a:ext cx="461665" cy="4006034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Identity Governance &amp; Administration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EA6F98-2FD5-4624-B347-F8ABB2BD7981}"/>
              </a:ext>
            </a:extLst>
          </p:cNvPr>
          <p:cNvSpPr txBox="1"/>
          <p:nvPr/>
        </p:nvSpPr>
        <p:spPr>
          <a:xfrm>
            <a:off x="7461740" y="1744579"/>
            <a:ext cx="461665" cy="336884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Privileged Access Management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A89169-AB6A-4B4D-B6C1-4AA8B2D851C0}"/>
              </a:ext>
            </a:extLst>
          </p:cNvPr>
          <p:cNvSpPr txBox="1"/>
          <p:nvPr/>
        </p:nvSpPr>
        <p:spPr>
          <a:xfrm>
            <a:off x="11446654" y="1744579"/>
            <a:ext cx="461665" cy="3368841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Web Access Management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CCBE2F-ECB0-4557-A155-82F5ED29A2DE}"/>
              </a:ext>
            </a:extLst>
          </p:cNvPr>
          <p:cNvSpPr txBox="1"/>
          <p:nvPr/>
        </p:nvSpPr>
        <p:spPr>
          <a:xfrm>
            <a:off x="403066" y="1433306"/>
            <a:ext cx="2655228" cy="24384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Identity Management</a:t>
            </a:r>
          </a:p>
          <a:p>
            <a:pPr marL="285750" marR="0" lvl="0" indent="-285750" defTabSz="91440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kern="0" dirty="0">
                <a:solidFill>
                  <a:prstClr val="black"/>
                </a:solidFill>
              </a:rPr>
              <a:t>Identity Analysis</a:t>
            </a:r>
          </a:p>
          <a:p>
            <a:pPr marL="285750" marR="0" lvl="0" indent="-285750" defTabSz="914400" eaLnBrk="1" fontAlgn="auto" latinLnBrk="0" hangingPunct="1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IGA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6981F1-9C07-4D23-AF28-B0C53BEA6A72}"/>
              </a:ext>
            </a:extLst>
          </p:cNvPr>
          <p:cNvSpPr txBox="1"/>
          <p:nvPr/>
        </p:nvSpPr>
        <p:spPr>
          <a:xfrm>
            <a:off x="4685789" y="1569218"/>
            <a:ext cx="2376946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Privilege Access Security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End Point Privilege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Managmeent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Privilege Remote Access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Privilege Threat Analytics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Secret Management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5CCA0A0-A1B6-4D96-8557-C4217192B5FC}"/>
              </a:ext>
            </a:extLst>
          </p:cNvPr>
          <p:cNvSpPr txBox="1"/>
          <p:nvPr/>
        </p:nvSpPr>
        <p:spPr>
          <a:xfrm>
            <a:off x="8627848" y="1569218"/>
            <a:ext cx="2376946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Single Sign On, Federation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Customer Facing IAM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Multifactor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Autenticaiton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API Security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Fine Grained Authorization </a:t>
            </a:r>
          </a:p>
          <a:p>
            <a:pPr marL="285750" marR="0" lvl="0" indent="-2857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72611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C1C04B-F01E-45ED-BA42-25005690239D}"/>
              </a:ext>
            </a:extLst>
          </p:cNvPr>
          <p:cNvSpPr txBox="1"/>
          <p:nvPr/>
        </p:nvSpPr>
        <p:spPr>
          <a:xfrm>
            <a:off x="161679" y="148182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IMPORTANT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05A50-C428-4A85-B654-5A1EB038FD81}"/>
              </a:ext>
            </a:extLst>
          </p:cNvPr>
          <p:cNvSpPr txBox="1"/>
          <p:nvPr/>
        </p:nvSpPr>
        <p:spPr>
          <a:xfrm>
            <a:off x="389745" y="1244184"/>
            <a:ext cx="3327816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Authentication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DA331-0289-46E9-B67A-1AD50FE152B8}"/>
              </a:ext>
            </a:extLst>
          </p:cNvPr>
          <p:cNvSpPr txBox="1"/>
          <p:nvPr/>
        </p:nvSpPr>
        <p:spPr>
          <a:xfrm>
            <a:off x="4154776" y="1244185"/>
            <a:ext cx="3327816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Authorization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F682A-50A0-4B1E-97D4-7130B7331AF5}"/>
              </a:ext>
            </a:extLst>
          </p:cNvPr>
          <p:cNvSpPr txBox="1"/>
          <p:nvPr/>
        </p:nvSpPr>
        <p:spPr>
          <a:xfrm>
            <a:off x="389745" y="2844225"/>
            <a:ext cx="3472718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Roles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8A3AC-8768-45E6-9203-0E0C380B832C}"/>
              </a:ext>
            </a:extLst>
          </p:cNvPr>
          <p:cNvSpPr txBox="1"/>
          <p:nvPr/>
        </p:nvSpPr>
        <p:spPr>
          <a:xfrm>
            <a:off x="7919807" y="1244184"/>
            <a:ext cx="3472718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Entitlements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2DC809-653E-44FF-ABE0-A1A36E5ABD7A}"/>
              </a:ext>
            </a:extLst>
          </p:cNvPr>
          <p:cNvSpPr txBox="1"/>
          <p:nvPr/>
        </p:nvSpPr>
        <p:spPr>
          <a:xfrm>
            <a:off x="4154776" y="2844225"/>
            <a:ext cx="3327816" cy="1077218"/>
          </a:xfrm>
          <a:prstGeom prst="round1Rect">
            <a:avLst/>
          </a:prstGeom>
          <a:solidFill>
            <a:srgbClr val="93C7F7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dirty="0"/>
              <a:t>Provisioning ( Just </a:t>
            </a:r>
            <a:r>
              <a:rPr lang="en-US" sz="3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 Time</a:t>
            </a:r>
            <a:r>
              <a:rPr lang="en-US" sz="32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4FE051-0D30-4473-81B7-8E3D0099F062}"/>
              </a:ext>
            </a:extLst>
          </p:cNvPr>
          <p:cNvSpPr txBox="1"/>
          <p:nvPr/>
        </p:nvSpPr>
        <p:spPr>
          <a:xfrm>
            <a:off x="7919807" y="2844225"/>
            <a:ext cx="3472718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Identity Life Cycle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8FF7C8-531A-426A-ACC5-622DA8066FD0}"/>
              </a:ext>
            </a:extLst>
          </p:cNvPr>
          <p:cNvSpPr txBox="1"/>
          <p:nvPr/>
        </p:nvSpPr>
        <p:spPr>
          <a:xfrm>
            <a:off x="389745" y="4444266"/>
            <a:ext cx="3327816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COTS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AAB30-3B02-4677-A49E-5270DBB5B703}"/>
              </a:ext>
            </a:extLst>
          </p:cNvPr>
          <p:cNvSpPr txBox="1"/>
          <p:nvPr/>
        </p:nvSpPr>
        <p:spPr>
          <a:xfrm>
            <a:off x="4154775" y="4444266"/>
            <a:ext cx="4319665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OWASP </a:t>
            </a:r>
            <a:r>
              <a:rPr lang="en-US" sz="1200" dirty="0"/>
              <a:t>( Open Web Application Security Project )</a:t>
            </a:r>
            <a:endParaRPr 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B0FD4A-322D-42FF-8ECE-4A50D742F7EB}"/>
              </a:ext>
            </a:extLst>
          </p:cNvPr>
          <p:cNvSpPr txBox="1"/>
          <p:nvPr/>
        </p:nvSpPr>
        <p:spPr>
          <a:xfrm>
            <a:off x="389745" y="6044307"/>
            <a:ext cx="5156616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Segregation of Duties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C6622-2B06-454B-A9FF-2BA483CD6ABD}"/>
              </a:ext>
            </a:extLst>
          </p:cNvPr>
          <p:cNvSpPr txBox="1"/>
          <p:nvPr/>
        </p:nvSpPr>
        <p:spPr>
          <a:xfrm>
            <a:off x="6091007" y="6044306"/>
            <a:ext cx="5301518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Birthright Access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EAA40F-E938-4A69-A36E-5C0A63FCBFDA}"/>
              </a:ext>
            </a:extLst>
          </p:cNvPr>
          <p:cNvSpPr txBox="1"/>
          <p:nvPr/>
        </p:nvSpPr>
        <p:spPr>
          <a:xfrm>
            <a:off x="8669315" y="4444265"/>
            <a:ext cx="2723210" cy="584775"/>
          </a:xfrm>
          <a:prstGeom prst="round1Rect">
            <a:avLst/>
          </a:prstGeom>
          <a:solidFill>
            <a:srgbClr val="93C7F7"/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J-M-L</a:t>
            </a:r>
          </a:p>
        </p:txBody>
      </p:sp>
    </p:spTree>
    <p:extLst>
      <p:ext uri="{BB962C8B-B14F-4D97-AF65-F5344CB8AC3E}">
        <p14:creationId xmlns:p14="http://schemas.microsoft.com/office/powerpoint/2010/main" val="294198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C1C04B-F01E-45ED-BA42-25005690239D}"/>
              </a:ext>
            </a:extLst>
          </p:cNvPr>
          <p:cNvSpPr txBox="1"/>
          <p:nvPr/>
        </p:nvSpPr>
        <p:spPr>
          <a:xfrm>
            <a:off x="161679" y="148182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ACCESS CONTROL METHODS</a:t>
            </a:r>
          </a:p>
        </p:txBody>
      </p:sp>
      <p:sp>
        <p:nvSpPr>
          <p:cNvPr id="13" name="Rounded Rectangle 7">
            <a:extLst>
              <a:ext uri="{FF2B5EF4-FFF2-40B4-BE49-F238E27FC236}">
                <a16:creationId xmlns:a16="http://schemas.microsoft.com/office/drawing/2014/main" id="{770CAC1C-87B2-4636-A7BB-3F6955D9B1DD}"/>
              </a:ext>
            </a:extLst>
          </p:cNvPr>
          <p:cNvSpPr/>
          <p:nvPr/>
        </p:nvSpPr>
        <p:spPr>
          <a:xfrm>
            <a:off x="161679" y="818821"/>
            <a:ext cx="11219959" cy="4785717"/>
          </a:xfrm>
          <a:prstGeom prst="roundRect">
            <a:avLst>
              <a:gd name="adj" fmla="val 2572"/>
            </a:avLst>
          </a:prstGeom>
          <a:solidFill>
            <a:srgbClr val="ECECEC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t">
            <a:noAutofit/>
          </a:bodyPr>
          <a:lstStyle/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Mandatory Access Controls</a:t>
            </a: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Discretionary Access Controls</a:t>
            </a: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Role Based Access Controls</a:t>
            </a: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Rule Based Access Controls</a:t>
            </a: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Task Based Access Controls</a:t>
            </a: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sz="2000" kern="0" dirty="0">
                <a:latin typeface="Calibri" panose="020F0502020204030204"/>
              </a:rPr>
              <a:t>Attribute Based Access Controls ( Fine Grained )</a:t>
            </a:r>
          </a:p>
          <a:p>
            <a:pPr defTabSz="914400">
              <a:lnSpc>
                <a:spcPct val="250000"/>
              </a:lnSpc>
            </a:pPr>
            <a:endParaRPr lang="en-US" sz="2000" kern="0" dirty="0">
              <a:latin typeface="Calibri" panose="020F0502020204030204"/>
            </a:endParaRP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  <a:p>
            <a:pPr marL="285750" indent="-285750" defTabSz="914400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en-US" sz="2000" kern="0" dirty="0"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9645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C1C04B-F01E-45ED-BA42-25005690239D}"/>
              </a:ext>
            </a:extLst>
          </p:cNvPr>
          <p:cNvSpPr txBox="1"/>
          <p:nvPr/>
        </p:nvSpPr>
        <p:spPr>
          <a:xfrm>
            <a:off x="161679" y="148182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IDENTITY LIFECYCLE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2D00E6E-D1A4-4800-AEC9-80FE5E8EEE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4895667"/>
              </p:ext>
            </p:extLst>
          </p:nvPr>
        </p:nvGraphicFramePr>
        <p:xfrm>
          <a:off x="884420" y="554636"/>
          <a:ext cx="10448144" cy="6155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83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C1C04B-F01E-45ED-BA42-25005690239D}"/>
              </a:ext>
            </a:extLst>
          </p:cNvPr>
          <p:cNvSpPr txBox="1"/>
          <p:nvPr/>
        </p:nvSpPr>
        <p:spPr>
          <a:xfrm>
            <a:off x="161679" y="148182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PRIVILEGED ACCESS MANAGEMENT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4CE5E03-30D4-40C5-B1D4-04C20458C57D}"/>
              </a:ext>
            </a:extLst>
          </p:cNvPr>
          <p:cNvSpPr/>
          <p:nvPr/>
        </p:nvSpPr>
        <p:spPr>
          <a:xfrm>
            <a:off x="314793" y="914400"/>
            <a:ext cx="11527437" cy="5651292"/>
          </a:xfrm>
          <a:prstGeom prst="roundRect">
            <a:avLst>
              <a:gd name="adj" fmla="val 97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2AE627-12A3-4A1A-A531-0052F42582AB}"/>
              </a:ext>
            </a:extLst>
          </p:cNvPr>
          <p:cNvSpPr txBox="1"/>
          <p:nvPr/>
        </p:nvSpPr>
        <p:spPr>
          <a:xfrm>
            <a:off x="734518" y="1244184"/>
            <a:ext cx="107329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Privileged accounts are valid credentials used to gain access to systems. The difference is that they also provide</a:t>
            </a:r>
          </a:p>
          <a:p>
            <a:r>
              <a:rPr lang="en-US" dirty="0"/>
              <a:t>elevated, non restrictive access to the underlying platform that non privileged user accounts don’t have access</a:t>
            </a:r>
          </a:p>
          <a:p>
            <a:r>
              <a:rPr lang="en-US" dirty="0"/>
              <a:t>too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2D317-E3F5-4728-B302-BDDB4EEB4828}"/>
              </a:ext>
            </a:extLst>
          </p:cNvPr>
          <p:cNvSpPr/>
          <p:nvPr/>
        </p:nvSpPr>
        <p:spPr>
          <a:xfrm>
            <a:off x="569626" y="2638269"/>
            <a:ext cx="3492708" cy="36426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3E4FEC-FA1D-4388-9C4D-3576E8A1B9D3}"/>
              </a:ext>
            </a:extLst>
          </p:cNvPr>
          <p:cNvSpPr/>
          <p:nvPr/>
        </p:nvSpPr>
        <p:spPr>
          <a:xfrm>
            <a:off x="4332157" y="2638269"/>
            <a:ext cx="3492708" cy="36426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3EF40E-7043-4922-9918-34CC10341D22}"/>
              </a:ext>
            </a:extLst>
          </p:cNvPr>
          <p:cNvSpPr/>
          <p:nvPr/>
        </p:nvSpPr>
        <p:spPr>
          <a:xfrm>
            <a:off x="8094688" y="2638269"/>
            <a:ext cx="3492708" cy="36426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1D0159-78AA-45AC-9B72-27BE3380ADC1}"/>
              </a:ext>
            </a:extLst>
          </p:cNvPr>
          <p:cNvSpPr txBox="1"/>
          <p:nvPr/>
        </p:nvSpPr>
        <p:spPr>
          <a:xfrm>
            <a:off x="734517" y="2826384"/>
            <a:ext cx="299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Who has Privilege Access?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B28DB3-D2BF-4325-8F8C-BA1C0B739462}"/>
              </a:ext>
            </a:extLst>
          </p:cNvPr>
          <p:cNvSpPr txBox="1"/>
          <p:nvPr/>
        </p:nvSpPr>
        <p:spPr>
          <a:xfrm>
            <a:off x="734516" y="3584135"/>
            <a:ext cx="29980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Administrators, DBAs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Contractors like Cloud service Providers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Terminated Employees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5FB5C-A314-463B-BDE5-DF7BC44E8DC2}"/>
              </a:ext>
            </a:extLst>
          </p:cNvPr>
          <p:cNvSpPr txBox="1"/>
          <p:nvPr/>
        </p:nvSpPr>
        <p:spPr>
          <a:xfrm>
            <a:off x="4482057" y="2854778"/>
            <a:ext cx="32278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are breaches happening?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8284E8-714E-4E0F-B0A2-A077DCDEA4F5}"/>
              </a:ext>
            </a:extLst>
          </p:cNvPr>
          <p:cNvSpPr txBox="1"/>
          <p:nvPr/>
        </p:nvSpPr>
        <p:spPr>
          <a:xfrm>
            <a:off x="4579494" y="3459833"/>
            <a:ext cx="29980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Shared account usage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Excessive Privilege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Non existent/unenforced access controls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Infrequent replacement of credentials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C5A7F8-BD8E-41B9-A38C-093D2173C3FA}"/>
              </a:ext>
            </a:extLst>
          </p:cNvPr>
          <p:cNvSpPr txBox="1"/>
          <p:nvPr/>
        </p:nvSpPr>
        <p:spPr>
          <a:xfrm>
            <a:off x="8459449" y="2912380"/>
            <a:ext cx="2998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Common risks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FC2C30-5260-40B8-9AE0-8B6E7A0B008E}"/>
              </a:ext>
            </a:extLst>
          </p:cNvPr>
          <p:cNvSpPr txBox="1"/>
          <p:nvPr/>
        </p:nvSpPr>
        <p:spPr>
          <a:xfrm>
            <a:off x="8129668" y="3459833"/>
            <a:ext cx="34577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Shared passwords Lack of accountability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Same password for multiple systems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No track of privileged user actions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Weak Password Management</a:t>
            </a:r>
          </a:p>
        </p:txBody>
      </p:sp>
    </p:spTree>
    <p:extLst>
      <p:ext uri="{BB962C8B-B14F-4D97-AF65-F5344CB8AC3E}">
        <p14:creationId xmlns:p14="http://schemas.microsoft.com/office/powerpoint/2010/main" val="3287081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2E5D5A-5779-4D23-BE22-7F1863A85ABE}"/>
              </a:ext>
            </a:extLst>
          </p:cNvPr>
          <p:cNvSpPr txBox="1"/>
          <p:nvPr/>
        </p:nvSpPr>
        <p:spPr>
          <a:xfrm>
            <a:off x="161679" y="148182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rebuchet MS" pitchFamily="34" charset="0"/>
              </a:rPr>
              <a:t>CUSTOMER IDENTITY &amp; ACCESS MANAGEMENT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336ECFF-1D61-4E36-B601-65DA43102D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0638654"/>
              </p:ext>
            </p:extLst>
          </p:nvPr>
        </p:nvGraphicFramePr>
        <p:xfrm>
          <a:off x="1818287" y="671402"/>
          <a:ext cx="9814080" cy="6038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6585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594" y="2892343"/>
            <a:ext cx="3174125" cy="1073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latin typeface="Trebuchet MS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57657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3950</TotalTime>
  <Words>387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  Castrol Power 1– Case Analysis &amp; Plan</dc:title>
  <dc:creator>Janardhanan  Dhinesh</dc:creator>
  <cp:lastModifiedBy>Ajay Ganapule</cp:lastModifiedBy>
  <cp:revision>211</cp:revision>
  <dcterms:created xsi:type="dcterms:W3CDTF">2014-12-15T14:32:44Z</dcterms:created>
  <dcterms:modified xsi:type="dcterms:W3CDTF">2025-03-12T10:17:04Z</dcterms:modified>
</cp:coreProperties>
</file>