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147478499" r:id="rId10"/>
    <p:sldId id="2147478497" r:id="rId11"/>
    <p:sldId id="2147478500" r:id="rId12"/>
    <p:sldId id="2147478501" r:id="rId13"/>
    <p:sldId id="264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93B0B2-C798-DE3C-B064-1ACEB357F53F}" v="61" dt="2025-09-15T10:01:25.172"/>
    <p1510:client id="{88E8A6E9-E806-7D1D-5584-41F97294F51A}" v="85" dt="2025-09-15T09:20:47.9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NDHI MANIDEEPAK" userId="S::1125310@tcs.com::f349f5a9-8d36-4747-8f3a-876d94ba5fdf" providerId="AD" clId="Web-{5E14A209-9A81-464D-69ED-42629FBB2188}"/>
    <pc:docChg chg="addSld modSld">
      <pc:chgData name="GRANDHI MANIDEEPAK" userId="S::1125310@tcs.com::f349f5a9-8d36-4747-8f3a-876d94ba5fdf" providerId="AD" clId="Web-{5E14A209-9A81-464D-69ED-42629FBB2188}" dt="2025-06-09T10:51:12.363" v="40" actId="1076"/>
      <pc:docMkLst>
        <pc:docMk/>
      </pc:docMkLst>
      <pc:sldChg chg="addSp delSp modSp new">
        <pc:chgData name="GRANDHI MANIDEEPAK" userId="S::1125310@tcs.com::f349f5a9-8d36-4747-8f3a-876d94ba5fdf" providerId="AD" clId="Web-{5E14A209-9A81-464D-69ED-42629FBB2188}" dt="2025-06-09T10:50:52.316" v="36" actId="1076"/>
        <pc:sldMkLst>
          <pc:docMk/>
          <pc:sldMk cId="2632957736" sldId="2147478500"/>
        </pc:sldMkLst>
      </pc:sldChg>
      <pc:sldChg chg="addSp delSp modSp add replId">
        <pc:chgData name="GRANDHI MANIDEEPAK" userId="S::1125310@tcs.com::f349f5a9-8d36-4747-8f3a-876d94ba5fdf" providerId="AD" clId="Web-{5E14A209-9A81-464D-69ED-42629FBB2188}" dt="2025-06-09T10:51:12.363" v="40" actId="1076"/>
        <pc:sldMkLst>
          <pc:docMk/>
          <pc:sldMk cId="4135122345" sldId="2147478501"/>
        </pc:sldMkLst>
      </pc:sldChg>
    </pc:docChg>
  </pc:docChgLst>
  <pc:docChgLst>
    <pc:chgData clId="Web-{5993B0B2-C798-DE3C-B064-1ACEB357F53F}"/>
    <pc:docChg chg="modSld">
      <pc:chgData name="" userId="" providerId="" clId="Web-{5993B0B2-C798-DE3C-B064-1ACEB357F53F}" dt="2025-09-15T09:22:25.909" v="1"/>
      <pc:docMkLst>
        <pc:docMk/>
      </pc:docMkLst>
      <pc:sldChg chg="modSp">
        <pc:chgData name="" userId="" providerId="" clId="Web-{5993B0B2-C798-DE3C-B064-1ACEB357F53F}" dt="2025-09-15T09:22:25.909" v="1"/>
        <pc:sldMkLst>
          <pc:docMk/>
          <pc:sldMk cId="3750413044" sldId="263"/>
        </pc:sldMkLst>
        <pc:graphicFrameChg chg="mod modGraphic">
          <ac:chgData name="" userId="" providerId="" clId="Web-{5993B0B2-C798-DE3C-B064-1ACEB357F53F}" dt="2025-09-15T09:22:25.909" v="1"/>
          <ac:graphicFrameMkLst>
            <pc:docMk/>
            <pc:sldMk cId="3750413044" sldId="263"/>
            <ac:graphicFrameMk id="5" creationId="{8359CAFA-B221-36D9-9527-F8BC731D42D6}"/>
          </ac:graphicFrameMkLst>
        </pc:graphicFrameChg>
      </pc:sldChg>
    </pc:docChg>
  </pc:docChgLst>
  <pc:docChgLst>
    <pc:chgData name="Pavithra Shankar" userId="S::1895299@tcs.com::1f6f2e46-b107-4fc5-a7e0-296210de6fbd" providerId="AD" clId="Web-{0002AB95-5BE1-0E2A-1516-1F523E33EEE0}"/>
    <pc:docChg chg="modSld">
      <pc:chgData name="Pavithra Shankar" userId="S::1895299@tcs.com::1f6f2e46-b107-4fc5-a7e0-296210de6fbd" providerId="AD" clId="Web-{0002AB95-5BE1-0E2A-1516-1F523E33EEE0}" dt="2025-07-14T14:28:55.578" v="0" actId="1076"/>
      <pc:docMkLst>
        <pc:docMk/>
      </pc:docMkLst>
      <pc:sldChg chg="modSp">
        <pc:chgData name="Pavithra Shankar" userId="S::1895299@tcs.com::1f6f2e46-b107-4fc5-a7e0-296210de6fbd" providerId="AD" clId="Web-{0002AB95-5BE1-0E2A-1516-1F523E33EEE0}" dt="2025-07-14T14:28:55.578" v="0" actId="1076"/>
        <pc:sldMkLst>
          <pc:docMk/>
          <pc:sldMk cId="0" sldId="257"/>
        </pc:sldMkLst>
      </pc:sldChg>
    </pc:docChg>
  </pc:docChgLst>
  <pc:docChgLst>
    <pc:chgData name="GRANDHI MANIDEEPAK" userId="S::1125310@tcs.com::f349f5a9-8d36-4747-8f3a-876d94ba5fdf" providerId="AD" clId="Web-{3B5C86F7-16F4-3FE8-8C55-89645F0D274B}"/>
    <pc:docChg chg="addSld delSld modSld sldOrd">
      <pc:chgData name="GRANDHI MANIDEEPAK" userId="S::1125310@tcs.com::f349f5a9-8d36-4747-8f3a-876d94ba5fdf" providerId="AD" clId="Web-{3B5C86F7-16F4-3FE8-8C55-89645F0D274B}" dt="2025-06-09T09:22:55.802" v="47" actId="1076"/>
      <pc:docMkLst>
        <pc:docMk/>
      </pc:docMkLst>
      <pc:sldChg chg="new del">
        <pc:chgData name="GRANDHI MANIDEEPAK" userId="S::1125310@tcs.com::f349f5a9-8d36-4747-8f3a-876d94ba5fdf" providerId="AD" clId="Web-{3B5C86F7-16F4-3FE8-8C55-89645F0D274B}" dt="2025-06-09T09:21:00.816" v="2"/>
        <pc:sldMkLst>
          <pc:docMk/>
          <pc:sldMk cId="2757403352" sldId="265"/>
        </pc:sldMkLst>
      </pc:sldChg>
      <pc:sldChg chg="modSp add">
        <pc:chgData name="GRANDHI MANIDEEPAK" userId="S::1125310@tcs.com::f349f5a9-8d36-4747-8f3a-876d94ba5fdf" providerId="AD" clId="Web-{3B5C86F7-16F4-3FE8-8C55-89645F0D274B}" dt="2025-06-09T09:22:55.802" v="47" actId="1076"/>
        <pc:sldMkLst>
          <pc:docMk/>
          <pc:sldMk cId="181550739" sldId="2147478497"/>
        </pc:sldMkLst>
      </pc:sldChg>
      <pc:sldChg chg="modSp add ord">
        <pc:chgData name="GRANDHI MANIDEEPAK" userId="S::1125310@tcs.com::f349f5a9-8d36-4747-8f3a-876d94ba5fdf" providerId="AD" clId="Web-{3B5C86F7-16F4-3FE8-8C55-89645F0D274B}" dt="2025-06-09T09:21:25.582" v="8"/>
        <pc:sldMkLst>
          <pc:docMk/>
          <pc:sldMk cId="304131525" sldId="2147478499"/>
        </pc:sldMkLst>
      </pc:sldChg>
    </pc:docChg>
  </pc:docChgLst>
  <pc:docChgLst>
    <pc:chgData name="Nitin Jain" userId="S::857550@tcs.com::aa645be2-1e37-44ab-a916-3fcb16519267" providerId="AD" clId="Web-{5993B0B2-C798-DE3C-B064-1ACEB357F53F}"/>
    <pc:docChg chg="modSld">
      <pc:chgData name="Nitin Jain" userId="S::857550@tcs.com::aa645be2-1e37-44ab-a916-3fcb16519267" providerId="AD" clId="Web-{5993B0B2-C798-DE3C-B064-1ACEB357F53F}" dt="2025-09-15T10:01:22" v="42"/>
      <pc:docMkLst>
        <pc:docMk/>
      </pc:docMkLst>
      <pc:sldChg chg="modSp">
        <pc:chgData name="Nitin Jain" userId="S::857550@tcs.com::aa645be2-1e37-44ab-a916-3fcb16519267" providerId="AD" clId="Web-{5993B0B2-C798-DE3C-B064-1ACEB357F53F}" dt="2025-09-15T10:01:22" v="42"/>
        <pc:sldMkLst>
          <pc:docMk/>
          <pc:sldMk cId="3750413044" sldId="263"/>
        </pc:sldMkLst>
        <pc:graphicFrameChg chg="mod modGraphic">
          <ac:chgData name="Nitin Jain" userId="S::857550@tcs.com::aa645be2-1e37-44ab-a916-3fcb16519267" providerId="AD" clId="Web-{5993B0B2-C798-DE3C-B064-1ACEB357F53F}" dt="2025-09-15T10:01:22" v="42"/>
          <ac:graphicFrameMkLst>
            <pc:docMk/>
            <pc:sldMk cId="3750413044" sldId="263"/>
            <ac:graphicFrameMk id="5" creationId="{8359CAFA-B221-36D9-9527-F8BC731D42D6}"/>
          </ac:graphicFrameMkLst>
        </pc:graphicFrameChg>
      </pc:sldChg>
    </pc:docChg>
  </pc:docChgLst>
  <pc:docChgLst>
    <pc:chgData name="Nitin Jain" userId="S::857550@tcs.com::aa645be2-1e37-44ab-a916-3fcb16519267" providerId="AD" clId="Web-{88E8A6E9-E806-7D1D-5584-41F97294F51A}"/>
    <pc:docChg chg="modSld">
      <pc:chgData name="Nitin Jain" userId="S::857550@tcs.com::aa645be2-1e37-44ab-a916-3fcb16519267" providerId="AD" clId="Web-{88E8A6E9-E806-7D1D-5584-41F97294F51A}" dt="2025-09-15T09:20:47.934" v="83"/>
      <pc:docMkLst>
        <pc:docMk/>
      </pc:docMkLst>
      <pc:sldChg chg="modSp">
        <pc:chgData name="Nitin Jain" userId="S::857550@tcs.com::aa645be2-1e37-44ab-a916-3fcb16519267" providerId="AD" clId="Web-{88E8A6E9-E806-7D1D-5584-41F97294F51A}" dt="2025-09-15T09:20:47.934" v="83"/>
        <pc:sldMkLst>
          <pc:docMk/>
          <pc:sldMk cId="3750413044" sldId="263"/>
        </pc:sldMkLst>
        <pc:graphicFrameChg chg="mod modGraphic">
          <ac:chgData name="Nitin Jain" userId="S::857550@tcs.com::aa645be2-1e37-44ab-a916-3fcb16519267" providerId="AD" clId="Web-{88E8A6E9-E806-7D1D-5584-41F97294F51A}" dt="2025-09-15T09:20:47.934" v="83"/>
          <ac:graphicFrameMkLst>
            <pc:docMk/>
            <pc:sldMk cId="3750413044" sldId="263"/>
            <ac:graphicFrameMk id="5" creationId="{8359CAFA-B221-36D9-9527-F8BC731D42D6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24BE93-F0A1-4139-9FFD-52550990867F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19572B8-6B61-49DF-A18B-5B7D3059F0FA}">
      <dgm:prSet/>
      <dgm:spPr/>
      <dgm:t>
        <a:bodyPr/>
        <a:lstStyle/>
        <a:p>
          <a:r>
            <a:rPr lang="en-US" dirty="0"/>
            <a:t>Overview of IAM</a:t>
          </a:r>
        </a:p>
      </dgm:t>
    </dgm:pt>
    <dgm:pt modelId="{F3A59AF4-C67B-40AD-B2DF-7FBD47A420FC}" type="parTrans" cxnId="{A6C42F2D-AA33-4816-9666-11BB71781D11}">
      <dgm:prSet/>
      <dgm:spPr/>
      <dgm:t>
        <a:bodyPr/>
        <a:lstStyle/>
        <a:p>
          <a:endParaRPr lang="en-US"/>
        </a:p>
      </dgm:t>
    </dgm:pt>
    <dgm:pt modelId="{65D0AF95-1D1C-468F-9B9C-532EAE1C078D}" type="sibTrans" cxnId="{A6C42F2D-AA33-4816-9666-11BB71781D11}">
      <dgm:prSet/>
      <dgm:spPr/>
      <dgm:t>
        <a:bodyPr/>
        <a:lstStyle/>
        <a:p>
          <a:endParaRPr lang="en-US"/>
        </a:p>
      </dgm:t>
    </dgm:pt>
    <dgm:pt modelId="{3AF148B3-C3F6-4566-B797-845AA0EA1BD2}">
      <dgm:prSet/>
      <dgm:spPr/>
      <dgm:t>
        <a:bodyPr/>
        <a:lstStyle/>
        <a:p>
          <a:r>
            <a:rPr lang="en-US"/>
            <a:t>JML</a:t>
          </a:r>
        </a:p>
      </dgm:t>
    </dgm:pt>
    <dgm:pt modelId="{B619D0E3-1EB3-4682-905A-6464AF41EB0D}" type="parTrans" cxnId="{60F60119-7AEE-4F6E-934F-044EE1B638F9}">
      <dgm:prSet/>
      <dgm:spPr/>
      <dgm:t>
        <a:bodyPr/>
        <a:lstStyle/>
        <a:p>
          <a:endParaRPr lang="en-US"/>
        </a:p>
      </dgm:t>
    </dgm:pt>
    <dgm:pt modelId="{F0E5CCE7-7642-458D-9C95-5BB3F3252EFB}" type="sibTrans" cxnId="{60F60119-7AEE-4F6E-934F-044EE1B638F9}">
      <dgm:prSet/>
      <dgm:spPr/>
      <dgm:t>
        <a:bodyPr/>
        <a:lstStyle/>
        <a:p>
          <a:endParaRPr lang="en-US"/>
        </a:p>
      </dgm:t>
    </dgm:pt>
    <dgm:pt modelId="{C0E4C1A2-64EF-453E-A68A-9E05A1F08F8C}">
      <dgm:prSet/>
      <dgm:spPr/>
      <dgm:t>
        <a:bodyPr/>
        <a:lstStyle/>
        <a:p>
          <a:r>
            <a:rPr lang="en-US"/>
            <a:t>Birth right access provisioning</a:t>
          </a:r>
        </a:p>
      </dgm:t>
    </dgm:pt>
    <dgm:pt modelId="{73E58B9B-185C-4547-82E6-D46234F60926}" type="parTrans" cxnId="{B028CF72-9A2D-402C-A447-396E3C93438B}">
      <dgm:prSet/>
      <dgm:spPr/>
      <dgm:t>
        <a:bodyPr/>
        <a:lstStyle/>
        <a:p>
          <a:endParaRPr lang="en-US"/>
        </a:p>
      </dgm:t>
    </dgm:pt>
    <dgm:pt modelId="{22F30FDB-662C-4177-BCAC-83B93B0D1F13}" type="sibTrans" cxnId="{B028CF72-9A2D-402C-A447-396E3C93438B}">
      <dgm:prSet/>
      <dgm:spPr/>
      <dgm:t>
        <a:bodyPr/>
        <a:lstStyle/>
        <a:p>
          <a:endParaRPr lang="en-US"/>
        </a:p>
      </dgm:t>
    </dgm:pt>
    <dgm:pt modelId="{FB70C093-8021-420F-9CC2-C6719679FD7B}">
      <dgm:prSet/>
      <dgm:spPr/>
      <dgm:t>
        <a:bodyPr/>
        <a:lstStyle/>
        <a:p>
          <a:r>
            <a:rPr lang="en-US"/>
            <a:t>RBAC (Role based access control)</a:t>
          </a:r>
        </a:p>
      </dgm:t>
    </dgm:pt>
    <dgm:pt modelId="{74D436A3-2776-4382-95E4-D9D37AED9664}" type="parTrans" cxnId="{E480C596-2933-4669-AA26-A09E842FCF82}">
      <dgm:prSet/>
      <dgm:spPr/>
      <dgm:t>
        <a:bodyPr/>
        <a:lstStyle/>
        <a:p>
          <a:endParaRPr lang="en-US"/>
        </a:p>
      </dgm:t>
    </dgm:pt>
    <dgm:pt modelId="{6866A834-DA57-48EA-BE3D-94D92F2B1ECD}" type="sibTrans" cxnId="{E480C596-2933-4669-AA26-A09E842FCF82}">
      <dgm:prSet/>
      <dgm:spPr/>
      <dgm:t>
        <a:bodyPr/>
        <a:lstStyle/>
        <a:p>
          <a:endParaRPr lang="en-US"/>
        </a:p>
      </dgm:t>
    </dgm:pt>
    <dgm:pt modelId="{33E0674F-8D07-4017-AF88-C8AF9438FE2E}">
      <dgm:prSet/>
      <dgm:spPr/>
      <dgm:t>
        <a:bodyPr/>
        <a:lstStyle/>
        <a:p>
          <a:r>
            <a:rPr lang="en-US" dirty="0"/>
            <a:t>Tools and Technologies</a:t>
          </a:r>
        </a:p>
      </dgm:t>
    </dgm:pt>
    <dgm:pt modelId="{C0D30BF8-C76D-4E69-B0F6-FFE08E454E78}" type="parTrans" cxnId="{F8155DDA-8317-4722-BB91-1D0C264E3F71}">
      <dgm:prSet/>
      <dgm:spPr/>
      <dgm:t>
        <a:bodyPr/>
        <a:lstStyle/>
        <a:p>
          <a:endParaRPr lang="en-US"/>
        </a:p>
      </dgm:t>
    </dgm:pt>
    <dgm:pt modelId="{B94CB396-AF06-421A-8C04-69B562879B6D}" type="sibTrans" cxnId="{F8155DDA-8317-4722-BB91-1D0C264E3F71}">
      <dgm:prSet/>
      <dgm:spPr/>
      <dgm:t>
        <a:bodyPr/>
        <a:lstStyle/>
        <a:p>
          <a:endParaRPr lang="en-US"/>
        </a:p>
      </dgm:t>
    </dgm:pt>
    <dgm:pt modelId="{9A2A4730-D090-4D0E-B279-29372A25B565}">
      <dgm:prSet/>
      <dgm:spPr/>
      <dgm:t>
        <a:bodyPr/>
        <a:lstStyle/>
        <a:p>
          <a:r>
            <a:rPr lang="en-US" dirty="0"/>
            <a:t>Key Components of IAM</a:t>
          </a:r>
        </a:p>
      </dgm:t>
    </dgm:pt>
    <dgm:pt modelId="{E17F3CA1-8F27-4E94-9B75-EEA55E786125}" type="parTrans" cxnId="{C176FCB6-4187-43EE-AD23-633B0B0FB2F6}">
      <dgm:prSet/>
      <dgm:spPr/>
      <dgm:t>
        <a:bodyPr/>
        <a:lstStyle/>
        <a:p>
          <a:endParaRPr lang="en-US"/>
        </a:p>
      </dgm:t>
    </dgm:pt>
    <dgm:pt modelId="{EAE9F7EF-168E-4819-BF46-72B139932E68}" type="sibTrans" cxnId="{C176FCB6-4187-43EE-AD23-633B0B0FB2F6}">
      <dgm:prSet/>
      <dgm:spPr/>
      <dgm:t>
        <a:bodyPr/>
        <a:lstStyle/>
        <a:p>
          <a:endParaRPr lang="en-US"/>
        </a:p>
      </dgm:t>
    </dgm:pt>
    <dgm:pt modelId="{B444D96A-3E5D-44CB-8077-48554FA63016}" type="pres">
      <dgm:prSet presAssocID="{8E24BE93-F0A1-4139-9FFD-52550990867F}" presName="linear" presStyleCnt="0">
        <dgm:presLayoutVars>
          <dgm:dir/>
          <dgm:animLvl val="lvl"/>
          <dgm:resizeHandles val="exact"/>
        </dgm:presLayoutVars>
      </dgm:prSet>
      <dgm:spPr/>
    </dgm:pt>
    <dgm:pt modelId="{8C480C9C-3E0D-4711-ACD6-60358801019D}" type="pres">
      <dgm:prSet presAssocID="{E19572B8-6B61-49DF-A18B-5B7D3059F0FA}" presName="parentLin" presStyleCnt="0"/>
      <dgm:spPr/>
    </dgm:pt>
    <dgm:pt modelId="{3CBE0FA3-7642-4D28-A029-2AF170259542}" type="pres">
      <dgm:prSet presAssocID="{E19572B8-6B61-49DF-A18B-5B7D3059F0FA}" presName="parentLeftMargin" presStyleLbl="node1" presStyleIdx="0" presStyleCnt="6"/>
      <dgm:spPr/>
    </dgm:pt>
    <dgm:pt modelId="{12C0E9FE-8EE5-4BD0-9D0E-58CCC238A135}" type="pres">
      <dgm:prSet presAssocID="{E19572B8-6B61-49DF-A18B-5B7D3059F0FA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FA0D2132-38CA-47FA-AE47-76E97EF5A9D1}" type="pres">
      <dgm:prSet presAssocID="{E19572B8-6B61-49DF-A18B-5B7D3059F0FA}" presName="negativeSpace" presStyleCnt="0"/>
      <dgm:spPr/>
    </dgm:pt>
    <dgm:pt modelId="{071BE17E-6EA7-4F98-B827-BA5909808506}" type="pres">
      <dgm:prSet presAssocID="{E19572B8-6B61-49DF-A18B-5B7D3059F0FA}" presName="childText" presStyleLbl="conFgAcc1" presStyleIdx="0" presStyleCnt="6">
        <dgm:presLayoutVars>
          <dgm:bulletEnabled val="1"/>
        </dgm:presLayoutVars>
      </dgm:prSet>
      <dgm:spPr/>
    </dgm:pt>
    <dgm:pt modelId="{5D6F8AA7-8A06-4434-9B25-CD6F15A7AB4F}" type="pres">
      <dgm:prSet presAssocID="{65D0AF95-1D1C-468F-9B9C-532EAE1C078D}" presName="spaceBetweenRectangles" presStyleCnt="0"/>
      <dgm:spPr/>
    </dgm:pt>
    <dgm:pt modelId="{F506934C-4F56-4636-B697-3B156024601E}" type="pres">
      <dgm:prSet presAssocID="{9A2A4730-D090-4D0E-B279-29372A25B565}" presName="parentLin" presStyleCnt="0"/>
      <dgm:spPr/>
    </dgm:pt>
    <dgm:pt modelId="{D7564746-9C6B-4E01-9B4C-D5B0AF08F5B1}" type="pres">
      <dgm:prSet presAssocID="{9A2A4730-D090-4D0E-B279-29372A25B565}" presName="parentLeftMargin" presStyleLbl="node1" presStyleIdx="0" presStyleCnt="6"/>
      <dgm:spPr/>
    </dgm:pt>
    <dgm:pt modelId="{7BFC680E-C471-4321-8D19-47760CD09D66}" type="pres">
      <dgm:prSet presAssocID="{9A2A4730-D090-4D0E-B279-29372A25B565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192F125D-DBF2-4C90-99B0-2ACD06F61775}" type="pres">
      <dgm:prSet presAssocID="{9A2A4730-D090-4D0E-B279-29372A25B565}" presName="negativeSpace" presStyleCnt="0"/>
      <dgm:spPr/>
    </dgm:pt>
    <dgm:pt modelId="{70478E30-5F8E-419E-B81C-739BE87B672D}" type="pres">
      <dgm:prSet presAssocID="{9A2A4730-D090-4D0E-B279-29372A25B565}" presName="childText" presStyleLbl="conFgAcc1" presStyleIdx="1" presStyleCnt="6">
        <dgm:presLayoutVars>
          <dgm:bulletEnabled val="1"/>
        </dgm:presLayoutVars>
      </dgm:prSet>
      <dgm:spPr/>
    </dgm:pt>
    <dgm:pt modelId="{BF74AE64-3A2C-4225-A11B-56E389930A2A}" type="pres">
      <dgm:prSet presAssocID="{EAE9F7EF-168E-4819-BF46-72B139932E68}" presName="spaceBetweenRectangles" presStyleCnt="0"/>
      <dgm:spPr/>
    </dgm:pt>
    <dgm:pt modelId="{B4BD0BAF-84DC-41AE-B182-1AC3AE6B799D}" type="pres">
      <dgm:prSet presAssocID="{3AF148B3-C3F6-4566-B797-845AA0EA1BD2}" presName="parentLin" presStyleCnt="0"/>
      <dgm:spPr/>
    </dgm:pt>
    <dgm:pt modelId="{B437B0B6-B52B-4537-86DF-357F45EEAC52}" type="pres">
      <dgm:prSet presAssocID="{3AF148B3-C3F6-4566-B797-845AA0EA1BD2}" presName="parentLeftMargin" presStyleLbl="node1" presStyleIdx="1" presStyleCnt="6"/>
      <dgm:spPr/>
    </dgm:pt>
    <dgm:pt modelId="{235427FC-E790-4494-856D-E8DF2C6C46F3}" type="pres">
      <dgm:prSet presAssocID="{3AF148B3-C3F6-4566-B797-845AA0EA1BD2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09A5ADC7-4127-4B2C-AEF9-8EDE9ED33BB9}" type="pres">
      <dgm:prSet presAssocID="{3AF148B3-C3F6-4566-B797-845AA0EA1BD2}" presName="negativeSpace" presStyleCnt="0"/>
      <dgm:spPr/>
    </dgm:pt>
    <dgm:pt modelId="{F72C5803-B7F8-4B13-9D43-59193C7711B4}" type="pres">
      <dgm:prSet presAssocID="{3AF148B3-C3F6-4566-B797-845AA0EA1BD2}" presName="childText" presStyleLbl="conFgAcc1" presStyleIdx="2" presStyleCnt="6">
        <dgm:presLayoutVars>
          <dgm:bulletEnabled val="1"/>
        </dgm:presLayoutVars>
      </dgm:prSet>
      <dgm:spPr/>
    </dgm:pt>
    <dgm:pt modelId="{73CE5AEC-BEAE-4D12-9DA7-FD8E5480CD3D}" type="pres">
      <dgm:prSet presAssocID="{F0E5CCE7-7642-458D-9C95-5BB3F3252EFB}" presName="spaceBetweenRectangles" presStyleCnt="0"/>
      <dgm:spPr/>
    </dgm:pt>
    <dgm:pt modelId="{668EA08A-A867-4E32-A84A-64866F7CF19F}" type="pres">
      <dgm:prSet presAssocID="{C0E4C1A2-64EF-453E-A68A-9E05A1F08F8C}" presName="parentLin" presStyleCnt="0"/>
      <dgm:spPr/>
    </dgm:pt>
    <dgm:pt modelId="{D831CB0E-FBBD-4443-A8B2-8BD392BAD1C6}" type="pres">
      <dgm:prSet presAssocID="{C0E4C1A2-64EF-453E-A68A-9E05A1F08F8C}" presName="parentLeftMargin" presStyleLbl="node1" presStyleIdx="2" presStyleCnt="6"/>
      <dgm:spPr/>
    </dgm:pt>
    <dgm:pt modelId="{792E7138-9E8F-456D-8903-C21CF01D644C}" type="pres">
      <dgm:prSet presAssocID="{C0E4C1A2-64EF-453E-A68A-9E05A1F08F8C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4976BE2-C66B-4A81-9FF4-F070E3D01D7C}" type="pres">
      <dgm:prSet presAssocID="{C0E4C1A2-64EF-453E-A68A-9E05A1F08F8C}" presName="negativeSpace" presStyleCnt="0"/>
      <dgm:spPr/>
    </dgm:pt>
    <dgm:pt modelId="{37AA2547-E1F5-4EC7-9408-4F4B33A3BD73}" type="pres">
      <dgm:prSet presAssocID="{C0E4C1A2-64EF-453E-A68A-9E05A1F08F8C}" presName="childText" presStyleLbl="conFgAcc1" presStyleIdx="3" presStyleCnt="6">
        <dgm:presLayoutVars>
          <dgm:bulletEnabled val="1"/>
        </dgm:presLayoutVars>
      </dgm:prSet>
      <dgm:spPr/>
    </dgm:pt>
    <dgm:pt modelId="{00EA0A94-83B8-4659-A156-5DEA79B56CCE}" type="pres">
      <dgm:prSet presAssocID="{22F30FDB-662C-4177-BCAC-83B93B0D1F13}" presName="spaceBetweenRectangles" presStyleCnt="0"/>
      <dgm:spPr/>
    </dgm:pt>
    <dgm:pt modelId="{30639694-5DE8-4BBE-BF18-E65780C32AAA}" type="pres">
      <dgm:prSet presAssocID="{FB70C093-8021-420F-9CC2-C6719679FD7B}" presName="parentLin" presStyleCnt="0"/>
      <dgm:spPr/>
    </dgm:pt>
    <dgm:pt modelId="{A67318DA-BA68-4F44-9DAE-61AB5A9A6974}" type="pres">
      <dgm:prSet presAssocID="{FB70C093-8021-420F-9CC2-C6719679FD7B}" presName="parentLeftMargin" presStyleLbl="node1" presStyleIdx="3" presStyleCnt="6"/>
      <dgm:spPr/>
    </dgm:pt>
    <dgm:pt modelId="{7225CB27-0037-48D8-80EC-C61A7E8A8D3A}" type="pres">
      <dgm:prSet presAssocID="{FB70C093-8021-420F-9CC2-C6719679FD7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09407995-466C-4946-B315-11057B49A2D1}" type="pres">
      <dgm:prSet presAssocID="{FB70C093-8021-420F-9CC2-C6719679FD7B}" presName="negativeSpace" presStyleCnt="0"/>
      <dgm:spPr/>
    </dgm:pt>
    <dgm:pt modelId="{6377CC98-2DC6-4FE5-89F8-014ED22F8AE8}" type="pres">
      <dgm:prSet presAssocID="{FB70C093-8021-420F-9CC2-C6719679FD7B}" presName="childText" presStyleLbl="conFgAcc1" presStyleIdx="4" presStyleCnt="6">
        <dgm:presLayoutVars>
          <dgm:bulletEnabled val="1"/>
        </dgm:presLayoutVars>
      </dgm:prSet>
      <dgm:spPr/>
    </dgm:pt>
    <dgm:pt modelId="{3771C95F-215D-4B90-BB32-B25D5CCC7853}" type="pres">
      <dgm:prSet presAssocID="{6866A834-DA57-48EA-BE3D-94D92F2B1ECD}" presName="spaceBetweenRectangles" presStyleCnt="0"/>
      <dgm:spPr/>
    </dgm:pt>
    <dgm:pt modelId="{65CF74F2-6746-4AFD-B3D8-215125D48BC8}" type="pres">
      <dgm:prSet presAssocID="{33E0674F-8D07-4017-AF88-C8AF9438FE2E}" presName="parentLin" presStyleCnt="0"/>
      <dgm:spPr/>
    </dgm:pt>
    <dgm:pt modelId="{01DB37E4-6BE0-4884-85E5-1E15E0C2690D}" type="pres">
      <dgm:prSet presAssocID="{33E0674F-8D07-4017-AF88-C8AF9438FE2E}" presName="parentLeftMargin" presStyleLbl="node1" presStyleIdx="4" presStyleCnt="6"/>
      <dgm:spPr/>
    </dgm:pt>
    <dgm:pt modelId="{E825FA56-6A4C-4EC6-82CB-81E85646C292}" type="pres">
      <dgm:prSet presAssocID="{33E0674F-8D07-4017-AF88-C8AF9438FE2E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02E9A502-B99C-499F-A28A-CF2150F758F3}" type="pres">
      <dgm:prSet presAssocID="{33E0674F-8D07-4017-AF88-C8AF9438FE2E}" presName="negativeSpace" presStyleCnt="0"/>
      <dgm:spPr/>
    </dgm:pt>
    <dgm:pt modelId="{A62FE45B-BC3B-4E4C-BB44-8205B196800D}" type="pres">
      <dgm:prSet presAssocID="{33E0674F-8D07-4017-AF88-C8AF9438FE2E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0D99A40C-F73C-4E14-A917-A354A0957C2A}" type="presOf" srcId="{3AF148B3-C3F6-4566-B797-845AA0EA1BD2}" destId="{235427FC-E790-4494-856D-E8DF2C6C46F3}" srcOrd="1" destOrd="0" presId="urn:microsoft.com/office/officeart/2005/8/layout/list1"/>
    <dgm:cxn modelId="{60F60119-7AEE-4F6E-934F-044EE1B638F9}" srcId="{8E24BE93-F0A1-4139-9FFD-52550990867F}" destId="{3AF148B3-C3F6-4566-B797-845AA0EA1BD2}" srcOrd="2" destOrd="0" parTransId="{B619D0E3-1EB3-4682-905A-6464AF41EB0D}" sibTransId="{F0E5CCE7-7642-458D-9C95-5BB3F3252EFB}"/>
    <dgm:cxn modelId="{A6C42F2D-AA33-4816-9666-11BB71781D11}" srcId="{8E24BE93-F0A1-4139-9FFD-52550990867F}" destId="{E19572B8-6B61-49DF-A18B-5B7D3059F0FA}" srcOrd="0" destOrd="0" parTransId="{F3A59AF4-C67B-40AD-B2DF-7FBD47A420FC}" sibTransId="{65D0AF95-1D1C-468F-9B9C-532EAE1C078D}"/>
    <dgm:cxn modelId="{32FC5C3B-B290-4AC9-9F82-0A24F2BC8E02}" type="presOf" srcId="{9A2A4730-D090-4D0E-B279-29372A25B565}" destId="{D7564746-9C6B-4E01-9B4C-D5B0AF08F5B1}" srcOrd="0" destOrd="0" presId="urn:microsoft.com/office/officeart/2005/8/layout/list1"/>
    <dgm:cxn modelId="{ECF6C55D-9A69-413A-AF20-CD854A22C864}" type="presOf" srcId="{3AF148B3-C3F6-4566-B797-845AA0EA1BD2}" destId="{B437B0B6-B52B-4537-86DF-357F45EEAC52}" srcOrd="0" destOrd="0" presId="urn:microsoft.com/office/officeart/2005/8/layout/list1"/>
    <dgm:cxn modelId="{CBF94967-B5C0-46E1-A7A8-7B611FA34439}" type="presOf" srcId="{FB70C093-8021-420F-9CC2-C6719679FD7B}" destId="{A67318DA-BA68-4F44-9DAE-61AB5A9A6974}" srcOrd="0" destOrd="0" presId="urn:microsoft.com/office/officeart/2005/8/layout/list1"/>
    <dgm:cxn modelId="{D1565671-6AFD-48B1-AADD-20D0CB312E4A}" type="presOf" srcId="{E19572B8-6B61-49DF-A18B-5B7D3059F0FA}" destId="{3CBE0FA3-7642-4D28-A029-2AF170259542}" srcOrd="0" destOrd="0" presId="urn:microsoft.com/office/officeart/2005/8/layout/list1"/>
    <dgm:cxn modelId="{B028CF72-9A2D-402C-A447-396E3C93438B}" srcId="{8E24BE93-F0A1-4139-9FFD-52550990867F}" destId="{C0E4C1A2-64EF-453E-A68A-9E05A1F08F8C}" srcOrd="3" destOrd="0" parTransId="{73E58B9B-185C-4547-82E6-D46234F60926}" sibTransId="{22F30FDB-662C-4177-BCAC-83B93B0D1F13}"/>
    <dgm:cxn modelId="{B62C095A-52E0-4A67-885E-A08E30D346FE}" type="presOf" srcId="{E19572B8-6B61-49DF-A18B-5B7D3059F0FA}" destId="{12C0E9FE-8EE5-4BD0-9D0E-58CCC238A135}" srcOrd="1" destOrd="0" presId="urn:microsoft.com/office/officeart/2005/8/layout/list1"/>
    <dgm:cxn modelId="{8EB5287C-F373-4A5D-8278-F74583030A7B}" type="presOf" srcId="{C0E4C1A2-64EF-453E-A68A-9E05A1F08F8C}" destId="{792E7138-9E8F-456D-8903-C21CF01D644C}" srcOrd="1" destOrd="0" presId="urn:microsoft.com/office/officeart/2005/8/layout/list1"/>
    <dgm:cxn modelId="{15AEB788-7BE6-4689-A476-24DFC70F9F94}" type="presOf" srcId="{33E0674F-8D07-4017-AF88-C8AF9438FE2E}" destId="{E825FA56-6A4C-4EC6-82CB-81E85646C292}" srcOrd="1" destOrd="0" presId="urn:microsoft.com/office/officeart/2005/8/layout/list1"/>
    <dgm:cxn modelId="{0A123A8E-A5CD-4ECF-BE0A-27CD2BA5C4AF}" type="presOf" srcId="{8E24BE93-F0A1-4139-9FFD-52550990867F}" destId="{B444D96A-3E5D-44CB-8077-48554FA63016}" srcOrd="0" destOrd="0" presId="urn:microsoft.com/office/officeart/2005/8/layout/list1"/>
    <dgm:cxn modelId="{E480C596-2933-4669-AA26-A09E842FCF82}" srcId="{8E24BE93-F0A1-4139-9FFD-52550990867F}" destId="{FB70C093-8021-420F-9CC2-C6719679FD7B}" srcOrd="4" destOrd="0" parTransId="{74D436A3-2776-4382-95E4-D9D37AED9664}" sibTransId="{6866A834-DA57-48EA-BE3D-94D92F2B1ECD}"/>
    <dgm:cxn modelId="{FE7EA5B1-2252-4068-8972-3736A9D4D3BF}" type="presOf" srcId="{FB70C093-8021-420F-9CC2-C6719679FD7B}" destId="{7225CB27-0037-48D8-80EC-C61A7E8A8D3A}" srcOrd="1" destOrd="0" presId="urn:microsoft.com/office/officeart/2005/8/layout/list1"/>
    <dgm:cxn modelId="{05B10DB2-DE04-4122-B6D1-6F4EE3008A8C}" type="presOf" srcId="{33E0674F-8D07-4017-AF88-C8AF9438FE2E}" destId="{01DB37E4-6BE0-4884-85E5-1E15E0C2690D}" srcOrd="0" destOrd="0" presId="urn:microsoft.com/office/officeart/2005/8/layout/list1"/>
    <dgm:cxn modelId="{C176FCB6-4187-43EE-AD23-633B0B0FB2F6}" srcId="{8E24BE93-F0A1-4139-9FFD-52550990867F}" destId="{9A2A4730-D090-4D0E-B279-29372A25B565}" srcOrd="1" destOrd="0" parTransId="{E17F3CA1-8F27-4E94-9B75-EEA55E786125}" sibTransId="{EAE9F7EF-168E-4819-BF46-72B139932E68}"/>
    <dgm:cxn modelId="{886A6CD4-03AC-4532-A343-46B7C7A1ACC9}" type="presOf" srcId="{9A2A4730-D090-4D0E-B279-29372A25B565}" destId="{7BFC680E-C471-4321-8D19-47760CD09D66}" srcOrd="1" destOrd="0" presId="urn:microsoft.com/office/officeart/2005/8/layout/list1"/>
    <dgm:cxn modelId="{F8155DDA-8317-4722-BB91-1D0C264E3F71}" srcId="{8E24BE93-F0A1-4139-9FFD-52550990867F}" destId="{33E0674F-8D07-4017-AF88-C8AF9438FE2E}" srcOrd="5" destOrd="0" parTransId="{C0D30BF8-C76D-4E69-B0F6-FFE08E454E78}" sibTransId="{B94CB396-AF06-421A-8C04-69B562879B6D}"/>
    <dgm:cxn modelId="{DA48DCF1-E790-41B8-BF0E-A80E06B73AE5}" type="presOf" srcId="{C0E4C1A2-64EF-453E-A68A-9E05A1F08F8C}" destId="{D831CB0E-FBBD-4443-A8B2-8BD392BAD1C6}" srcOrd="0" destOrd="0" presId="urn:microsoft.com/office/officeart/2005/8/layout/list1"/>
    <dgm:cxn modelId="{3C7BDB52-BD21-4933-B039-C80C30E0A289}" type="presParOf" srcId="{B444D96A-3E5D-44CB-8077-48554FA63016}" destId="{8C480C9C-3E0D-4711-ACD6-60358801019D}" srcOrd="0" destOrd="0" presId="urn:microsoft.com/office/officeart/2005/8/layout/list1"/>
    <dgm:cxn modelId="{8B5ACADB-4D1D-468A-B974-6D392E4B54B0}" type="presParOf" srcId="{8C480C9C-3E0D-4711-ACD6-60358801019D}" destId="{3CBE0FA3-7642-4D28-A029-2AF170259542}" srcOrd="0" destOrd="0" presId="urn:microsoft.com/office/officeart/2005/8/layout/list1"/>
    <dgm:cxn modelId="{82474E87-C04F-4242-B8DA-643561A41BAC}" type="presParOf" srcId="{8C480C9C-3E0D-4711-ACD6-60358801019D}" destId="{12C0E9FE-8EE5-4BD0-9D0E-58CCC238A135}" srcOrd="1" destOrd="0" presId="urn:microsoft.com/office/officeart/2005/8/layout/list1"/>
    <dgm:cxn modelId="{8C07D4D4-4CB1-4093-8D16-94F0799E52C8}" type="presParOf" srcId="{B444D96A-3E5D-44CB-8077-48554FA63016}" destId="{FA0D2132-38CA-47FA-AE47-76E97EF5A9D1}" srcOrd="1" destOrd="0" presId="urn:microsoft.com/office/officeart/2005/8/layout/list1"/>
    <dgm:cxn modelId="{4A3E00A6-9137-49F4-82A7-64CD44DC3FD8}" type="presParOf" srcId="{B444D96A-3E5D-44CB-8077-48554FA63016}" destId="{071BE17E-6EA7-4F98-B827-BA5909808506}" srcOrd="2" destOrd="0" presId="urn:microsoft.com/office/officeart/2005/8/layout/list1"/>
    <dgm:cxn modelId="{885B8AAA-887B-4385-A62E-352F711B7E13}" type="presParOf" srcId="{B444D96A-3E5D-44CB-8077-48554FA63016}" destId="{5D6F8AA7-8A06-4434-9B25-CD6F15A7AB4F}" srcOrd="3" destOrd="0" presId="urn:microsoft.com/office/officeart/2005/8/layout/list1"/>
    <dgm:cxn modelId="{9A8BD9D9-A982-4A26-BAEB-8AAC69C437FC}" type="presParOf" srcId="{B444D96A-3E5D-44CB-8077-48554FA63016}" destId="{F506934C-4F56-4636-B697-3B156024601E}" srcOrd="4" destOrd="0" presId="urn:microsoft.com/office/officeart/2005/8/layout/list1"/>
    <dgm:cxn modelId="{C0B04295-CA6B-4A38-A54E-B0B49CFE3830}" type="presParOf" srcId="{F506934C-4F56-4636-B697-3B156024601E}" destId="{D7564746-9C6B-4E01-9B4C-D5B0AF08F5B1}" srcOrd="0" destOrd="0" presId="urn:microsoft.com/office/officeart/2005/8/layout/list1"/>
    <dgm:cxn modelId="{6007DFDD-148D-4979-A920-9B2B87703043}" type="presParOf" srcId="{F506934C-4F56-4636-B697-3B156024601E}" destId="{7BFC680E-C471-4321-8D19-47760CD09D66}" srcOrd="1" destOrd="0" presId="urn:microsoft.com/office/officeart/2005/8/layout/list1"/>
    <dgm:cxn modelId="{8194F4AE-956C-4A12-9BCB-B7DC84A26656}" type="presParOf" srcId="{B444D96A-3E5D-44CB-8077-48554FA63016}" destId="{192F125D-DBF2-4C90-99B0-2ACD06F61775}" srcOrd="5" destOrd="0" presId="urn:microsoft.com/office/officeart/2005/8/layout/list1"/>
    <dgm:cxn modelId="{7200CD72-DF68-4F3B-8026-045BB93C3BB0}" type="presParOf" srcId="{B444D96A-3E5D-44CB-8077-48554FA63016}" destId="{70478E30-5F8E-419E-B81C-739BE87B672D}" srcOrd="6" destOrd="0" presId="urn:microsoft.com/office/officeart/2005/8/layout/list1"/>
    <dgm:cxn modelId="{FD4D3984-EF0E-47D8-82FF-F36383C126AF}" type="presParOf" srcId="{B444D96A-3E5D-44CB-8077-48554FA63016}" destId="{BF74AE64-3A2C-4225-A11B-56E389930A2A}" srcOrd="7" destOrd="0" presId="urn:microsoft.com/office/officeart/2005/8/layout/list1"/>
    <dgm:cxn modelId="{52A35B5F-0E37-49A6-B5D5-ECEE88AFCB29}" type="presParOf" srcId="{B444D96A-3E5D-44CB-8077-48554FA63016}" destId="{B4BD0BAF-84DC-41AE-B182-1AC3AE6B799D}" srcOrd="8" destOrd="0" presId="urn:microsoft.com/office/officeart/2005/8/layout/list1"/>
    <dgm:cxn modelId="{664071A5-0CA8-4F0C-9037-572ABE93839A}" type="presParOf" srcId="{B4BD0BAF-84DC-41AE-B182-1AC3AE6B799D}" destId="{B437B0B6-B52B-4537-86DF-357F45EEAC52}" srcOrd="0" destOrd="0" presId="urn:microsoft.com/office/officeart/2005/8/layout/list1"/>
    <dgm:cxn modelId="{DC1C5585-6DB4-4B59-9B3C-9B949885C6A7}" type="presParOf" srcId="{B4BD0BAF-84DC-41AE-B182-1AC3AE6B799D}" destId="{235427FC-E790-4494-856D-E8DF2C6C46F3}" srcOrd="1" destOrd="0" presId="urn:microsoft.com/office/officeart/2005/8/layout/list1"/>
    <dgm:cxn modelId="{2E542A49-8D18-4FA1-A851-AFEBF9DF11C4}" type="presParOf" srcId="{B444D96A-3E5D-44CB-8077-48554FA63016}" destId="{09A5ADC7-4127-4B2C-AEF9-8EDE9ED33BB9}" srcOrd="9" destOrd="0" presId="urn:microsoft.com/office/officeart/2005/8/layout/list1"/>
    <dgm:cxn modelId="{E0A770B7-F730-4683-9CCE-ACEDF6EFAF17}" type="presParOf" srcId="{B444D96A-3E5D-44CB-8077-48554FA63016}" destId="{F72C5803-B7F8-4B13-9D43-59193C7711B4}" srcOrd="10" destOrd="0" presId="urn:microsoft.com/office/officeart/2005/8/layout/list1"/>
    <dgm:cxn modelId="{59D743F5-30BC-4380-896D-9573C2D28295}" type="presParOf" srcId="{B444D96A-3E5D-44CB-8077-48554FA63016}" destId="{73CE5AEC-BEAE-4D12-9DA7-FD8E5480CD3D}" srcOrd="11" destOrd="0" presId="urn:microsoft.com/office/officeart/2005/8/layout/list1"/>
    <dgm:cxn modelId="{D71186F7-5F63-4AE5-BE70-63FA3E0D40A4}" type="presParOf" srcId="{B444D96A-3E5D-44CB-8077-48554FA63016}" destId="{668EA08A-A867-4E32-A84A-64866F7CF19F}" srcOrd="12" destOrd="0" presId="urn:microsoft.com/office/officeart/2005/8/layout/list1"/>
    <dgm:cxn modelId="{4A45D986-82DE-480D-8CCB-C6461F177573}" type="presParOf" srcId="{668EA08A-A867-4E32-A84A-64866F7CF19F}" destId="{D831CB0E-FBBD-4443-A8B2-8BD392BAD1C6}" srcOrd="0" destOrd="0" presId="urn:microsoft.com/office/officeart/2005/8/layout/list1"/>
    <dgm:cxn modelId="{254CC94F-6BAE-4F68-B89D-C817EFCB4559}" type="presParOf" srcId="{668EA08A-A867-4E32-A84A-64866F7CF19F}" destId="{792E7138-9E8F-456D-8903-C21CF01D644C}" srcOrd="1" destOrd="0" presId="urn:microsoft.com/office/officeart/2005/8/layout/list1"/>
    <dgm:cxn modelId="{3D687BD9-5BCF-4B85-8BAC-672678E983D8}" type="presParOf" srcId="{B444D96A-3E5D-44CB-8077-48554FA63016}" destId="{14976BE2-C66B-4A81-9FF4-F070E3D01D7C}" srcOrd="13" destOrd="0" presId="urn:microsoft.com/office/officeart/2005/8/layout/list1"/>
    <dgm:cxn modelId="{260A43A3-90B1-40D4-AA78-49FEC88B1292}" type="presParOf" srcId="{B444D96A-3E5D-44CB-8077-48554FA63016}" destId="{37AA2547-E1F5-4EC7-9408-4F4B33A3BD73}" srcOrd="14" destOrd="0" presId="urn:microsoft.com/office/officeart/2005/8/layout/list1"/>
    <dgm:cxn modelId="{BD96C9DF-DCFA-427E-AAEA-AED87AF27509}" type="presParOf" srcId="{B444D96A-3E5D-44CB-8077-48554FA63016}" destId="{00EA0A94-83B8-4659-A156-5DEA79B56CCE}" srcOrd="15" destOrd="0" presId="urn:microsoft.com/office/officeart/2005/8/layout/list1"/>
    <dgm:cxn modelId="{9FB3C5B8-933A-4197-9476-9EFFEE6CD482}" type="presParOf" srcId="{B444D96A-3E5D-44CB-8077-48554FA63016}" destId="{30639694-5DE8-4BBE-BF18-E65780C32AAA}" srcOrd="16" destOrd="0" presId="urn:microsoft.com/office/officeart/2005/8/layout/list1"/>
    <dgm:cxn modelId="{A31FB81E-3AFD-42D3-9B80-420AC43F2D0D}" type="presParOf" srcId="{30639694-5DE8-4BBE-BF18-E65780C32AAA}" destId="{A67318DA-BA68-4F44-9DAE-61AB5A9A6974}" srcOrd="0" destOrd="0" presId="urn:microsoft.com/office/officeart/2005/8/layout/list1"/>
    <dgm:cxn modelId="{45B8FE17-2932-4CEC-A019-3BCA36CA5FA5}" type="presParOf" srcId="{30639694-5DE8-4BBE-BF18-E65780C32AAA}" destId="{7225CB27-0037-48D8-80EC-C61A7E8A8D3A}" srcOrd="1" destOrd="0" presId="urn:microsoft.com/office/officeart/2005/8/layout/list1"/>
    <dgm:cxn modelId="{ED25BFBE-882D-4B94-AB74-54077C2C2F6E}" type="presParOf" srcId="{B444D96A-3E5D-44CB-8077-48554FA63016}" destId="{09407995-466C-4946-B315-11057B49A2D1}" srcOrd="17" destOrd="0" presId="urn:microsoft.com/office/officeart/2005/8/layout/list1"/>
    <dgm:cxn modelId="{94D3F0CF-36A7-45E2-AB15-3CE978BED9C4}" type="presParOf" srcId="{B444D96A-3E5D-44CB-8077-48554FA63016}" destId="{6377CC98-2DC6-4FE5-89F8-014ED22F8AE8}" srcOrd="18" destOrd="0" presId="urn:microsoft.com/office/officeart/2005/8/layout/list1"/>
    <dgm:cxn modelId="{7F992B9C-5BB3-4789-92B0-8C72958631E0}" type="presParOf" srcId="{B444D96A-3E5D-44CB-8077-48554FA63016}" destId="{3771C95F-215D-4B90-BB32-B25D5CCC7853}" srcOrd="19" destOrd="0" presId="urn:microsoft.com/office/officeart/2005/8/layout/list1"/>
    <dgm:cxn modelId="{AD0C666E-09F6-4DC4-8D5B-B3E110B51F1E}" type="presParOf" srcId="{B444D96A-3E5D-44CB-8077-48554FA63016}" destId="{65CF74F2-6746-4AFD-B3D8-215125D48BC8}" srcOrd="20" destOrd="0" presId="urn:microsoft.com/office/officeart/2005/8/layout/list1"/>
    <dgm:cxn modelId="{1BEAC26D-816A-4EEA-8714-008F1F6CFB09}" type="presParOf" srcId="{65CF74F2-6746-4AFD-B3D8-215125D48BC8}" destId="{01DB37E4-6BE0-4884-85E5-1E15E0C2690D}" srcOrd="0" destOrd="0" presId="urn:microsoft.com/office/officeart/2005/8/layout/list1"/>
    <dgm:cxn modelId="{23D449D8-2738-4FA7-9AB6-DB1C3DF2C618}" type="presParOf" srcId="{65CF74F2-6746-4AFD-B3D8-215125D48BC8}" destId="{E825FA56-6A4C-4EC6-82CB-81E85646C292}" srcOrd="1" destOrd="0" presId="urn:microsoft.com/office/officeart/2005/8/layout/list1"/>
    <dgm:cxn modelId="{D6A80CC8-224A-4080-8D98-0ADC5E39261D}" type="presParOf" srcId="{B444D96A-3E5D-44CB-8077-48554FA63016}" destId="{02E9A502-B99C-499F-A28A-CF2150F758F3}" srcOrd="21" destOrd="0" presId="urn:microsoft.com/office/officeart/2005/8/layout/list1"/>
    <dgm:cxn modelId="{E5C6BC0A-50F0-4ACA-8791-4456D99284AD}" type="presParOf" srcId="{B444D96A-3E5D-44CB-8077-48554FA63016}" destId="{A62FE45B-BC3B-4E4C-BB44-8205B196800D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1BE17E-6EA7-4F98-B827-BA5909808506}">
      <dsp:nvSpPr>
        <dsp:cNvPr id="0" name=""/>
        <dsp:cNvSpPr/>
      </dsp:nvSpPr>
      <dsp:spPr>
        <a:xfrm>
          <a:off x="0" y="514290"/>
          <a:ext cx="517538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C0E9FE-8EE5-4BD0-9D0E-58CCC238A135}">
      <dsp:nvSpPr>
        <dsp:cNvPr id="0" name=""/>
        <dsp:cNvSpPr/>
      </dsp:nvSpPr>
      <dsp:spPr>
        <a:xfrm>
          <a:off x="258769" y="233850"/>
          <a:ext cx="3622768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Overview of IAM</a:t>
          </a:r>
        </a:p>
      </dsp:txBody>
      <dsp:txXfrm>
        <a:off x="286149" y="261230"/>
        <a:ext cx="3568008" cy="506120"/>
      </dsp:txXfrm>
    </dsp:sp>
    <dsp:sp modelId="{70478E30-5F8E-419E-B81C-739BE87B672D}">
      <dsp:nvSpPr>
        <dsp:cNvPr id="0" name=""/>
        <dsp:cNvSpPr/>
      </dsp:nvSpPr>
      <dsp:spPr>
        <a:xfrm>
          <a:off x="0" y="1376130"/>
          <a:ext cx="517538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FC680E-C471-4321-8D19-47760CD09D66}">
      <dsp:nvSpPr>
        <dsp:cNvPr id="0" name=""/>
        <dsp:cNvSpPr/>
      </dsp:nvSpPr>
      <dsp:spPr>
        <a:xfrm>
          <a:off x="258769" y="1095690"/>
          <a:ext cx="3622768" cy="5608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Key Components of IAM</a:t>
          </a:r>
        </a:p>
      </dsp:txBody>
      <dsp:txXfrm>
        <a:off x="286149" y="1123070"/>
        <a:ext cx="3568008" cy="506120"/>
      </dsp:txXfrm>
    </dsp:sp>
    <dsp:sp modelId="{F72C5803-B7F8-4B13-9D43-59193C7711B4}">
      <dsp:nvSpPr>
        <dsp:cNvPr id="0" name=""/>
        <dsp:cNvSpPr/>
      </dsp:nvSpPr>
      <dsp:spPr>
        <a:xfrm>
          <a:off x="0" y="2237970"/>
          <a:ext cx="517538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5427FC-E790-4494-856D-E8DF2C6C46F3}">
      <dsp:nvSpPr>
        <dsp:cNvPr id="0" name=""/>
        <dsp:cNvSpPr/>
      </dsp:nvSpPr>
      <dsp:spPr>
        <a:xfrm>
          <a:off x="258769" y="1957530"/>
          <a:ext cx="3622768" cy="5608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JML</a:t>
          </a:r>
        </a:p>
      </dsp:txBody>
      <dsp:txXfrm>
        <a:off x="286149" y="1984910"/>
        <a:ext cx="3568008" cy="506120"/>
      </dsp:txXfrm>
    </dsp:sp>
    <dsp:sp modelId="{37AA2547-E1F5-4EC7-9408-4F4B33A3BD73}">
      <dsp:nvSpPr>
        <dsp:cNvPr id="0" name=""/>
        <dsp:cNvSpPr/>
      </dsp:nvSpPr>
      <dsp:spPr>
        <a:xfrm>
          <a:off x="0" y="3099810"/>
          <a:ext cx="517538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2E7138-9E8F-456D-8903-C21CF01D644C}">
      <dsp:nvSpPr>
        <dsp:cNvPr id="0" name=""/>
        <dsp:cNvSpPr/>
      </dsp:nvSpPr>
      <dsp:spPr>
        <a:xfrm>
          <a:off x="258769" y="2819370"/>
          <a:ext cx="3622768" cy="5608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Birth right access provisioning</a:t>
          </a:r>
        </a:p>
      </dsp:txBody>
      <dsp:txXfrm>
        <a:off x="286149" y="2846750"/>
        <a:ext cx="3568008" cy="506120"/>
      </dsp:txXfrm>
    </dsp:sp>
    <dsp:sp modelId="{6377CC98-2DC6-4FE5-89F8-014ED22F8AE8}">
      <dsp:nvSpPr>
        <dsp:cNvPr id="0" name=""/>
        <dsp:cNvSpPr/>
      </dsp:nvSpPr>
      <dsp:spPr>
        <a:xfrm>
          <a:off x="0" y="3961650"/>
          <a:ext cx="517538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25CB27-0037-48D8-80EC-C61A7E8A8D3A}">
      <dsp:nvSpPr>
        <dsp:cNvPr id="0" name=""/>
        <dsp:cNvSpPr/>
      </dsp:nvSpPr>
      <dsp:spPr>
        <a:xfrm>
          <a:off x="258769" y="3681210"/>
          <a:ext cx="3622768" cy="56088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RBAC (Role based access control)</a:t>
          </a:r>
        </a:p>
      </dsp:txBody>
      <dsp:txXfrm>
        <a:off x="286149" y="3708590"/>
        <a:ext cx="3568008" cy="506120"/>
      </dsp:txXfrm>
    </dsp:sp>
    <dsp:sp modelId="{A62FE45B-BC3B-4E4C-BB44-8205B196800D}">
      <dsp:nvSpPr>
        <dsp:cNvPr id="0" name=""/>
        <dsp:cNvSpPr/>
      </dsp:nvSpPr>
      <dsp:spPr>
        <a:xfrm>
          <a:off x="0" y="4823490"/>
          <a:ext cx="5175384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25FA56-6A4C-4EC6-82CB-81E85646C292}">
      <dsp:nvSpPr>
        <dsp:cNvPr id="0" name=""/>
        <dsp:cNvSpPr/>
      </dsp:nvSpPr>
      <dsp:spPr>
        <a:xfrm>
          <a:off x="258769" y="4543050"/>
          <a:ext cx="3622768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Tools and Technologies</a:t>
          </a:r>
        </a:p>
      </dsp:txBody>
      <dsp:txXfrm>
        <a:off x="286149" y="4570430"/>
        <a:ext cx="3568008" cy="506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69A662-8FF4-47D8-9DE6-393E0E63F10E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AFB06-EECB-4754-851B-E2350B1CB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026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AFB06-EECB-4754-851B-E2350B1CB8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884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Identity and Access Management (IAM)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Overview, Key Components, Benefits, and Joiners Process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4801B7-D602-98D7-0883-B52614CC9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Agenda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86973948-C024-54D8-A073-8E5ABB76BC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915001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7617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4704" y="969264"/>
            <a:ext cx="5542136" cy="5341067"/>
          </a:xfrm>
        </p:spPr>
        <p:txBody>
          <a:bodyPr>
            <a:normAutofit fontScale="85000" lnSpcReduction="10000"/>
          </a:bodyPr>
          <a:lstStyle/>
          <a:p>
            <a:r>
              <a:rPr lang="en-US"/>
              <a:t>Identity and Access Management (IAM) is a framework of policies and technologies.</a:t>
            </a:r>
          </a:p>
          <a:p>
            <a:endParaRPr lang="en-US"/>
          </a:p>
          <a:p>
            <a:pPr>
              <a:buFont typeface="Courier New" panose="02070309020205020404" pitchFamily="49" charset="0"/>
              <a:buChar char="o"/>
            </a:pPr>
            <a:r>
              <a:rPr lang="en-US"/>
              <a:t>The right individuals have access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/>
              <a:t>To the right resources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/>
              <a:t>At the right times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/>
              <a:t>For the right reasons.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/>
          </a:p>
          <a:p>
            <a:pPr marL="0" indent="0">
              <a:buNone/>
            </a:pPr>
            <a:r>
              <a:rPr lang="en-US"/>
              <a:t>IAM systems are used to manage digital identities and control access to resources within an organization.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82A442C-6FAE-002C-5CD8-DC73A1D77918}"/>
              </a:ext>
            </a:extLst>
          </p:cNvPr>
          <p:cNvGrpSpPr/>
          <p:nvPr/>
        </p:nvGrpSpPr>
        <p:grpSpPr>
          <a:xfrm>
            <a:off x="0" y="9731"/>
            <a:ext cx="3280179" cy="6857997"/>
            <a:chOff x="130442" y="219752"/>
            <a:chExt cx="3723715" cy="56088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E6A6451A-2A64-7F3B-E849-18AB09BFB70C}"/>
                </a:ext>
              </a:extLst>
            </p:cNvPr>
            <p:cNvSpPr/>
            <p:nvPr/>
          </p:nvSpPr>
          <p:spPr>
            <a:xfrm>
              <a:off x="130442" y="219752"/>
              <a:ext cx="3622768" cy="560880"/>
            </a:xfrm>
            <a:prstGeom prst="roundRect">
              <a:avLst>
                <a:gd name="adj" fmla="val 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: Rounded Corners 4">
              <a:extLst>
                <a:ext uri="{FF2B5EF4-FFF2-40B4-BE49-F238E27FC236}">
                  <a16:creationId xmlns:a16="http://schemas.microsoft.com/office/drawing/2014/main" id="{3E64CF0A-D31A-4381-1D65-DE6D9C27CDE4}"/>
                </a:ext>
              </a:extLst>
            </p:cNvPr>
            <p:cNvSpPr txBox="1"/>
            <p:nvPr/>
          </p:nvSpPr>
          <p:spPr>
            <a:xfrm>
              <a:off x="286149" y="261230"/>
              <a:ext cx="3568008" cy="5061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6932" tIns="0" rIns="136932" bIns="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kern="1200" dirty="0"/>
                <a:t>Overview of IAM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4136" y="749808"/>
            <a:ext cx="5664315" cy="5376355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1. </a:t>
            </a:r>
            <a:r>
              <a:rPr b="1" dirty="0"/>
              <a:t>Identity Management</a:t>
            </a:r>
            <a:r>
              <a:rPr dirty="0"/>
              <a:t>: Processes and technologies for managing digital identities.</a:t>
            </a:r>
          </a:p>
          <a:p>
            <a:r>
              <a:rPr dirty="0"/>
              <a:t>2. </a:t>
            </a:r>
            <a:r>
              <a:rPr b="1" dirty="0"/>
              <a:t>Authentication</a:t>
            </a:r>
            <a:r>
              <a:rPr dirty="0"/>
              <a:t>: Verifying the identity of users.</a:t>
            </a:r>
          </a:p>
          <a:p>
            <a:r>
              <a:rPr dirty="0"/>
              <a:t>3. </a:t>
            </a:r>
            <a:r>
              <a:rPr b="1" dirty="0"/>
              <a:t>Authorization</a:t>
            </a:r>
            <a:r>
              <a:rPr dirty="0"/>
              <a:t>: Granting access to resources based on user roles and permissions.</a:t>
            </a:r>
          </a:p>
          <a:p>
            <a:r>
              <a:rPr dirty="0"/>
              <a:t>4. </a:t>
            </a:r>
            <a:r>
              <a:rPr b="1" dirty="0"/>
              <a:t>User Provisioning</a:t>
            </a:r>
            <a:r>
              <a:rPr dirty="0"/>
              <a:t>: Creating, updating, and deleting user accounts.</a:t>
            </a:r>
          </a:p>
          <a:p>
            <a:r>
              <a:rPr dirty="0"/>
              <a:t>5. </a:t>
            </a:r>
            <a:r>
              <a:rPr b="1" dirty="0"/>
              <a:t>Single Sign-On (SSO)</a:t>
            </a:r>
            <a:r>
              <a:rPr dirty="0"/>
              <a:t>: Allowing users to access multiple applications with one set of credentials.</a:t>
            </a:r>
          </a:p>
          <a:p>
            <a:r>
              <a:rPr dirty="0"/>
              <a:t>6. </a:t>
            </a:r>
            <a:r>
              <a:rPr b="1" dirty="0"/>
              <a:t>Multi-Factor Authentication (MFA)</a:t>
            </a:r>
            <a:r>
              <a:rPr dirty="0"/>
              <a:t>: Adding an extra layer of security by requiring multiple forms of verification.</a:t>
            </a:r>
          </a:p>
          <a:p>
            <a:r>
              <a:rPr dirty="0"/>
              <a:t>7. </a:t>
            </a:r>
            <a:r>
              <a:rPr b="1" dirty="0"/>
              <a:t>Access Governance</a:t>
            </a:r>
            <a:r>
              <a:rPr dirty="0"/>
              <a:t>: Monitoring and auditing access to resources.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BFD51DE-90AA-2533-2A0B-DE38EB0F1290}"/>
              </a:ext>
            </a:extLst>
          </p:cNvPr>
          <p:cNvGrpSpPr/>
          <p:nvPr/>
        </p:nvGrpSpPr>
        <p:grpSpPr>
          <a:xfrm>
            <a:off x="57298" y="0"/>
            <a:ext cx="3192128" cy="6858000"/>
            <a:chOff x="258769" y="1095690"/>
            <a:chExt cx="3622768" cy="560880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9D5E0254-18E1-8660-5A53-55A09A10367D}"/>
                </a:ext>
              </a:extLst>
            </p:cNvPr>
            <p:cNvSpPr/>
            <p:nvPr/>
          </p:nvSpPr>
          <p:spPr>
            <a:xfrm>
              <a:off x="258769" y="1095690"/>
              <a:ext cx="3622768" cy="56088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4B91D948-94A9-3070-0448-0237D9362EDB}"/>
                </a:ext>
              </a:extLst>
            </p:cNvPr>
            <p:cNvSpPr txBox="1"/>
            <p:nvPr/>
          </p:nvSpPr>
          <p:spPr>
            <a:xfrm>
              <a:off x="286149" y="1123070"/>
              <a:ext cx="3568008" cy="5061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6932" tIns="0" rIns="136932" bIns="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kern="1200" dirty="0"/>
                <a:t>Key Components of IAM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6E8EBF2-B327-BC91-B8C7-F47251A37DD8}"/>
              </a:ext>
            </a:extLst>
          </p:cNvPr>
          <p:cNvGrpSpPr/>
          <p:nvPr/>
        </p:nvGrpSpPr>
        <p:grpSpPr>
          <a:xfrm>
            <a:off x="19133" y="0"/>
            <a:ext cx="2762360" cy="6858000"/>
            <a:chOff x="258769" y="1957530"/>
            <a:chExt cx="3622768" cy="56088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22A3E22-A055-5FBE-020B-15001DAB8D17}"/>
                </a:ext>
              </a:extLst>
            </p:cNvPr>
            <p:cNvSpPr/>
            <p:nvPr/>
          </p:nvSpPr>
          <p:spPr>
            <a:xfrm>
              <a:off x="258769" y="1957530"/>
              <a:ext cx="3622768" cy="56088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E02F6C58-7C93-8B38-13D1-C707AA0A0203}"/>
                </a:ext>
              </a:extLst>
            </p:cNvPr>
            <p:cNvSpPr txBox="1"/>
            <p:nvPr/>
          </p:nvSpPr>
          <p:spPr>
            <a:xfrm>
              <a:off x="286149" y="1984910"/>
              <a:ext cx="3568008" cy="5061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6932" tIns="0" rIns="136932" bIns="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kern="1200" dirty="0"/>
                <a:t>JML (Joiner Mover Leaver)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7EB66B5-71CA-B21D-96EF-C10D9F4D7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488" y="823549"/>
            <a:ext cx="6224502" cy="52109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F8EED1A-A25A-319C-F1C1-0FC1E86F40A4}"/>
              </a:ext>
            </a:extLst>
          </p:cNvPr>
          <p:cNvGrpSpPr/>
          <p:nvPr/>
        </p:nvGrpSpPr>
        <p:grpSpPr>
          <a:xfrm>
            <a:off x="0" y="32004"/>
            <a:ext cx="2743200" cy="6793992"/>
            <a:chOff x="258769" y="2819370"/>
            <a:chExt cx="3798840" cy="56088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F2CF0EB-8293-9A6E-2BD1-BDC8975A39AF}"/>
                </a:ext>
              </a:extLst>
            </p:cNvPr>
            <p:cNvSpPr/>
            <p:nvPr/>
          </p:nvSpPr>
          <p:spPr>
            <a:xfrm>
              <a:off x="258769" y="2819370"/>
              <a:ext cx="3622768" cy="56088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98F9A3A3-3CD5-FD10-3CFB-C2568304171B}"/>
                </a:ext>
              </a:extLst>
            </p:cNvPr>
            <p:cNvSpPr txBox="1"/>
            <p:nvPr/>
          </p:nvSpPr>
          <p:spPr>
            <a:xfrm>
              <a:off x="286150" y="2846750"/>
              <a:ext cx="3771459" cy="5061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6932" tIns="0" rIns="136932" bIns="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kern="1200" dirty="0"/>
                <a:t>Birth right access provisioning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8E77EB-98E0-2193-A746-D6B1E5BAC798}"/>
              </a:ext>
            </a:extLst>
          </p:cNvPr>
          <p:cNvSpPr txBox="1"/>
          <p:nvPr/>
        </p:nvSpPr>
        <p:spPr>
          <a:xfrm>
            <a:off x="2655600" y="596544"/>
            <a:ext cx="6488400" cy="2146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b="1" i="0" dirty="0">
                <a:solidFill>
                  <a:srgbClr val="424242"/>
                </a:solidFill>
                <a:effectLst/>
                <a:latin typeface="Segoe Sans"/>
              </a:rPr>
              <a:t>Birthright access</a:t>
            </a:r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 refers to the </a:t>
            </a:r>
            <a:r>
              <a:rPr lang="en-US" b="1" i="0" dirty="0">
                <a:solidFill>
                  <a:srgbClr val="424242"/>
                </a:solidFill>
                <a:effectLst/>
                <a:latin typeface="Segoe Sans"/>
              </a:rPr>
              <a:t>default set of permissions and resources</a:t>
            </a:r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 automatically granted to a user when they join an organization, based on their </a:t>
            </a:r>
            <a:r>
              <a:rPr lang="en-US" b="1" i="0" dirty="0">
                <a:solidFill>
                  <a:srgbClr val="424242"/>
                </a:solidFill>
                <a:effectLst/>
                <a:latin typeface="Segoe Sans"/>
              </a:rPr>
              <a:t>identity attributes</a:t>
            </a:r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 such as role, department, or location.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This ensures that every new employee has the </a:t>
            </a:r>
            <a:r>
              <a:rPr lang="en-US" b="1" i="0" dirty="0">
                <a:solidFill>
                  <a:srgbClr val="424242"/>
                </a:solidFill>
                <a:effectLst/>
                <a:latin typeface="Segoe Sans"/>
              </a:rPr>
              <a:t>essential tools and access</a:t>
            </a:r>
            <a:r>
              <a:rPr lang="en-US" b="0" i="0" dirty="0">
                <a:solidFill>
                  <a:srgbClr val="424242"/>
                </a:solidFill>
                <a:effectLst/>
                <a:latin typeface="Segoe Sans"/>
              </a:rPr>
              <a:t> they need from day one—without manual intervention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0E4ADE-D5CB-7881-12ED-6BEC5D008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096371"/>
              </p:ext>
            </p:extLst>
          </p:nvPr>
        </p:nvGraphicFramePr>
        <p:xfrm>
          <a:off x="2655600" y="2976168"/>
          <a:ext cx="6269074" cy="3582670"/>
        </p:xfrm>
        <a:graphic>
          <a:graphicData uri="http://schemas.openxmlformats.org/drawingml/2006/table">
            <a:tbl>
              <a:tblPr/>
              <a:tblGrid>
                <a:gridCol w="3134537">
                  <a:extLst>
                    <a:ext uri="{9D8B030D-6E8A-4147-A177-3AD203B41FA5}">
                      <a16:colId xmlns:a16="http://schemas.microsoft.com/office/drawing/2014/main" val="2838034214"/>
                    </a:ext>
                  </a:extLst>
                </a:gridCol>
                <a:gridCol w="3134537">
                  <a:extLst>
                    <a:ext uri="{9D8B030D-6E8A-4147-A177-3AD203B41FA5}">
                      <a16:colId xmlns:a16="http://schemas.microsoft.com/office/drawing/2014/main" val="608785100"/>
                    </a:ext>
                  </a:extLst>
                </a:gridCol>
              </a:tblGrid>
              <a:tr h="352099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Role/Department</a:t>
                      </a: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Birthright Access Provisioned</a:t>
                      </a: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818087"/>
                  </a:ext>
                </a:extLst>
              </a:tr>
              <a:tr h="613451"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effectLst/>
                        </a:rPr>
                        <a:t>All Employees</a:t>
                      </a:r>
                      <a:endParaRPr lang="en-US">
                        <a:effectLst/>
                      </a:endParaRP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Email account, intranet access, HR portal, corporate calendar</a:t>
                      </a: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038385"/>
                  </a:ext>
                </a:extLst>
              </a:tr>
              <a:tr h="613451"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effectLst/>
                        </a:rPr>
                        <a:t>HR Department</a:t>
                      </a:r>
                      <a:endParaRPr lang="en-US">
                        <a:effectLst/>
                      </a:endParaRP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HRIS system, employee records database</a:t>
                      </a: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5580665"/>
                  </a:ext>
                </a:extLst>
              </a:tr>
              <a:tr h="613451"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effectLst/>
                        </a:rPr>
                        <a:t>Finance Team</a:t>
                      </a:r>
                      <a:endParaRPr lang="en-US">
                        <a:effectLst/>
                      </a:endParaRP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Financial systems (e.g., SAP), budget reports</a:t>
                      </a: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054052"/>
                  </a:ext>
                </a:extLst>
              </a:tr>
              <a:tr h="613451">
                <a:tc>
                  <a:txBody>
                    <a:bodyPr/>
                    <a:lstStyle/>
                    <a:p>
                      <a:pPr algn="l" fontAlgn="t"/>
                      <a:r>
                        <a:rPr lang="en-US" b="1">
                          <a:effectLst/>
                        </a:rPr>
                        <a:t>IT Support</a:t>
                      </a:r>
                      <a:endParaRPr lang="en-US">
                        <a:effectLst/>
                      </a:endParaRP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Ticketing system, admin tools, remote access tools</a:t>
                      </a: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134333"/>
                  </a:ext>
                </a:extLst>
              </a:tr>
              <a:tr h="607401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Sales Team</a:t>
                      </a:r>
                      <a:endParaRPr lang="en-US" dirty="0">
                        <a:effectLst/>
                      </a:endParaRP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CRM system (e.g., Salesforce), sales dashboards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8982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18F125D-6F74-65BE-3427-7F284F788C44}"/>
              </a:ext>
            </a:extLst>
          </p:cNvPr>
          <p:cNvGrpSpPr/>
          <p:nvPr/>
        </p:nvGrpSpPr>
        <p:grpSpPr>
          <a:xfrm>
            <a:off x="0" y="-73152"/>
            <a:ext cx="2945240" cy="6858000"/>
            <a:chOff x="258769" y="3681210"/>
            <a:chExt cx="3622768" cy="56088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3283932-A393-2DE6-2D3E-D68EB05B983B}"/>
                </a:ext>
              </a:extLst>
            </p:cNvPr>
            <p:cNvSpPr/>
            <p:nvPr/>
          </p:nvSpPr>
          <p:spPr>
            <a:xfrm>
              <a:off x="258769" y="3681210"/>
              <a:ext cx="3622768" cy="56088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5C2E1961-6322-7097-EFA8-7B5A2736ED73}"/>
                </a:ext>
              </a:extLst>
            </p:cNvPr>
            <p:cNvSpPr txBox="1"/>
            <p:nvPr/>
          </p:nvSpPr>
          <p:spPr>
            <a:xfrm>
              <a:off x="286149" y="3708590"/>
              <a:ext cx="3568008" cy="5061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6932" tIns="0" rIns="136932" bIns="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kern="1200" dirty="0"/>
                <a:t>RBAC (Role based access control)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D8AE6EA-AA7D-69F8-CE91-9114769FEEC8}"/>
              </a:ext>
            </a:extLst>
          </p:cNvPr>
          <p:cNvSpPr txBox="1"/>
          <p:nvPr/>
        </p:nvSpPr>
        <p:spPr>
          <a:xfrm>
            <a:off x="3140964" y="562565"/>
            <a:ext cx="5820156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b="1" i="0" dirty="0">
                <a:solidFill>
                  <a:srgbClr val="424242"/>
                </a:solidFill>
                <a:effectLst/>
                <a:latin typeface="Segoe Sans"/>
              </a:rPr>
              <a:t>🌟 What is Role-Based Access Control (RBAC)?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1" i="0" dirty="0">
                <a:solidFill>
                  <a:srgbClr val="424242"/>
                </a:solidFill>
                <a:effectLst/>
                <a:latin typeface="Segoe Sans"/>
              </a:rPr>
              <a:t>RBAC</a:t>
            </a:r>
            <a:r>
              <a:rPr lang="en-US" sz="1600" b="0" i="0" dirty="0">
                <a:solidFill>
                  <a:srgbClr val="424242"/>
                </a:solidFill>
                <a:effectLst/>
                <a:latin typeface="Segoe Sans"/>
              </a:rPr>
              <a:t> is a way to manage who can access what in a system based on their </a:t>
            </a:r>
            <a:r>
              <a:rPr lang="en-US" sz="1600" b="1" i="0" dirty="0">
                <a:solidFill>
                  <a:srgbClr val="424242"/>
                </a:solidFill>
                <a:effectLst/>
                <a:latin typeface="Segoe Sans"/>
              </a:rPr>
              <a:t>job role</a:t>
            </a:r>
            <a:r>
              <a:rPr lang="en-US" sz="1600" b="0" i="0" dirty="0">
                <a:solidFill>
                  <a:srgbClr val="424242"/>
                </a:solidFill>
                <a:effectLst/>
                <a:latin typeface="Segoe Sans"/>
              </a:rPr>
              <a:t>.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600" b="0" i="0" dirty="0">
                <a:solidFill>
                  <a:srgbClr val="424242"/>
                </a:solidFill>
                <a:effectLst/>
                <a:latin typeface="Segoe Sans"/>
              </a:rPr>
              <a:t>Instead of giving permissions to each person one by one, you: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24242"/>
                </a:solidFill>
                <a:effectLst/>
                <a:latin typeface="Segoe Sans"/>
              </a:rPr>
              <a:t>Create </a:t>
            </a:r>
            <a:r>
              <a:rPr lang="en-US" sz="1600" b="1" i="0" dirty="0">
                <a:solidFill>
                  <a:srgbClr val="424242"/>
                </a:solidFill>
                <a:effectLst/>
                <a:latin typeface="Segoe Sans"/>
              </a:rPr>
              <a:t>roles</a:t>
            </a:r>
            <a:r>
              <a:rPr lang="en-US" sz="1600" b="0" i="0" dirty="0">
                <a:solidFill>
                  <a:srgbClr val="424242"/>
                </a:solidFill>
                <a:effectLst/>
                <a:latin typeface="Segoe Sans"/>
              </a:rPr>
              <a:t> (like </a:t>
            </a:r>
            <a:r>
              <a:rPr lang="en-US" sz="1600" b="0" i="1" dirty="0">
                <a:solidFill>
                  <a:srgbClr val="424242"/>
                </a:solidFill>
                <a:effectLst/>
                <a:latin typeface="Segoe Sans"/>
              </a:rPr>
              <a:t>HR</a:t>
            </a:r>
            <a:r>
              <a:rPr lang="en-US" sz="1600" b="0" i="0" dirty="0">
                <a:solidFill>
                  <a:srgbClr val="424242"/>
                </a:solidFill>
                <a:effectLst/>
                <a:latin typeface="Segoe Sans"/>
              </a:rPr>
              <a:t>, </a:t>
            </a:r>
            <a:r>
              <a:rPr lang="en-US" sz="1600" b="0" i="1" dirty="0">
                <a:solidFill>
                  <a:srgbClr val="424242"/>
                </a:solidFill>
                <a:effectLst/>
                <a:latin typeface="Segoe Sans"/>
              </a:rPr>
              <a:t>Manager</a:t>
            </a:r>
            <a:r>
              <a:rPr lang="en-US" sz="1600" b="0" i="0" dirty="0">
                <a:solidFill>
                  <a:srgbClr val="424242"/>
                </a:solidFill>
                <a:effectLst/>
                <a:latin typeface="Segoe Sans"/>
              </a:rPr>
              <a:t>, </a:t>
            </a:r>
            <a:r>
              <a:rPr lang="en-US" sz="1600" b="0" i="1" dirty="0">
                <a:solidFill>
                  <a:srgbClr val="424242"/>
                </a:solidFill>
                <a:effectLst/>
                <a:latin typeface="Segoe Sans"/>
              </a:rPr>
              <a:t>IT Support</a:t>
            </a:r>
            <a:r>
              <a:rPr lang="en-US" sz="1600" b="0" i="0" dirty="0">
                <a:solidFill>
                  <a:srgbClr val="424242"/>
                </a:solidFill>
                <a:effectLst/>
                <a:latin typeface="Segoe Sans"/>
              </a:rPr>
              <a:t>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24242"/>
                </a:solidFill>
                <a:effectLst/>
                <a:latin typeface="Segoe Sans"/>
              </a:rPr>
              <a:t>Assign </a:t>
            </a:r>
            <a:r>
              <a:rPr lang="en-US" sz="1600" b="1" i="0" dirty="0">
                <a:solidFill>
                  <a:srgbClr val="424242"/>
                </a:solidFill>
                <a:effectLst/>
                <a:latin typeface="Segoe Sans"/>
              </a:rPr>
              <a:t>permissions</a:t>
            </a:r>
            <a:r>
              <a:rPr lang="en-US" sz="1600" b="0" i="0" dirty="0">
                <a:solidFill>
                  <a:srgbClr val="424242"/>
                </a:solidFill>
                <a:effectLst/>
                <a:latin typeface="Segoe Sans"/>
              </a:rPr>
              <a:t> to those roles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424242"/>
                </a:solidFill>
                <a:effectLst/>
                <a:latin typeface="Segoe Sans"/>
              </a:rPr>
              <a:t>Then assign </a:t>
            </a:r>
            <a:r>
              <a:rPr lang="en-US" sz="1600" b="1" i="0" dirty="0">
                <a:solidFill>
                  <a:srgbClr val="424242"/>
                </a:solidFill>
                <a:effectLst/>
                <a:latin typeface="Segoe Sans"/>
              </a:rPr>
              <a:t>people</a:t>
            </a:r>
            <a:r>
              <a:rPr lang="en-US" sz="1600" b="0" i="0" dirty="0">
                <a:solidFill>
                  <a:srgbClr val="424242"/>
                </a:solidFill>
                <a:effectLst/>
                <a:latin typeface="Segoe Sans"/>
              </a:rPr>
              <a:t> to the roles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9783D58-26DC-8440-DB4A-9AFC8D13E7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150436"/>
              </p:ext>
            </p:extLst>
          </p:nvPr>
        </p:nvGraphicFramePr>
        <p:xfrm>
          <a:off x="3140964" y="4155177"/>
          <a:ext cx="5741562" cy="2294890"/>
        </p:xfrm>
        <a:graphic>
          <a:graphicData uri="http://schemas.openxmlformats.org/drawingml/2006/table">
            <a:tbl>
              <a:tblPr/>
              <a:tblGrid>
                <a:gridCol w="1913854">
                  <a:extLst>
                    <a:ext uri="{9D8B030D-6E8A-4147-A177-3AD203B41FA5}">
                      <a16:colId xmlns:a16="http://schemas.microsoft.com/office/drawing/2014/main" val="3720968371"/>
                    </a:ext>
                  </a:extLst>
                </a:gridCol>
                <a:gridCol w="1913854">
                  <a:extLst>
                    <a:ext uri="{9D8B030D-6E8A-4147-A177-3AD203B41FA5}">
                      <a16:colId xmlns:a16="http://schemas.microsoft.com/office/drawing/2014/main" val="252692662"/>
                    </a:ext>
                  </a:extLst>
                </a:gridCol>
                <a:gridCol w="1913854">
                  <a:extLst>
                    <a:ext uri="{9D8B030D-6E8A-4147-A177-3AD203B41FA5}">
                      <a16:colId xmlns:a16="http://schemas.microsoft.com/office/drawing/2014/main" val="12725347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Person</a:t>
                      </a: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Role</a:t>
                      </a: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Access Granted</a:t>
                      </a: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907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Alice</a:t>
                      </a: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HR</a:t>
                      </a: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HR system, employee records</a:t>
                      </a: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9040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Bob</a:t>
                      </a: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IT</a:t>
                      </a: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Admin tools, ticketing system</a:t>
                      </a: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398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Charlie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Manager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Team reports, approval systems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352280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E85E2523-1B0D-4ECF-9E1E-02DCDF964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964" y="3250753"/>
            <a:ext cx="5504058" cy="69310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4589" rIns="0" bIns="17457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Sans"/>
              </a:rPr>
              <a:t>🧠 Simple 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Segoe Sans"/>
              </a:rPr>
              <a:t>If Bob changes jobs and becomes a Manager, you just change his role — and his access updates automatically!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903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8493723-E370-A5F0-EE2A-50AC318B65BC}"/>
              </a:ext>
            </a:extLst>
          </p:cNvPr>
          <p:cNvGrpSpPr/>
          <p:nvPr/>
        </p:nvGrpSpPr>
        <p:grpSpPr>
          <a:xfrm>
            <a:off x="54864" y="0"/>
            <a:ext cx="2844656" cy="6858000"/>
            <a:chOff x="258769" y="4543050"/>
            <a:chExt cx="3622768" cy="56088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B9197E1-FD2E-42E1-FA39-423805EB05FF}"/>
                </a:ext>
              </a:extLst>
            </p:cNvPr>
            <p:cNvSpPr/>
            <p:nvPr/>
          </p:nvSpPr>
          <p:spPr>
            <a:xfrm>
              <a:off x="258769" y="4543050"/>
              <a:ext cx="3622768" cy="56088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29110F37-C0E7-E517-2478-AC9E0FC5229B}"/>
                </a:ext>
              </a:extLst>
            </p:cNvPr>
            <p:cNvSpPr txBox="1"/>
            <p:nvPr/>
          </p:nvSpPr>
          <p:spPr>
            <a:xfrm>
              <a:off x="286149" y="4570430"/>
              <a:ext cx="3568008" cy="5061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6932" tIns="0" rIns="136932" bIns="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kern="1200" dirty="0"/>
                <a:t>Tools and Technologies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F332766-F4E0-50F7-9B75-BF030FF02B42}"/>
              </a:ext>
            </a:extLst>
          </p:cNvPr>
          <p:cNvSpPr txBox="1"/>
          <p:nvPr/>
        </p:nvSpPr>
        <p:spPr>
          <a:xfrm>
            <a:off x="3182112" y="658108"/>
            <a:ext cx="4590288" cy="37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900"/>
              </a:spcBef>
              <a:spcAft>
                <a:spcPts val="300"/>
              </a:spcAft>
            </a:pPr>
            <a:r>
              <a:rPr lang="en-US" b="1" i="0" dirty="0">
                <a:solidFill>
                  <a:srgbClr val="424242"/>
                </a:solidFill>
                <a:effectLst/>
                <a:latin typeface="Segoe Sans"/>
              </a:rPr>
              <a:t>🔐 Top IAM Tools in 2025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359CAFA-B221-36D9-9527-F8BC731D4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551629"/>
              </p:ext>
            </p:extLst>
          </p:nvPr>
        </p:nvGraphicFramePr>
        <p:xfrm>
          <a:off x="3374136" y="1227292"/>
          <a:ext cx="5285232" cy="3766158"/>
        </p:xfrm>
        <a:graphic>
          <a:graphicData uri="http://schemas.openxmlformats.org/drawingml/2006/table">
            <a:tbl>
              <a:tblPr/>
              <a:tblGrid>
                <a:gridCol w="1761744">
                  <a:extLst>
                    <a:ext uri="{9D8B030D-6E8A-4147-A177-3AD203B41FA5}">
                      <a16:colId xmlns:a16="http://schemas.microsoft.com/office/drawing/2014/main" val="1497684118"/>
                    </a:ext>
                  </a:extLst>
                </a:gridCol>
                <a:gridCol w="1761744">
                  <a:extLst>
                    <a:ext uri="{9D8B030D-6E8A-4147-A177-3AD203B41FA5}">
                      <a16:colId xmlns:a16="http://schemas.microsoft.com/office/drawing/2014/main" val="4111474909"/>
                    </a:ext>
                  </a:extLst>
                </a:gridCol>
                <a:gridCol w="1761744">
                  <a:extLst>
                    <a:ext uri="{9D8B030D-6E8A-4147-A177-3AD203B41FA5}">
                      <a16:colId xmlns:a16="http://schemas.microsoft.com/office/drawing/2014/main" val="1882140100"/>
                    </a:ext>
                  </a:extLst>
                </a:gridCol>
              </a:tblGrid>
              <a:tr h="622187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Rank</a:t>
                      </a:r>
                      <a:endParaRPr lang="en-US" b="0" dirty="0">
                        <a:effectLst/>
                      </a:endParaRP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IAM Tool</a:t>
                      </a:r>
                      <a:endParaRPr lang="en-US" b="0" dirty="0">
                        <a:effectLst/>
                      </a:endParaRP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Market Share (2025)</a:t>
                      </a:r>
                      <a:endParaRPr lang="en-US" b="0" dirty="0">
                        <a:effectLst/>
                      </a:endParaRP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256482"/>
                  </a:ext>
                </a:extLst>
              </a:tr>
              <a:tr h="622187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Microsoft Entra ID </a:t>
                      </a: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24.11%</a:t>
                      </a: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302613"/>
                  </a:ext>
                </a:extLst>
              </a:tr>
              <a:tr h="622187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2</a:t>
                      </a: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Google Cloud Identity </a:t>
                      </a: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dirty="0">
                          <a:effectLst/>
                        </a:rPr>
                        <a:t>10%</a:t>
                      </a:r>
                    </a:p>
                  </a:txBody>
                  <a:tcPr marL="76200" marR="50800" marT="50800" marB="4445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161554"/>
                  </a:ext>
                </a:extLst>
              </a:tr>
              <a:tr h="611496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3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Okta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8%</a:t>
                      </a:r>
                    </a:p>
                  </a:txBody>
                  <a:tcPr marL="76200" marR="50800" marT="50800" marB="3810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875096"/>
                  </a:ext>
                </a:extLst>
              </a:tr>
              <a:tr h="61149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dirty="0">
                          <a:effectLst/>
                        </a:rPr>
                        <a:t>4</a:t>
                      </a:r>
                    </a:p>
                  </a:txBody>
                  <a:tcPr marL="76200" marR="50799" marT="50799" marB="38099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>
                          <a:effectLst/>
                        </a:rPr>
                        <a:t>Saviynt</a:t>
                      </a:r>
                      <a:endParaRPr lang="en-US" dirty="0">
                        <a:effectLst/>
                      </a:endParaRPr>
                    </a:p>
                  </a:txBody>
                  <a:tcPr marL="76200" marR="50799" marT="50799" marB="38099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76200" marR="50799" marT="50799" marB="38099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692632"/>
                  </a:ext>
                </a:extLst>
              </a:tr>
              <a:tr h="61149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>
                          <a:effectLst/>
                        </a:rPr>
                        <a:t>5</a:t>
                      </a:r>
                      <a:endParaRPr lang="en-US" dirty="0">
                        <a:effectLst/>
                      </a:endParaRPr>
                    </a:p>
                  </a:txBody>
                  <a:tcPr marL="76200" marR="50798" marT="50798" marB="38099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dirty="0">
                          <a:effectLst/>
                        </a:rPr>
                        <a:t>Others</a:t>
                      </a:r>
                    </a:p>
                  </a:txBody>
                  <a:tcPr marL="76200" marR="50798" marT="50798" marB="38099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marL="76200" marR="50798" marT="50798" marB="38099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859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0413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5D17A-38FD-A3A1-DF3F-1E3019EB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655" y="128229"/>
            <a:ext cx="4462059" cy="569416"/>
          </a:xfrm>
        </p:spPr>
        <p:txBody>
          <a:bodyPr/>
          <a:lstStyle/>
          <a:p>
            <a:r>
              <a:rPr lang="en-US" sz="2800" kern="1200" dirty="0">
                <a:solidFill>
                  <a:srgbClr val="2F4F76"/>
                </a:solidFill>
                <a:ea typeface="+mn-ea"/>
                <a:cs typeface="+mn-cs"/>
              </a:rPr>
              <a:t>Multi Factor Authentication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09E621-491F-9AD7-6500-16B74B66B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60C7E-BDE9-4A67-7B96-2DDEC9D64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9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5A3E60-AE68-1894-072C-CF87B7680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19" y="1232531"/>
            <a:ext cx="7993703" cy="440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31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diagram of a service provider&#10;&#10;AI-generated content may be incorrect.">
            <a:extLst>
              <a:ext uri="{FF2B5EF4-FFF2-40B4-BE49-F238E27FC236}">
                <a16:creationId xmlns:a16="http://schemas.microsoft.com/office/drawing/2014/main" id="{C35C01CA-F5A1-3661-6CC6-22072DD7F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21" y="967719"/>
            <a:ext cx="8433509" cy="5576428"/>
          </a:xfrm>
          <a:prstGeom prst="rect">
            <a:avLst/>
          </a:pr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1BAE12-8CC8-D76D-8507-17DD64243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IN"/>
              <a:t>TCS confidential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93B208FC-2FD8-714C-349E-5E15FE396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662A0901-ACEF-4BE9-9C8C-C119B421173E}" type="slidenum">
              <a:rPr lang="en-IN" smtClean="0"/>
              <a:pPr>
                <a:spcAft>
                  <a:spcPts val="600"/>
                </a:spcAft>
              </a:pPr>
              <a:t>10</a:t>
            </a:fld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1B62B6-83C2-C0A7-296E-0B274EEA0D38}"/>
              </a:ext>
            </a:extLst>
          </p:cNvPr>
          <p:cNvSpPr txBox="1"/>
          <p:nvPr/>
        </p:nvSpPr>
        <p:spPr>
          <a:xfrm>
            <a:off x="226979" y="237923"/>
            <a:ext cx="645916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dirty="0">
                <a:solidFill>
                  <a:srgbClr val="2F4F76"/>
                </a:solidFill>
                <a:latin typeface="+mj-lt"/>
              </a:rPr>
              <a:t>SSO (SAML) Traffic flow - Example</a:t>
            </a:r>
          </a:p>
        </p:txBody>
      </p:sp>
    </p:spTree>
    <p:extLst>
      <p:ext uri="{BB962C8B-B14F-4D97-AF65-F5344CB8AC3E}">
        <p14:creationId xmlns:p14="http://schemas.microsoft.com/office/powerpoint/2010/main" val="181550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36491-06A8-CF7E-E7D7-E060A9CA9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dirty="0">
                <a:solidFill>
                  <a:srgbClr val="2F4F76"/>
                </a:solidFill>
                <a:ea typeface="+mn-ea"/>
                <a:cs typeface="+mn-cs"/>
              </a:rPr>
              <a:t>IDP initiated SSO</a:t>
            </a:r>
          </a:p>
        </p:txBody>
      </p:sp>
      <p:pic>
        <p:nvPicPr>
          <p:cNvPr id="5" name="Picture 4" descr="A person in a white shirt&#10;&#10;AI-generated content may be incorrect.">
            <a:extLst>
              <a:ext uri="{FF2B5EF4-FFF2-40B4-BE49-F238E27FC236}">
                <a16:creationId xmlns:a16="http://schemas.microsoft.com/office/drawing/2014/main" id="{89EB83FB-2EB0-EE9B-F838-26E142D98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471" y="1282043"/>
            <a:ext cx="8093340" cy="467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957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FF357-2440-C654-CA98-B36B2E49D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969D9-34AE-23A3-3D29-C433560F2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2800" dirty="0">
                <a:solidFill>
                  <a:srgbClr val="2F4F76"/>
                </a:solidFill>
                <a:ea typeface="+mn-ea"/>
                <a:cs typeface="+mn-cs"/>
              </a:rPr>
              <a:t>SP initiated SSO</a:t>
            </a:r>
          </a:p>
        </p:txBody>
      </p:sp>
      <p:pic>
        <p:nvPicPr>
          <p:cNvPr id="3" name="Picture 2" descr="A person holding a computer&#10;&#10;AI-generated content may be incorrect.">
            <a:extLst>
              <a:ext uri="{FF2B5EF4-FFF2-40B4-BE49-F238E27FC236}">
                <a16:creationId xmlns:a16="http://schemas.microsoft.com/office/drawing/2014/main" id="{D55825DE-E813-5F6E-B6CF-EC2D51808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6" y="1409736"/>
            <a:ext cx="8691608" cy="477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122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Close up of gemstone">
            <a:extLst>
              <a:ext uri="{FF2B5EF4-FFF2-40B4-BE49-F238E27FC236}">
                <a16:creationId xmlns:a16="http://schemas.microsoft.com/office/drawing/2014/main" id="{93620FC0-A957-3DA3-1FF8-53A756D98D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909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275865" y="-511"/>
            <a:ext cx="4592270" cy="9144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61C4EF-1F3C-344E-8BF9-3C9AE4E3C52C}"/>
              </a:ext>
            </a:extLst>
          </p:cNvPr>
          <p:cNvSpPr txBox="1"/>
          <p:nvPr/>
        </p:nvSpPr>
        <p:spPr>
          <a:xfrm>
            <a:off x="303414" y="3091928"/>
            <a:ext cx="680892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7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7339422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470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1012</TotalTime>
  <Words>490</Words>
  <Application>Microsoft Office PowerPoint</Application>
  <PresentationFormat>On-screen Show (4:3)</PresentationFormat>
  <Paragraphs>79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Identity and Access Management (IAM)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Multi Factor Authentication</vt:lpstr>
      <vt:lpstr>PowerPoint Presentation</vt:lpstr>
      <vt:lpstr>IDP initiated SSO</vt:lpstr>
      <vt:lpstr>SP initiated SSO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GRANDHI MANIDEEPAK</cp:lastModifiedBy>
  <cp:revision>107</cp:revision>
  <dcterms:created xsi:type="dcterms:W3CDTF">2013-01-27T09:14:16Z</dcterms:created>
  <dcterms:modified xsi:type="dcterms:W3CDTF">2025-09-15T10:11:18Z</dcterms:modified>
  <cp:category/>
</cp:coreProperties>
</file>