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9.xml" ContentType="application/vnd.openxmlformats-officedocument.theme+xml"/>
  <Override PartName="/ppt/slideLayouts/slideLayout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6" r:id="rId4"/>
    <p:sldMasterId id="2147483936" r:id="rId5"/>
    <p:sldMasterId id="2147483827" r:id="rId6"/>
    <p:sldMasterId id="2147483822" r:id="rId7"/>
    <p:sldMasterId id="2147483857" r:id="rId8"/>
    <p:sldMasterId id="2147483871" r:id="rId9"/>
    <p:sldMasterId id="2147483873" r:id="rId10"/>
    <p:sldMasterId id="2147483867" r:id="rId11"/>
    <p:sldMasterId id="2147483853" r:id="rId12"/>
    <p:sldMasterId id="2147483869" r:id="rId13"/>
  </p:sldMasterIdLst>
  <p:notesMasterIdLst>
    <p:notesMasterId r:id="rId49"/>
  </p:notesMasterIdLst>
  <p:handoutMasterIdLst>
    <p:handoutMasterId r:id="rId50"/>
  </p:handoutMasterIdLst>
  <p:sldIdLst>
    <p:sldId id="2142532975" r:id="rId14"/>
    <p:sldId id="2142533041" r:id="rId15"/>
    <p:sldId id="261" r:id="rId16"/>
    <p:sldId id="263" r:id="rId17"/>
    <p:sldId id="264" r:id="rId18"/>
    <p:sldId id="2141412871" r:id="rId19"/>
    <p:sldId id="2147478488" r:id="rId20"/>
    <p:sldId id="266" r:id="rId21"/>
    <p:sldId id="286" r:id="rId22"/>
    <p:sldId id="257" r:id="rId23"/>
    <p:sldId id="265" r:id="rId24"/>
    <p:sldId id="486" r:id="rId25"/>
    <p:sldId id="2142533025" r:id="rId26"/>
    <p:sldId id="506" r:id="rId27"/>
    <p:sldId id="258" r:id="rId28"/>
    <p:sldId id="260" r:id="rId29"/>
    <p:sldId id="267" r:id="rId30"/>
    <p:sldId id="268" r:id="rId31"/>
    <p:sldId id="2141412792" r:id="rId32"/>
    <p:sldId id="270" r:id="rId33"/>
    <p:sldId id="262" r:id="rId34"/>
    <p:sldId id="269" r:id="rId35"/>
    <p:sldId id="2141412860" r:id="rId36"/>
    <p:sldId id="271" r:id="rId37"/>
    <p:sldId id="272" r:id="rId38"/>
    <p:sldId id="273" r:id="rId39"/>
    <p:sldId id="274" r:id="rId40"/>
    <p:sldId id="275" r:id="rId41"/>
    <p:sldId id="276" r:id="rId42"/>
    <p:sldId id="278" r:id="rId43"/>
    <p:sldId id="259" r:id="rId44"/>
    <p:sldId id="2147478489" r:id="rId45"/>
    <p:sldId id="2147478490" r:id="rId46"/>
    <p:sldId id="2147478491" r:id="rId47"/>
    <p:sldId id="285" r:id="rId48"/>
  </p:sldIdLst>
  <p:sldSz cx="9144000" cy="5143500" type="screen16x9"/>
  <p:notesSz cx="20104100" cy="11315700"/>
  <p:defaultTextStyle>
    <a:defPPr>
      <a:defRPr lang="en-US"/>
    </a:defPPr>
    <a:lvl1pPr marL="0" algn="l" defTabSz="415525" rtl="0" eaLnBrk="1" latinLnBrk="0" hangingPunct="1">
      <a:defRPr sz="818" kern="1200">
        <a:solidFill>
          <a:schemeClr val="tx1"/>
        </a:solidFill>
        <a:latin typeface="+mn-lt"/>
        <a:ea typeface="+mn-ea"/>
        <a:cs typeface="+mn-cs"/>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6310CE-435C-8C80-0AE4-B82570CD5645}" name="Vaipur Amitha" initials="VA" userId="S::124564@TCS.com::212627d6-6d1d-4880-ae3c-8a301eaa9ec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vanti Mukul" initials="AM" lastIdx="134" clrIdx="0">
    <p:extLst>
      <p:ext uri="{19B8F6BF-5375-455C-9EA6-DF929625EA0E}">
        <p15:presenceInfo xmlns:p15="http://schemas.microsoft.com/office/powerpoint/2012/main" userId="S::1561747@TCS.com::b915b143-710a-4e7a-a06a-915d3c266981" providerId="AD"/>
      </p:ext>
    </p:extLst>
  </p:cmAuthor>
  <p:cmAuthor id="2" name="Kapil  Krishnan" initials="KK" lastIdx="81" clrIdx="1">
    <p:extLst>
      <p:ext uri="{19B8F6BF-5375-455C-9EA6-DF929625EA0E}">
        <p15:presenceInfo xmlns:p15="http://schemas.microsoft.com/office/powerpoint/2012/main" userId="S::571206@TCS.com::f34fbc68-f4bd-41fd-a210-a6e9abee1cae" providerId="AD"/>
      </p:ext>
    </p:extLst>
  </p:cmAuthor>
  <p:cmAuthor id="3" name="Milind" initials="M" lastIdx="1" clrIdx="2">
    <p:extLst>
      <p:ext uri="{19B8F6BF-5375-455C-9EA6-DF929625EA0E}">
        <p15:presenceInfo xmlns:p15="http://schemas.microsoft.com/office/powerpoint/2012/main" userId="S::106465@TCS.com::6f0e4f12-3889-446c-9da4-4330ec04817d" providerId="AD"/>
      </p:ext>
    </p:extLst>
  </p:cmAuthor>
  <p:cmAuthor id="4" name="Sreenivasa Chakravarti" initials="SC" lastIdx="7" clrIdx="3">
    <p:extLst>
      <p:ext uri="{19B8F6BF-5375-455C-9EA6-DF929625EA0E}">
        <p15:presenceInfo xmlns:p15="http://schemas.microsoft.com/office/powerpoint/2012/main" userId="S::132743@TCS.com::aa4a9113-4e87-47be-963d-67c84a2112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C7F"/>
    <a:srgbClr val="F47B54"/>
    <a:srgbClr val="913619"/>
    <a:srgbClr val="C14821"/>
    <a:srgbClr val="F15A29"/>
    <a:srgbClr val="F58D86"/>
    <a:srgbClr val="F2675D"/>
    <a:srgbClr val="8F2720"/>
    <a:srgbClr val="BF342A"/>
    <a:srgbClr val="EF4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A2750B-193C-4F5D-AB2B-3365AE1E0804}" v="836" dt="2025-03-11T10:32:24.0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3" autoAdjust="0"/>
    <p:restoredTop sz="94694"/>
  </p:normalViewPr>
  <p:slideViewPr>
    <p:cSldViewPr snapToGrid="0">
      <p:cViewPr varScale="1">
        <p:scale>
          <a:sx n="84" d="100"/>
          <a:sy n="84" d="100"/>
        </p:scale>
        <p:origin x="612" y="56"/>
      </p:cViewPr>
      <p:guideLst/>
    </p:cSldViewPr>
  </p:slideViewPr>
  <p:notesTextViewPr>
    <p:cViewPr>
      <p:scale>
        <a:sx n="1" d="1"/>
        <a:sy n="1" d="1"/>
      </p:scale>
      <p:origin x="0" y="0"/>
    </p:cViewPr>
  </p:notesTextViewPr>
  <p:sorterViewPr>
    <p:cViewPr>
      <p:scale>
        <a:sx n="100" d="100"/>
        <a:sy n="100" d="100"/>
      </p:scale>
      <p:origin x="0" y="-58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ndam Roy" userId="23243946-be1f-4ce1-bf2b-3766b4eb4993" providerId="ADAL" clId="{F8A2750B-193C-4F5D-AB2B-3365AE1E0804}"/>
    <pc:docChg chg="undo custSel addSld delSld modSld sldOrd">
      <pc:chgData name="Arindam Roy" userId="23243946-be1f-4ce1-bf2b-3766b4eb4993" providerId="ADAL" clId="{F8A2750B-193C-4F5D-AB2B-3365AE1E0804}" dt="2025-03-11T10:32:28.406" v="1842" actId="1076"/>
      <pc:docMkLst>
        <pc:docMk/>
      </pc:docMkLst>
      <pc:sldChg chg="del">
        <pc:chgData name="Arindam Roy" userId="23243946-be1f-4ce1-bf2b-3766b4eb4993" providerId="ADAL" clId="{F8A2750B-193C-4F5D-AB2B-3365AE1E0804}" dt="2025-03-11T09:47:38.586" v="1630" actId="47"/>
        <pc:sldMkLst>
          <pc:docMk/>
          <pc:sldMk cId="1557333732" sldId="256"/>
        </pc:sldMkLst>
      </pc:sldChg>
      <pc:sldChg chg="ord">
        <pc:chgData name="Arindam Roy" userId="23243946-be1f-4ce1-bf2b-3766b4eb4993" providerId="ADAL" clId="{F8A2750B-193C-4F5D-AB2B-3365AE1E0804}" dt="2025-03-11T06:28:19.958" v="859"/>
        <pc:sldMkLst>
          <pc:docMk/>
          <pc:sldMk cId="538497127" sldId="257"/>
        </pc:sldMkLst>
      </pc:sldChg>
      <pc:sldChg chg="delSp modSp mod ord">
        <pc:chgData name="Arindam Roy" userId="23243946-be1f-4ce1-bf2b-3766b4eb4993" providerId="ADAL" clId="{F8A2750B-193C-4F5D-AB2B-3365AE1E0804}" dt="2025-03-11T09:53:45.290" v="1636" actId="1076"/>
        <pc:sldMkLst>
          <pc:docMk/>
          <pc:sldMk cId="1784271288" sldId="258"/>
        </pc:sldMkLst>
        <pc:picChg chg="mod">
          <ac:chgData name="Arindam Roy" userId="23243946-be1f-4ce1-bf2b-3766b4eb4993" providerId="ADAL" clId="{F8A2750B-193C-4F5D-AB2B-3365AE1E0804}" dt="2025-03-11T09:53:45.290" v="1636" actId="1076"/>
          <ac:picMkLst>
            <pc:docMk/>
            <pc:sldMk cId="1784271288" sldId="258"/>
            <ac:picMk id="32" creationId="{605C5C44-5B65-46DF-AFEB-A61257A0F55F}"/>
          </ac:picMkLst>
        </pc:picChg>
        <pc:picChg chg="mod">
          <ac:chgData name="Arindam Roy" userId="23243946-be1f-4ce1-bf2b-3766b4eb4993" providerId="ADAL" clId="{F8A2750B-193C-4F5D-AB2B-3365AE1E0804}" dt="2025-03-11T09:53:45.290" v="1636" actId="1076"/>
          <ac:picMkLst>
            <pc:docMk/>
            <pc:sldMk cId="1784271288" sldId="258"/>
            <ac:picMk id="37" creationId="{A1DF1A65-06CD-6502-7A21-C21178EB2C62}"/>
          </ac:picMkLst>
        </pc:picChg>
        <pc:picChg chg="mod">
          <ac:chgData name="Arindam Roy" userId="23243946-be1f-4ce1-bf2b-3766b4eb4993" providerId="ADAL" clId="{F8A2750B-193C-4F5D-AB2B-3365AE1E0804}" dt="2025-03-11T09:53:45.290" v="1636" actId="1076"/>
          <ac:picMkLst>
            <pc:docMk/>
            <pc:sldMk cId="1784271288" sldId="258"/>
            <ac:picMk id="39" creationId="{3914105A-A360-31F6-0650-FBEE56F65FF8}"/>
          </ac:picMkLst>
        </pc:picChg>
        <pc:picChg chg="mod">
          <ac:chgData name="Arindam Roy" userId="23243946-be1f-4ce1-bf2b-3766b4eb4993" providerId="ADAL" clId="{F8A2750B-193C-4F5D-AB2B-3365AE1E0804}" dt="2025-03-11T09:53:45.290" v="1636" actId="1076"/>
          <ac:picMkLst>
            <pc:docMk/>
            <pc:sldMk cId="1784271288" sldId="258"/>
            <ac:picMk id="49" creationId="{FC276D8E-C66F-1AAD-9B35-1DAFB091B9F8}"/>
          </ac:picMkLst>
        </pc:picChg>
        <pc:picChg chg="mod">
          <ac:chgData name="Arindam Roy" userId="23243946-be1f-4ce1-bf2b-3766b4eb4993" providerId="ADAL" clId="{F8A2750B-193C-4F5D-AB2B-3365AE1E0804}" dt="2025-03-11T09:53:45.290" v="1636" actId="1076"/>
          <ac:picMkLst>
            <pc:docMk/>
            <pc:sldMk cId="1784271288" sldId="258"/>
            <ac:picMk id="55" creationId="{2E783A3A-C3E3-D494-618A-3033497DD75D}"/>
          </ac:picMkLst>
        </pc:picChg>
        <pc:picChg chg="mod">
          <ac:chgData name="Arindam Roy" userId="23243946-be1f-4ce1-bf2b-3766b4eb4993" providerId="ADAL" clId="{F8A2750B-193C-4F5D-AB2B-3365AE1E0804}" dt="2025-03-11T09:53:45.290" v="1636" actId="1076"/>
          <ac:picMkLst>
            <pc:docMk/>
            <pc:sldMk cId="1784271288" sldId="258"/>
            <ac:picMk id="1032" creationId="{D394864A-4C6A-934B-DE72-7FECCB57F4CB}"/>
          </ac:picMkLst>
        </pc:picChg>
        <pc:cxnChg chg="del">
          <ac:chgData name="Arindam Roy" userId="23243946-be1f-4ce1-bf2b-3766b4eb4993" providerId="ADAL" clId="{F8A2750B-193C-4F5D-AB2B-3365AE1E0804}" dt="2025-03-11T09:53:38.529" v="1635" actId="478"/>
          <ac:cxnSpMkLst>
            <pc:docMk/>
            <pc:sldMk cId="1784271288" sldId="258"/>
            <ac:cxnSpMk id="26" creationId="{4E1CDAB0-A1FE-5F6B-1A2F-36C66B307C02}"/>
          </ac:cxnSpMkLst>
        </pc:cxnChg>
      </pc:sldChg>
      <pc:sldChg chg="modSp">
        <pc:chgData name="Arindam Roy" userId="23243946-be1f-4ce1-bf2b-3766b4eb4993" providerId="ADAL" clId="{F8A2750B-193C-4F5D-AB2B-3365AE1E0804}" dt="2025-03-11T09:55:32.582" v="1637"/>
        <pc:sldMkLst>
          <pc:docMk/>
          <pc:sldMk cId="2249240072" sldId="259"/>
        </pc:sldMkLst>
        <pc:spChg chg="mod">
          <ac:chgData name="Arindam Roy" userId="23243946-be1f-4ce1-bf2b-3766b4eb4993" providerId="ADAL" clId="{F8A2750B-193C-4F5D-AB2B-3365AE1E0804}" dt="2025-03-11T09:55:32.582" v="1637"/>
          <ac:spMkLst>
            <pc:docMk/>
            <pc:sldMk cId="2249240072" sldId="259"/>
            <ac:spMk id="4" creationId="{AD13EE32-61C4-077B-35DB-E7595D1F11AB}"/>
          </ac:spMkLst>
        </pc:spChg>
        <pc:spChg chg="mod">
          <ac:chgData name="Arindam Roy" userId="23243946-be1f-4ce1-bf2b-3766b4eb4993" providerId="ADAL" clId="{F8A2750B-193C-4F5D-AB2B-3365AE1E0804}" dt="2025-03-11T09:55:32.582" v="1637"/>
          <ac:spMkLst>
            <pc:docMk/>
            <pc:sldMk cId="2249240072" sldId="259"/>
            <ac:spMk id="5" creationId="{3D48AB8B-E760-0BAD-1F4D-F2383B823466}"/>
          </ac:spMkLst>
        </pc:spChg>
        <pc:grpChg chg="mod">
          <ac:chgData name="Arindam Roy" userId="23243946-be1f-4ce1-bf2b-3766b4eb4993" providerId="ADAL" clId="{F8A2750B-193C-4F5D-AB2B-3365AE1E0804}" dt="2025-03-11T09:55:32.582" v="1637"/>
          <ac:grpSpMkLst>
            <pc:docMk/>
            <pc:sldMk cId="2249240072" sldId="259"/>
            <ac:grpSpMk id="3" creationId="{7CDB4C22-1BA7-D470-7900-F306B1C88328}"/>
          </ac:grpSpMkLst>
        </pc:grpChg>
      </pc:sldChg>
      <pc:sldChg chg="ord">
        <pc:chgData name="Arindam Roy" userId="23243946-be1f-4ce1-bf2b-3766b4eb4993" providerId="ADAL" clId="{F8A2750B-193C-4F5D-AB2B-3365AE1E0804}" dt="2025-03-11T10:25:42.523" v="1773"/>
        <pc:sldMkLst>
          <pc:docMk/>
          <pc:sldMk cId="3440580110" sldId="260"/>
        </pc:sldMkLst>
      </pc:sldChg>
      <pc:sldChg chg="addSp modSp">
        <pc:chgData name="Arindam Roy" userId="23243946-be1f-4ce1-bf2b-3766b4eb4993" providerId="ADAL" clId="{F8A2750B-193C-4F5D-AB2B-3365AE1E0804}" dt="2025-03-11T08:33:05.957" v="1261"/>
        <pc:sldMkLst>
          <pc:docMk/>
          <pc:sldMk cId="3636394958" sldId="262"/>
        </pc:sldMkLst>
        <pc:graphicFrameChg chg="add mod">
          <ac:chgData name="Arindam Roy" userId="23243946-be1f-4ce1-bf2b-3766b4eb4993" providerId="ADAL" clId="{F8A2750B-193C-4F5D-AB2B-3365AE1E0804}" dt="2025-03-11T08:33:05.957" v="1261"/>
          <ac:graphicFrameMkLst>
            <pc:docMk/>
            <pc:sldMk cId="3636394958" sldId="262"/>
            <ac:graphicFrameMk id="4" creationId="{077773D3-7051-0C5C-7118-F56235DE4FC6}"/>
          </ac:graphicFrameMkLst>
        </pc:graphicFrameChg>
      </pc:sldChg>
      <pc:sldChg chg="addSp delSp modSp add mod ord">
        <pc:chgData name="Arindam Roy" userId="23243946-be1f-4ce1-bf2b-3766b4eb4993" providerId="ADAL" clId="{F8A2750B-193C-4F5D-AB2B-3365AE1E0804}" dt="2025-03-11T08:11:01.147" v="1242" actId="17032"/>
        <pc:sldMkLst>
          <pc:docMk/>
          <pc:sldMk cId="658198431" sldId="263"/>
        </pc:sldMkLst>
        <pc:spChg chg="mod">
          <ac:chgData name="Arindam Roy" userId="23243946-be1f-4ce1-bf2b-3766b4eb4993" providerId="ADAL" clId="{F8A2750B-193C-4F5D-AB2B-3365AE1E0804}" dt="2025-03-10T02:50:37.670" v="52" actId="1076"/>
          <ac:spMkLst>
            <pc:docMk/>
            <pc:sldMk cId="658198431" sldId="263"/>
            <ac:spMk id="2" creationId="{C5753760-86EB-22BA-DC7F-3615DDDB2723}"/>
          </ac:spMkLst>
        </pc:spChg>
        <pc:spChg chg="del">
          <ac:chgData name="Arindam Roy" userId="23243946-be1f-4ce1-bf2b-3766b4eb4993" providerId="ADAL" clId="{F8A2750B-193C-4F5D-AB2B-3365AE1E0804}" dt="2025-03-10T02:45:04.168" v="5" actId="478"/>
          <ac:spMkLst>
            <pc:docMk/>
            <pc:sldMk cId="658198431" sldId="263"/>
            <ac:spMk id="3" creationId="{35BFAAA5-BA9F-6CCD-21A1-CD91A0F4390A}"/>
          </ac:spMkLst>
        </pc:spChg>
        <pc:spChg chg="add del mod">
          <ac:chgData name="Arindam Roy" userId="23243946-be1f-4ce1-bf2b-3766b4eb4993" providerId="ADAL" clId="{F8A2750B-193C-4F5D-AB2B-3365AE1E0804}" dt="2025-03-10T02:45:12.043" v="6" actId="478"/>
          <ac:spMkLst>
            <pc:docMk/>
            <pc:sldMk cId="658198431" sldId="263"/>
            <ac:spMk id="6" creationId="{56CB65BF-B367-693B-9AAC-E5B447669DAB}"/>
          </ac:spMkLst>
        </pc:spChg>
        <pc:spChg chg="add mod">
          <ac:chgData name="Arindam Roy" userId="23243946-be1f-4ce1-bf2b-3766b4eb4993" providerId="ADAL" clId="{F8A2750B-193C-4F5D-AB2B-3365AE1E0804}" dt="2025-03-10T06:33:19.025" v="560" actId="1076"/>
          <ac:spMkLst>
            <pc:docMk/>
            <pc:sldMk cId="658198431" sldId="263"/>
            <ac:spMk id="7" creationId="{64483BC8-C1D6-F3A8-513C-A36AE40A8276}"/>
          </ac:spMkLst>
        </pc:spChg>
        <pc:spChg chg="add mod ord">
          <ac:chgData name="Arindam Roy" userId="23243946-be1f-4ce1-bf2b-3766b4eb4993" providerId="ADAL" clId="{F8A2750B-193C-4F5D-AB2B-3365AE1E0804}" dt="2025-03-11T08:11:01.147" v="1242" actId="17032"/>
          <ac:spMkLst>
            <pc:docMk/>
            <pc:sldMk cId="658198431" sldId="263"/>
            <ac:spMk id="8" creationId="{3A0D8CDD-38C7-F3CE-35A4-B0D760E7F237}"/>
          </ac:spMkLst>
        </pc:spChg>
        <pc:graphicFrameChg chg="del">
          <ac:chgData name="Arindam Roy" userId="23243946-be1f-4ce1-bf2b-3766b4eb4993" providerId="ADAL" clId="{F8A2750B-193C-4F5D-AB2B-3365AE1E0804}" dt="2025-03-10T02:45:04.168" v="5" actId="478"/>
          <ac:graphicFrameMkLst>
            <pc:docMk/>
            <pc:sldMk cId="658198431" sldId="263"/>
            <ac:graphicFrameMk id="5" creationId="{F240B22D-5341-F205-CD7F-5705FC025700}"/>
          </ac:graphicFrameMkLst>
        </pc:graphicFrameChg>
      </pc:sldChg>
      <pc:sldChg chg="addSp delSp modSp mod">
        <pc:chgData name="Arindam Roy" userId="23243946-be1f-4ce1-bf2b-3766b4eb4993" providerId="ADAL" clId="{F8A2750B-193C-4F5D-AB2B-3365AE1E0804}" dt="2025-03-11T08:11:56.736" v="1250" actId="12269"/>
        <pc:sldMkLst>
          <pc:docMk/>
          <pc:sldMk cId="2593070431" sldId="264"/>
        </pc:sldMkLst>
        <pc:spChg chg="mod">
          <ac:chgData name="Arindam Roy" userId="23243946-be1f-4ce1-bf2b-3766b4eb4993" providerId="ADAL" clId="{F8A2750B-193C-4F5D-AB2B-3365AE1E0804}" dt="2025-03-10T03:12:11.134" v="222" actId="1076"/>
          <ac:spMkLst>
            <pc:docMk/>
            <pc:sldMk cId="2593070431" sldId="264"/>
            <ac:spMk id="2" creationId="{50DABC9A-B3D9-3C77-5463-336A910D05C6}"/>
          </ac:spMkLst>
        </pc:spChg>
        <pc:graphicFrameChg chg="add del modGraphic">
          <ac:chgData name="Arindam Roy" userId="23243946-be1f-4ce1-bf2b-3766b4eb4993" providerId="ADAL" clId="{F8A2750B-193C-4F5D-AB2B-3365AE1E0804}" dt="2025-03-10T02:56:27.910" v="65" actId="21"/>
          <ac:graphicFrameMkLst>
            <pc:docMk/>
            <pc:sldMk cId="2593070431" sldId="264"/>
            <ac:graphicFrameMk id="4" creationId="{DCF2B2A4-DBD4-EAF2-A919-B44EB43DB6FE}"/>
          </ac:graphicFrameMkLst>
        </pc:graphicFrameChg>
        <pc:graphicFrameChg chg="mod modGraphic">
          <ac:chgData name="Arindam Roy" userId="23243946-be1f-4ce1-bf2b-3766b4eb4993" providerId="ADAL" clId="{F8A2750B-193C-4F5D-AB2B-3365AE1E0804}" dt="2025-03-11T08:11:56.736" v="1250" actId="12269"/>
          <ac:graphicFrameMkLst>
            <pc:docMk/>
            <pc:sldMk cId="2593070431" sldId="264"/>
            <ac:graphicFrameMk id="5" creationId="{016F1F6A-8F59-BA3E-CCDD-93EC5B089DDD}"/>
          </ac:graphicFrameMkLst>
        </pc:graphicFrameChg>
      </pc:sldChg>
      <pc:sldChg chg="addSp delSp modSp add mod ord">
        <pc:chgData name="Arindam Roy" userId="23243946-be1f-4ce1-bf2b-3766b4eb4993" providerId="ADAL" clId="{F8A2750B-193C-4F5D-AB2B-3365AE1E0804}" dt="2025-03-11T10:29:47.673" v="1810" actId="113"/>
        <pc:sldMkLst>
          <pc:docMk/>
          <pc:sldMk cId="684995186" sldId="265"/>
        </pc:sldMkLst>
        <pc:spChg chg="mod">
          <ac:chgData name="Arindam Roy" userId="23243946-be1f-4ce1-bf2b-3766b4eb4993" providerId="ADAL" clId="{F8A2750B-193C-4F5D-AB2B-3365AE1E0804}" dt="2025-03-10T08:27:02.331" v="571" actId="14100"/>
          <ac:spMkLst>
            <pc:docMk/>
            <pc:sldMk cId="684995186" sldId="265"/>
            <ac:spMk id="2" creationId="{D75F6E1B-6EB4-675B-0AE3-7EAA3F304C45}"/>
          </ac:spMkLst>
        </pc:spChg>
        <pc:spChg chg="add mod">
          <ac:chgData name="Arindam Roy" userId="23243946-be1f-4ce1-bf2b-3766b4eb4993" providerId="ADAL" clId="{F8A2750B-193C-4F5D-AB2B-3365AE1E0804}" dt="2025-03-11T06:19:06.882" v="795" actId="11529"/>
          <ac:spMkLst>
            <pc:docMk/>
            <pc:sldMk cId="684995186" sldId="265"/>
            <ac:spMk id="5" creationId="{4D352488-9E2F-D7EB-D881-40A2A000F0DA}"/>
          </ac:spMkLst>
        </pc:spChg>
        <pc:spChg chg="mod">
          <ac:chgData name="Arindam Roy" userId="23243946-be1f-4ce1-bf2b-3766b4eb4993" providerId="ADAL" clId="{F8A2750B-193C-4F5D-AB2B-3365AE1E0804}" dt="2025-03-11T06:19:13.955" v="797" actId="18245"/>
          <ac:spMkLst>
            <pc:docMk/>
            <pc:sldMk cId="684995186" sldId="265"/>
            <ac:spMk id="7" creationId="{8A417128-B145-9EBA-5C89-98E3CAF199F3}"/>
          </ac:spMkLst>
        </pc:spChg>
        <pc:spChg chg="mod">
          <ac:chgData name="Arindam Roy" userId="23243946-be1f-4ce1-bf2b-3766b4eb4993" providerId="ADAL" clId="{F8A2750B-193C-4F5D-AB2B-3365AE1E0804}" dt="2025-03-11T06:19:13.955" v="797" actId="18245"/>
          <ac:spMkLst>
            <pc:docMk/>
            <pc:sldMk cId="684995186" sldId="265"/>
            <ac:spMk id="8" creationId="{913586E9-2D1D-B04D-93BB-307A56D36CC2}"/>
          </ac:spMkLst>
        </pc:spChg>
        <pc:spChg chg="mod">
          <ac:chgData name="Arindam Roy" userId="23243946-be1f-4ce1-bf2b-3766b4eb4993" providerId="ADAL" clId="{F8A2750B-193C-4F5D-AB2B-3365AE1E0804}" dt="2025-03-11T06:19:13.955" v="797" actId="18245"/>
          <ac:spMkLst>
            <pc:docMk/>
            <pc:sldMk cId="684995186" sldId="265"/>
            <ac:spMk id="9" creationId="{DB16519E-0BA2-573A-09AE-C3248C2E8250}"/>
          </ac:spMkLst>
        </pc:spChg>
        <pc:spChg chg="mod">
          <ac:chgData name="Arindam Roy" userId="23243946-be1f-4ce1-bf2b-3766b4eb4993" providerId="ADAL" clId="{F8A2750B-193C-4F5D-AB2B-3365AE1E0804}" dt="2025-03-11T06:19:13.955" v="797" actId="18245"/>
          <ac:spMkLst>
            <pc:docMk/>
            <pc:sldMk cId="684995186" sldId="265"/>
            <ac:spMk id="10" creationId="{C38940AC-CF36-DFA4-BCC7-6D0570BF9AD6}"/>
          </ac:spMkLst>
        </pc:spChg>
        <pc:spChg chg="mod">
          <ac:chgData name="Arindam Roy" userId="23243946-be1f-4ce1-bf2b-3766b4eb4993" providerId="ADAL" clId="{F8A2750B-193C-4F5D-AB2B-3365AE1E0804}" dt="2025-03-11T06:19:13.955" v="797" actId="18245"/>
          <ac:spMkLst>
            <pc:docMk/>
            <pc:sldMk cId="684995186" sldId="265"/>
            <ac:spMk id="11" creationId="{FE842316-9F33-F0D8-6005-5E1531BAE6F3}"/>
          </ac:spMkLst>
        </pc:spChg>
        <pc:spChg chg="mod">
          <ac:chgData name="Arindam Roy" userId="23243946-be1f-4ce1-bf2b-3766b4eb4993" providerId="ADAL" clId="{F8A2750B-193C-4F5D-AB2B-3365AE1E0804}" dt="2025-03-11T06:19:10.601" v="796" actId="18245"/>
          <ac:spMkLst>
            <pc:docMk/>
            <pc:sldMk cId="684995186" sldId="265"/>
            <ac:spMk id="12" creationId="{624976C2-88AC-BB8D-665F-5FAD9D701E47}"/>
          </ac:spMkLst>
        </pc:spChg>
        <pc:grpChg chg="mod">
          <ac:chgData name="Arindam Roy" userId="23243946-be1f-4ce1-bf2b-3766b4eb4993" providerId="ADAL" clId="{F8A2750B-193C-4F5D-AB2B-3365AE1E0804}" dt="2025-03-11T06:19:13.955" v="797" actId="18245"/>
          <ac:grpSpMkLst>
            <pc:docMk/>
            <pc:sldMk cId="684995186" sldId="265"/>
            <ac:grpSpMk id="6" creationId="{BA927F5F-F844-9351-D6EB-1DC39D18E387}"/>
          </ac:grpSpMkLst>
        </pc:grpChg>
        <pc:graphicFrameChg chg="add del mod modGraphic">
          <ac:chgData name="Arindam Roy" userId="23243946-be1f-4ce1-bf2b-3766b4eb4993" providerId="ADAL" clId="{F8A2750B-193C-4F5D-AB2B-3365AE1E0804}" dt="2025-03-10T08:47:13.927" v="579" actId="478"/>
          <ac:graphicFrameMkLst>
            <pc:docMk/>
            <pc:sldMk cId="684995186" sldId="265"/>
            <ac:graphicFrameMk id="3" creationId="{5EAA6E5B-F302-E3FA-02D6-A8BA4011CF74}"/>
          </ac:graphicFrameMkLst>
        </pc:graphicFrameChg>
        <pc:graphicFrameChg chg="add del mod modGraphic">
          <ac:chgData name="Arindam Roy" userId="23243946-be1f-4ce1-bf2b-3766b4eb4993" providerId="ADAL" clId="{F8A2750B-193C-4F5D-AB2B-3365AE1E0804}" dt="2025-03-11T10:29:47.673" v="1810" actId="113"/>
          <ac:graphicFrameMkLst>
            <pc:docMk/>
            <pc:sldMk cId="684995186" sldId="265"/>
            <ac:graphicFrameMk id="4" creationId="{ED841B1C-C3C6-042A-3614-A5705020A6F8}"/>
          </ac:graphicFrameMkLst>
        </pc:graphicFrameChg>
        <pc:picChg chg="del">
          <ac:chgData name="Arindam Roy" userId="23243946-be1f-4ce1-bf2b-3766b4eb4993" providerId="ADAL" clId="{F8A2750B-193C-4F5D-AB2B-3365AE1E0804}" dt="2025-03-10T08:26:27.444" v="566" actId="478"/>
          <ac:picMkLst>
            <pc:docMk/>
            <pc:sldMk cId="684995186" sldId="265"/>
            <ac:picMk id="32" creationId="{8BCBE9B1-7BA7-925E-AE75-489164FA7514}"/>
          </ac:picMkLst>
        </pc:picChg>
        <pc:picChg chg="del">
          <ac:chgData name="Arindam Roy" userId="23243946-be1f-4ce1-bf2b-3766b4eb4993" providerId="ADAL" clId="{F8A2750B-193C-4F5D-AB2B-3365AE1E0804}" dt="2025-03-10T08:26:27.444" v="566" actId="478"/>
          <ac:picMkLst>
            <pc:docMk/>
            <pc:sldMk cId="684995186" sldId="265"/>
            <ac:picMk id="37" creationId="{EB315ADE-B28C-E7B0-AF1F-EFD093982430}"/>
          </ac:picMkLst>
        </pc:picChg>
        <pc:picChg chg="del">
          <ac:chgData name="Arindam Roy" userId="23243946-be1f-4ce1-bf2b-3766b4eb4993" providerId="ADAL" clId="{F8A2750B-193C-4F5D-AB2B-3365AE1E0804}" dt="2025-03-10T08:26:27.444" v="566" actId="478"/>
          <ac:picMkLst>
            <pc:docMk/>
            <pc:sldMk cId="684995186" sldId="265"/>
            <ac:picMk id="39" creationId="{8AFDCDF4-5CE9-16D7-951D-F25C9D6C5B7B}"/>
          </ac:picMkLst>
        </pc:picChg>
        <pc:picChg chg="del">
          <ac:chgData name="Arindam Roy" userId="23243946-be1f-4ce1-bf2b-3766b4eb4993" providerId="ADAL" clId="{F8A2750B-193C-4F5D-AB2B-3365AE1E0804}" dt="2025-03-10T08:26:27.444" v="566" actId="478"/>
          <ac:picMkLst>
            <pc:docMk/>
            <pc:sldMk cId="684995186" sldId="265"/>
            <ac:picMk id="49" creationId="{FE7ED8FE-1E6B-C9A7-09F0-8FA9B9F7BD80}"/>
          </ac:picMkLst>
        </pc:picChg>
        <pc:picChg chg="del">
          <ac:chgData name="Arindam Roy" userId="23243946-be1f-4ce1-bf2b-3766b4eb4993" providerId="ADAL" clId="{F8A2750B-193C-4F5D-AB2B-3365AE1E0804}" dt="2025-03-10T08:26:27.444" v="566" actId="478"/>
          <ac:picMkLst>
            <pc:docMk/>
            <pc:sldMk cId="684995186" sldId="265"/>
            <ac:picMk id="55" creationId="{E14CCB33-F283-182C-6773-7C38CA40378A}"/>
          </ac:picMkLst>
        </pc:picChg>
        <pc:picChg chg="del">
          <ac:chgData name="Arindam Roy" userId="23243946-be1f-4ce1-bf2b-3766b4eb4993" providerId="ADAL" clId="{F8A2750B-193C-4F5D-AB2B-3365AE1E0804}" dt="2025-03-10T08:26:27.444" v="566" actId="478"/>
          <ac:picMkLst>
            <pc:docMk/>
            <pc:sldMk cId="684995186" sldId="265"/>
            <ac:picMk id="1032" creationId="{98A8068A-3957-BB97-F62C-6C2DE38A3AC9}"/>
          </ac:picMkLst>
        </pc:picChg>
        <pc:cxnChg chg="del">
          <ac:chgData name="Arindam Roy" userId="23243946-be1f-4ce1-bf2b-3766b4eb4993" providerId="ADAL" clId="{F8A2750B-193C-4F5D-AB2B-3365AE1E0804}" dt="2025-03-10T08:26:30.625" v="567" actId="478"/>
          <ac:cxnSpMkLst>
            <pc:docMk/>
            <pc:sldMk cId="684995186" sldId="265"/>
            <ac:cxnSpMk id="26" creationId="{2462D529-F894-0E07-E33C-64893CFA7717}"/>
          </ac:cxnSpMkLst>
        </pc:cxnChg>
      </pc:sldChg>
      <pc:sldChg chg="addSp delSp modSp new del mod">
        <pc:chgData name="Arindam Roy" userId="23243946-be1f-4ce1-bf2b-3766b4eb4993" providerId="ADAL" clId="{F8A2750B-193C-4F5D-AB2B-3365AE1E0804}" dt="2025-03-10T06:32:29.677" v="551" actId="47"/>
        <pc:sldMkLst>
          <pc:docMk/>
          <pc:sldMk cId="2561943232" sldId="265"/>
        </pc:sldMkLst>
        <pc:spChg chg="mod">
          <ac:chgData name="Arindam Roy" userId="23243946-be1f-4ce1-bf2b-3766b4eb4993" providerId="ADAL" clId="{F8A2750B-193C-4F5D-AB2B-3365AE1E0804}" dt="2025-03-10T03:47:27.449" v="344" actId="20577"/>
          <ac:spMkLst>
            <pc:docMk/>
            <pc:sldMk cId="2561943232" sldId="265"/>
            <ac:spMk id="2" creationId="{1C2506EB-9309-C2BC-A525-D536972508F5}"/>
          </ac:spMkLst>
        </pc:spChg>
        <pc:spChg chg="del">
          <ac:chgData name="Arindam Roy" userId="23243946-be1f-4ce1-bf2b-3766b4eb4993" providerId="ADAL" clId="{F8A2750B-193C-4F5D-AB2B-3365AE1E0804}" dt="2025-03-10T03:47:18.987" v="316" actId="21"/>
          <ac:spMkLst>
            <pc:docMk/>
            <pc:sldMk cId="2561943232" sldId="265"/>
            <ac:spMk id="4" creationId="{8E181828-8BC2-371A-0FB5-8345A61D9905}"/>
          </ac:spMkLst>
        </pc:spChg>
        <pc:spChg chg="mod">
          <ac:chgData name="Arindam Roy" userId="23243946-be1f-4ce1-bf2b-3766b4eb4993" providerId="ADAL" clId="{F8A2750B-193C-4F5D-AB2B-3365AE1E0804}" dt="2025-03-10T05:15:32.751" v="345"/>
          <ac:spMkLst>
            <pc:docMk/>
            <pc:sldMk cId="2561943232" sldId="265"/>
            <ac:spMk id="10" creationId="{13D2C2AA-A7C9-D112-5759-505B53F5F807}"/>
          </ac:spMkLst>
        </pc:spChg>
        <pc:spChg chg="add mod">
          <ac:chgData name="Arindam Roy" userId="23243946-be1f-4ce1-bf2b-3766b4eb4993" providerId="ADAL" clId="{F8A2750B-193C-4F5D-AB2B-3365AE1E0804}" dt="2025-03-10T05:15:32.751" v="345"/>
          <ac:spMkLst>
            <pc:docMk/>
            <pc:sldMk cId="2561943232" sldId="265"/>
            <ac:spMk id="12" creationId="{5B4547EC-9BA2-4E57-724E-190889337DFE}"/>
          </ac:spMkLst>
        </pc:spChg>
        <pc:spChg chg="mod">
          <ac:chgData name="Arindam Roy" userId="23243946-be1f-4ce1-bf2b-3766b4eb4993" providerId="ADAL" clId="{F8A2750B-193C-4F5D-AB2B-3365AE1E0804}" dt="2025-03-10T05:15:32.751" v="345"/>
          <ac:spMkLst>
            <pc:docMk/>
            <pc:sldMk cId="2561943232" sldId="265"/>
            <ac:spMk id="14" creationId="{3BA64F23-6F4B-E72D-1971-7EA10C7667E3}"/>
          </ac:spMkLst>
        </pc:spChg>
        <pc:spChg chg="mod">
          <ac:chgData name="Arindam Roy" userId="23243946-be1f-4ce1-bf2b-3766b4eb4993" providerId="ADAL" clId="{F8A2750B-193C-4F5D-AB2B-3365AE1E0804}" dt="2025-03-10T05:15:32.751" v="345"/>
          <ac:spMkLst>
            <pc:docMk/>
            <pc:sldMk cId="2561943232" sldId="265"/>
            <ac:spMk id="18" creationId="{FA3A7E01-DA71-EC08-9925-1D6E373CC44E}"/>
          </ac:spMkLst>
        </pc:spChg>
        <pc:spChg chg="add mod">
          <ac:chgData name="Arindam Roy" userId="23243946-be1f-4ce1-bf2b-3766b4eb4993" providerId="ADAL" clId="{F8A2750B-193C-4F5D-AB2B-3365AE1E0804}" dt="2025-03-10T05:15:32.751" v="345"/>
          <ac:spMkLst>
            <pc:docMk/>
            <pc:sldMk cId="2561943232" sldId="265"/>
            <ac:spMk id="20" creationId="{5FDD8B3A-696D-848F-4FBB-A35391606767}"/>
          </ac:spMkLst>
        </pc:spChg>
        <pc:spChg chg="add mod">
          <ac:chgData name="Arindam Roy" userId="23243946-be1f-4ce1-bf2b-3766b4eb4993" providerId="ADAL" clId="{F8A2750B-193C-4F5D-AB2B-3365AE1E0804}" dt="2025-03-10T05:15:32.751" v="345"/>
          <ac:spMkLst>
            <pc:docMk/>
            <pc:sldMk cId="2561943232" sldId="265"/>
            <ac:spMk id="24" creationId="{89A9F27C-89F6-ECBE-0B30-38BA7ACBE9A0}"/>
          </ac:spMkLst>
        </pc:spChg>
        <pc:spChg chg="mod">
          <ac:chgData name="Arindam Roy" userId="23243946-be1f-4ce1-bf2b-3766b4eb4993" providerId="ADAL" clId="{F8A2750B-193C-4F5D-AB2B-3365AE1E0804}" dt="2025-03-10T05:15:32.751" v="345"/>
          <ac:spMkLst>
            <pc:docMk/>
            <pc:sldMk cId="2561943232" sldId="265"/>
            <ac:spMk id="26" creationId="{7171B9BA-E0D9-4103-AC64-9DF24681AFF5}"/>
          </ac:spMkLst>
        </pc:spChg>
        <pc:spChg chg="add mod">
          <ac:chgData name="Arindam Roy" userId="23243946-be1f-4ce1-bf2b-3766b4eb4993" providerId="ADAL" clId="{F8A2750B-193C-4F5D-AB2B-3365AE1E0804}" dt="2025-03-10T05:15:32.751" v="345"/>
          <ac:spMkLst>
            <pc:docMk/>
            <pc:sldMk cId="2561943232" sldId="265"/>
            <ac:spMk id="30" creationId="{030A2F11-04E3-859B-3770-D6DDDE5A5330}"/>
          </ac:spMkLst>
        </pc:spChg>
        <pc:spChg chg="add mod">
          <ac:chgData name="Arindam Roy" userId="23243946-be1f-4ce1-bf2b-3766b4eb4993" providerId="ADAL" clId="{F8A2750B-193C-4F5D-AB2B-3365AE1E0804}" dt="2025-03-10T05:15:32.751" v="345"/>
          <ac:spMkLst>
            <pc:docMk/>
            <pc:sldMk cId="2561943232" sldId="265"/>
            <ac:spMk id="31" creationId="{46E31DF1-EAAD-0CED-946F-D71199FFA536}"/>
          </ac:spMkLst>
        </pc:spChg>
        <pc:spChg chg="add mod">
          <ac:chgData name="Arindam Roy" userId="23243946-be1f-4ce1-bf2b-3766b4eb4993" providerId="ADAL" clId="{F8A2750B-193C-4F5D-AB2B-3365AE1E0804}" dt="2025-03-10T05:15:32.751" v="345"/>
          <ac:spMkLst>
            <pc:docMk/>
            <pc:sldMk cId="2561943232" sldId="265"/>
            <ac:spMk id="33" creationId="{6E7F752B-D1E4-7C68-7AA8-6BF48253AF51}"/>
          </ac:spMkLst>
        </pc:spChg>
        <pc:spChg chg="mod">
          <ac:chgData name="Arindam Roy" userId="23243946-be1f-4ce1-bf2b-3766b4eb4993" providerId="ADAL" clId="{F8A2750B-193C-4F5D-AB2B-3365AE1E0804}" dt="2025-03-10T05:18:39.605" v="364" actId="255"/>
          <ac:spMkLst>
            <pc:docMk/>
            <pc:sldMk cId="2561943232" sldId="265"/>
            <ac:spMk id="37" creationId="{6C7F05C6-1192-AC29-C44E-CBD4AB5BE935}"/>
          </ac:spMkLst>
        </pc:spChg>
        <pc:spChg chg="mod">
          <ac:chgData name="Arindam Roy" userId="23243946-be1f-4ce1-bf2b-3766b4eb4993" providerId="ADAL" clId="{F8A2750B-193C-4F5D-AB2B-3365AE1E0804}" dt="2025-03-10T05:18:11.387" v="361" actId="255"/>
          <ac:spMkLst>
            <pc:docMk/>
            <pc:sldMk cId="2561943232" sldId="265"/>
            <ac:spMk id="39" creationId="{E31930AC-9F5C-E47D-67CC-DCE1E21EF219}"/>
          </ac:spMkLst>
        </pc:spChg>
        <pc:spChg chg="mod">
          <ac:chgData name="Arindam Roy" userId="23243946-be1f-4ce1-bf2b-3766b4eb4993" providerId="ADAL" clId="{F8A2750B-193C-4F5D-AB2B-3365AE1E0804}" dt="2025-03-10T05:18:34.590" v="363" actId="255"/>
          <ac:spMkLst>
            <pc:docMk/>
            <pc:sldMk cId="2561943232" sldId="265"/>
            <ac:spMk id="41" creationId="{B295A0C3-7BC4-1D8D-112E-9FC07EE8CB57}"/>
          </ac:spMkLst>
        </pc:spChg>
        <pc:spChg chg="add mod">
          <ac:chgData name="Arindam Roy" userId="23243946-be1f-4ce1-bf2b-3766b4eb4993" providerId="ADAL" clId="{F8A2750B-193C-4F5D-AB2B-3365AE1E0804}" dt="2025-03-10T05:20:17.641" v="373"/>
          <ac:spMkLst>
            <pc:docMk/>
            <pc:sldMk cId="2561943232" sldId="265"/>
            <ac:spMk id="43" creationId="{978BE26B-7ACD-B400-58FE-057E9C2019AA}"/>
          </ac:spMkLst>
        </pc:spChg>
        <pc:spChg chg="add mod">
          <ac:chgData name="Arindam Roy" userId="23243946-be1f-4ce1-bf2b-3766b4eb4993" providerId="ADAL" clId="{F8A2750B-193C-4F5D-AB2B-3365AE1E0804}" dt="2025-03-10T05:15:51.820" v="347"/>
          <ac:spMkLst>
            <pc:docMk/>
            <pc:sldMk cId="2561943232" sldId="265"/>
            <ac:spMk id="47" creationId="{547A474C-148A-8944-C201-BFD578522C30}"/>
          </ac:spMkLst>
        </pc:spChg>
        <pc:spChg chg="mod">
          <ac:chgData name="Arindam Roy" userId="23243946-be1f-4ce1-bf2b-3766b4eb4993" providerId="ADAL" clId="{F8A2750B-193C-4F5D-AB2B-3365AE1E0804}" dt="2025-03-10T05:15:51.820" v="347"/>
          <ac:spMkLst>
            <pc:docMk/>
            <pc:sldMk cId="2561943232" sldId="265"/>
            <ac:spMk id="53" creationId="{D58A8B46-5554-8E8C-E3A8-7C3B465B9132}"/>
          </ac:spMkLst>
        </pc:spChg>
        <pc:spChg chg="mod">
          <ac:chgData name="Arindam Roy" userId="23243946-be1f-4ce1-bf2b-3766b4eb4993" providerId="ADAL" clId="{F8A2750B-193C-4F5D-AB2B-3365AE1E0804}" dt="2025-03-10T05:15:51.820" v="347"/>
          <ac:spMkLst>
            <pc:docMk/>
            <pc:sldMk cId="2561943232" sldId="265"/>
            <ac:spMk id="57" creationId="{C48ACCDA-74CB-9C22-3FE4-9F5E538096DD}"/>
          </ac:spMkLst>
        </pc:spChg>
        <pc:spChg chg="add mod">
          <ac:chgData name="Arindam Roy" userId="23243946-be1f-4ce1-bf2b-3766b4eb4993" providerId="ADAL" clId="{F8A2750B-193C-4F5D-AB2B-3365AE1E0804}" dt="2025-03-10T05:15:51.820" v="347"/>
          <ac:spMkLst>
            <pc:docMk/>
            <pc:sldMk cId="2561943232" sldId="265"/>
            <ac:spMk id="59" creationId="{C04B594D-8E16-7AD1-3B05-4BD450ED20E1}"/>
          </ac:spMkLst>
        </pc:spChg>
        <pc:spChg chg="add mod">
          <ac:chgData name="Arindam Roy" userId="23243946-be1f-4ce1-bf2b-3766b4eb4993" providerId="ADAL" clId="{F8A2750B-193C-4F5D-AB2B-3365AE1E0804}" dt="2025-03-10T05:16:10.832" v="352" actId="255"/>
          <ac:spMkLst>
            <pc:docMk/>
            <pc:sldMk cId="2561943232" sldId="265"/>
            <ac:spMk id="60" creationId="{F20A39EE-C6E1-74C1-BC82-5B58BD4C72F2}"/>
          </ac:spMkLst>
        </pc:spChg>
        <pc:spChg chg="add mod">
          <ac:chgData name="Arindam Roy" userId="23243946-be1f-4ce1-bf2b-3766b4eb4993" providerId="ADAL" clId="{F8A2750B-193C-4F5D-AB2B-3365AE1E0804}" dt="2025-03-10T05:16:25.570" v="354" actId="255"/>
          <ac:spMkLst>
            <pc:docMk/>
            <pc:sldMk cId="2561943232" sldId="265"/>
            <ac:spMk id="61" creationId="{F6C611C2-FF1F-8E37-F8FE-22B3F954E52F}"/>
          </ac:spMkLst>
        </pc:spChg>
        <pc:spChg chg="mod">
          <ac:chgData name="Arindam Roy" userId="23243946-be1f-4ce1-bf2b-3766b4eb4993" providerId="ADAL" clId="{F8A2750B-193C-4F5D-AB2B-3365AE1E0804}" dt="2025-03-10T05:16:30.014" v="355" actId="255"/>
          <ac:spMkLst>
            <pc:docMk/>
            <pc:sldMk cId="2561943232" sldId="265"/>
            <ac:spMk id="62" creationId="{E960E07C-0C92-7CE3-D49F-0EB07DA4288F}"/>
          </ac:spMkLst>
        </pc:spChg>
        <pc:spChg chg="add mod">
          <ac:chgData name="Arindam Roy" userId="23243946-be1f-4ce1-bf2b-3766b4eb4993" providerId="ADAL" clId="{F8A2750B-193C-4F5D-AB2B-3365AE1E0804}" dt="2025-03-10T05:16:37.321" v="356" actId="255"/>
          <ac:spMkLst>
            <pc:docMk/>
            <pc:sldMk cId="2561943232" sldId="265"/>
            <ac:spMk id="63" creationId="{666EC856-DC22-62F7-BC4A-8C031C4A6A18}"/>
          </ac:spMkLst>
        </pc:spChg>
        <pc:spChg chg="mod">
          <ac:chgData name="Arindam Roy" userId="23243946-be1f-4ce1-bf2b-3766b4eb4993" providerId="ADAL" clId="{F8A2750B-193C-4F5D-AB2B-3365AE1E0804}" dt="2025-03-10T05:16:41.766" v="357" actId="255"/>
          <ac:spMkLst>
            <pc:docMk/>
            <pc:sldMk cId="2561943232" sldId="265"/>
            <ac:spMk id="64" creationId="{8606EF1C-90A2-EDD0-DEF8-0C0E898E286F}"/>
          </ac:spMkLst>
        </pc:spChg>
        <pc:spChg chg="add mod">
          <ac:chgData name="Arindam Roy" userId="23243946-be1f-4ce1-bf2b-3766b4eb4993" providerId="ADAL" clId="{F8A2750B-193C-4F5D-AB2B-3365AE1E0804}" dt="2025-03-10T05:16:45.646" v="358" actId="255"/>
          <ac:spMkLst>
            <pc:docMk/>
            <pc:sldMk cId="2561943232" sldId="265"/>
            <ac:spMk id="65" creationId="{F9AFE8D0-3DCD-2A93-BBE4-E2E8A4D188F0}"/>
          </ac:spMkLst>
        </pc:spChg>
        <pc:picChg chg="add">
          <ac:chgData name="Arindam Roy" userId="23243946-be1f-4ce1-bf2b-3766b4eb4993" providerId="ADAL" clId="{F8A2750B-193C-4F5D-AB2B-3365AE1E0804}" dt="2025-03-10T05:15:42.261" v="346"/>
          <ac:picMkLst>
            <pc:docMk/>
            <pc:sldMk cId="2561943232" sldId="265"/>
            <ac:picMk id="35" creationId="{7C98B75E-4820-4761-7980-0F5A2B311C73}"/>
          </ac:picMkLst>
        </pc:picChg>
      </pc:sldChg>
      <pc:sldChg chg="addSp delSp modSp new mod">
        <pc:chgData name="Arindam Roy" userId="23243946-be1f-4ce1-bf2b-3766b4eb4993" providerId="ADAL" clId="{F8A2750B-193C-4F5D-AB2B-3365AE1E0804}" dt="2025-03-11T10:29:02.346" v="1802" actId="113"/>
        <pc:sldMkLst>
          <pc:docMk/>
          <pc:sldMk cId="2438904615" sldId="266"/>
        </pc:sldMkLst>
        <pc:spChg chg="mod">
          <ac:chgData name="Arindam Roy" userId="23243946-be1f-4ce1-bf2b-3766b4eb4993" providerId="ADAL" clId="{F8A2750B-193C-4F5D-AB2B-3365AE1E0804}" dt="2025-03-10T06:32:22.037" v="550" actId="20577"/>
          <ac:spMkLst>
            <pc:docMk/>
            <pc:sldMk cId="2438904615" sldId="266"/>
            <ac:spMk id="2" creationId="{3F15E0A9-DC1F-BC54-A4A3-0F0922FEA65E}"/>
          </ac:spMkLst>
        </pc:spChg>
        <pc:spChg chg="del">
          <ac:chgData name="Arindam Roy" userId="23243946-be1f-4ce1-bf2b-3766b4eb4993" providerId="ADAL" clId="{F8A2750B-193C-4F5D-AB2B-3365AE1E0804}" dt="2025-03-10T05:27:05.991" v="375" actId="478"/>
          <ac:spMkLst>
            <pc:docMk/>
            <pc:sldMk cId="2438904615" sldId="266"/>
            <ac:spMk id="4" creationId="{95CA4A5A-F6C0-68A2-E346-F13E489D154E}"/>
          </ac:spMkLst>
        </pc:spChg>
        <pc:spChg chg="add mod">
          <ac:chgData name="Arindam Roy" userId="23243946-be1f-4ce1-bf2b-3766b4eb4993" providerId="ADAL" clId="{F8A2750B-193C-4F5D-AB2B-3365AE1E0804}" dt="2025-03-10T05:27:06.634" v="376"/>
          <ac:spMkLst>
            <pc:docMk/>
            <pc:sldMk cId="2438904615" sldId="266"/>
            <ac:spMk id="5" creationId="{A4417A81-8DD4-4836-9984-3328578A5CA7}"/>
          </ac:spMkLst>
        </pc:spChg>
        <pc:spChg chg="add mod">
          <ac:chgData name="Arindam Roy" userId="23243946-be1f-4ce1-bf2b-3766b4eb4993" providerId="ADAL" clId="{F8A2750B-193C-4F5D-AB2B-3365AE1E0804}" dt="2025-03-10T05:27:06.634" v="376"/>
          <ac:spMkLst>
            <pc:docMk/>
            <pc:sldMk cId="2438904615" sldId="266"/>
            <ac:spMk id="6" creationId="{C82D881B-F6D1-090C-CFAE-9DA35938DAA2}"/>
          </ac:spMkLst>
        </pc:spChg>
        <pc:spChg chg="add mod">
          <ac:chgData name="Arindam Roy" userId="23243946-be1f-4ce1-bf2b-3766b4eb4993" providerId="ADAL" clId="{F8A2750B-193C-4F5D-AB2B-3365AE1E0804}" dt="2025-03-10T05:27:06.634" v="376"/>
          <ac:spMkLst>
            <pc:docMk/>
            <pc:sldMk cId="2438904615" sldId="266"/>
            <ac:spMk id="7" creationId="{655AD671-92A9-EBE2-44D9-239DED02027A}"/>
          </ac:spMkLst>
        </pc:spChg>
        <pc:spChg chg="add mod">
          <ac:chgData name="Arindam Roy" userId="23243946-be1f-4ce1-bf2b-3766b4eb4993" providerId="ADAL" clId="{F8A2750B-193C-4F5D-AB2B-3365AE1E0804}" dt="2025-03-10T05:27:06.634" v="376"/>
          <ac:spMkLst>
            <pc:docMk/>
            <pc:sldMk cId="2438904615" sldId="266"/>
            <ac:spMk id="8" creationId="{229EC1F0-1569-DA75-6E4E-40BA8850B94D}"/>
          </ac:spMkLst>
        </pc:spChg>
        <pc:spChg chg="add mod">
          <ac:chgData name="Arindam Roy" userId="23243946-be1f-4ce1-bf2b-3766b4eb4993" providerId="ADAL" clId="{F8A2750B-193C-4F5D-AB2B-3365AE1E0804}" dt="2025-03-10T05:27:06.634" v="376"/>
          <ac:spMkLst>
            <pc:docMk/>
            <pc:sldMk cId="2438904615" sldId="266"/>
            <ac:spMk id="9" creationId="{07BA8EB8-FC56-EDAA-23BF-248D605898DE}"/>
          </ac:spMkLst>
        </pc:spChg>
        <pc:spChg chg="add mod">
          <ac:chgData name="Arindam Roy" userId="23243946-be1f-4ce1-bf2b-3766b4eb4993" providerId="ADAL" clId="{F8A2750B-193C-4F5D-AB2B-3365AE1E0804}" dt="2025-03-10T05:27:06.634" v="376"/>
          <ac:spMkLst>
            <pc:docMk/>
            <pc:sldMk cId="2438904615" sldId="266"/>
            <ac:spMk id="10" creationId="{C99CC15A-2836-57F3-CF59-F6D9D810C5E5}"/>
          </ac:spMkLst>
        </pc:spChg>
        <pc:spChg chg="add mod">
          <ac:chgData name="Arindam Roy" userId="23243946-be1f-4ce1-bf2b-3766b4eb4993" providerId="ADAL" clId="{F8A2750B-193C-4F5D-AB2B-3365AE1E0804}" dt="2025-03-10T05:27:06.634" v="376"/>
          <ac:spMkLst>
            <pc:docMk/>
            <pc:sldMk cId="2438904615" sldId="266"/>
            <ac:spMk id="11" creationId="{BE17E67E-B7C9-B75A-BEDD-E1727ED562A6}"/>
          </ac:spMkLst>
        </pc:spChg>
        <pc:spChg chg="add mod">
          <ac:chgData name="Arindam Roy" userId="23243946-be1f-4ce1-bf2b-3766b4eb4993" providerId="ADAL" clId="{F8A2750B-193C-4F5D-AB2B-3365AE1E0804}" dt="2025-03-10T05:27:06.634" v="376"/>
          <ac:spMkLst>
            <pc:docMk/>
            <pc:sldMk cId="2438904615" sldId="266"/>
            <ac:spMk id="12" creationId="{FF3C407E-AEAE-35D8-95CD-C19E79E2D078}"/>
          </ac:spMkLst>
        </pc:spChg>
        <pc:spChg chg="add mod">
          <ac:chgData name="Arindam Roy" userId="23243946-be1f-4ce1-bf2b-3766b4eb4993" providerId="ADAL" clId="{F8A2750B-193C-4F5D-AB2B-3365AE1E0804}" dt="2025-03-10T05:27:06.634" v="376"/>
          <ac:spMkLst>
            <pc:docMk/>
            <pc:sldMk cId="2438904615" sldId="266"/>
            <ac:spMk id="13" creationId="{9191AC0C-8ACA-1DF5-F816-A7B757988EE1}"/>
          </ac:spMkLst>
        </pc:spChg>
        <pc:spChg chg="add mod">
          <ac:chgData name="Arindam Roy" userId="23243946-be1f-4ce1-bf2b-3766b4eb4993" providerId="ADAL" clId="{F8A2750B-193C-4F5D-AB2B-3365AE1E0804}" dt="2025-03-10T05:27:06.634" v="376"/>
          <ac:spMkLst>
            <pc:docMk/>
            <pc:sldMk cId="2438904615" sldId="266"/>
            <ac:spMk id="14" creationId="{241BCB2D-B8FD-6053-6683-311A6F0033E6}"/>
          </ac:spMkLst>
        </pc:spChg>
        <pc:spChg chg="add mod">
          <ac:chgData name="Arindam Roy" userId="23243946-be1f-4ce1-bf2b-3766b4eb4993" providerId="ADAL" clId="{F8A2750B-193C-4F5D-AB2B-3365AE1E0804}" dt="2025-03-10T05:27:43.608" v="383" actId="255"/>
          <ac:spMkLst>
            <pc:docMk/>
            <pc:sldMk cId="2438904615" sldId="266"/>
            <ac:spMk id="15" creationId="{F4D11DDC-56A1-DF17-B48C-277A69A6107E}"/>
          </ac:spMkLst>
        </pc:spChg>
        <pc:spChg chg="add mod">
          <ac:chgData name="Arindam Roy" userId="23243946-be1f-4ce1-bf2b-3766b4eb4993" providerId="ADAL" clId="{F8A2750B-193C-4F5D-AB2B-3365AE1E0804}" dt="2025-03-10T05:27:43.608" v="383" actId="255"/>
          <ac:spMkLst>
            <pc:docMk/>
            <pc:sldMk cId="2438904615" sldId="266"/>
            <ac:spMk id="16" creationId="{0BB9E431-F3B9-643E-0DFF-CBFFF1979E33}"/>
          </ac:spMkLst>
        </pc:spChg>
        <pc:spChg chg="add mod">
          <ac:chgData name="Arindam Roy" userId="23243946-be1f-4ce1-bf2b-3766b4eb4993" providerId="ADAL" clId="{F8A2750B-193C-4F5D-AB2B-3365AE1E0804}" dt="2025-03-10T05:27:43.608" v="383" actId="255"/>
          <ac:spMkLst>
            <pc:docMk/>
            <pc:sldMk cId="2438904615" sldId="266"/>
            <ac:spMk id="17" creationId="{2B59C94E-9929-0015-61C8-E916D13EF5B4}"/>
          </ac:spMkLst>
        </pc:spChg>
        <pc:spChg chg="add mod">
          <ac:chgData name="Arindam Roy" userId="23243946-be1f-4ce1-bf2b-3766b4eb4993" providerId="ADAL" clId="{F8A2750B-193C-4F5D-AB2B-3365AE1E0804}" dt="2025-03-10T05:27:43.608" v="383" actId="255"/>
          <ac:spMkLst>
            <pc:docMk/>
            <pc:sldMk cId="2438904615" sldId="266"/>
            <ac:spMk id="18" creationId="{984A2B55-7F29-A242-70F4-577DF255CCAA}"/>
          </ac:spMkLst>
        </pc:spChg>
        <pc:spChg chg="add mod">
          <ac:chgData name="Arindam Roy" userId="23243946-be1f-4ce1-bf2b-3766b4eb4993" providerId="ADAL" clId="{F8A2750B-193C-4F5D-AB2B-3365AE1E0804}" dt="2025-03-10T05:27:43.608" v="383" actId="255"/>
          <ac:spMkLst>
            <pc:docMk/>
            <pc:sldMk cId="2438904615" sldId="266"/>
            <ac:spMk id="19" creationId="{002733E0-8F8E-3F88-30B0-921FBAFF662A}"/>
          </ac:spMkLst>
        </pc:spChg>
        <pc:spChg chg="add mod">
          <ac:chgData name="Arindam Roy" userId="23243946-be1f-4ce1-bf2b-3766b4eb4993" providerId="ADAL" clId="{F8A2750B-193C-4F5D-AB2B-3365AE1E0804}" dt="2025-03-10T05:27:43.608" v="383" actId="255"/>
          <ac:spMkLst>
            <pc:docMk/>
            <pc:sldMk cId="2438904615" sldId="266"/>
            <ac:spMk id="20" creationId="{B1D44AD9-16D2-8957-F539-4603CE664B70}"/>
          </ac:spMkLst>
        </pc:spChg>
        <pc:spChg chg="add mod">
          <ac:chgData name="Arindam Roy" userId="23243946-be1f-4ce1-bf2b-3766b4eb4993" providerId="ADAL" clId="{F8A2750B-193C-4F5D-AB2B-3365AE1E0804}" dt="2025-03-10T05:27:43.608" v="383" actId="255"/>
          <ac:spMkLst>
            <pc:docMk/>
            <pc:sldMk cId="2438904615" sldId="266"/>
            <ac:spMk id="21" creationId="{ECE423CF-CF48-4F7B-714A-90BD039E9B42}"/>
          </ac:spMkLst>
        </pc:spChg>
        <pc:spChg chg="add mod">
          <ac:chgData name="Arindam Roy" userId="23243946-be1f-4ce1-bf2b-3766b4eb4993" providerId="ADAL" clId="{F8A2750B-193C-4F5D-AB2B-3365AE1E0804}" dt="2025-03-10T05:27:43.608" v="383" actId="255"/>
          <ac:spMkLst>
            <pc:docMk/>
            <pc:sldMk cId="2438904615" sldId="266"/>
            <ac:spMk id="22" creationId="{1F4230B7-C866-C64F-832D-0751791B47DB}"/>
          </ac:spMkLst>
        </pc:spChg>
        <pc:spChg chg="add mod">
          <ac:chgData name="Arindam Roy" userId="23243946-be1f-4ce1-bf2b-3766b4eb4993" providerId="ADAL" clId="{F8A2750B-193C-4F5D-AB2B-3365AE1E0804}" dt="2025-03-10T05:27:43.608" v="383" actId="255"/>
          <ac:spMkLst>
            <pc:docMk/>
            <pc:sldMk cId="2438904615" sldId="266"/>
            <ac:spMk id="23" creationId="{E942A8D5-5DE6-90CA-04B5-4226FCEBDEFF}"/>
          </ac:spMkLst>
        </pc:spChg>
        <pc:spChg chg="add mod">
          <ac:chgData name="Arindam Roy" userId="23243946-be1f-4ce1-bf2b-3766b4eb4993" providerId="ADAL" clId="{F8A2750B-193C-4F5D-AB2B-3365AE1E0804}" dt="2025-03-10T05:27:43.608" v="383" actId="255"/>
          <ac:spMkLst>
            <pc:docMk/>
            <pc:sldMk cId="2438904615" sldId="266"/>
            <ac:spMk id="24" creationId="{EF993FD6-FA02-AF25-11C8-DE1539D29AB6}"/>
          </ac:spMkLst>
        </pc:spChg>
        <pc:spChg chg="add mod">
          <ac:chgData name="Arindam Roy" userId="23243946-be1f-4ce1-bf2b-3766b4eb4993" providerId="ADAL" clId="{F8A2750B-193C-4F5D-AB2B-3365AE1E0804}" dt="2025-03-10T05:27:57.180" v="384"/>
          <ac:spMkLst>
            <pc:docMk/>
            <pc:sldMk cId="2438904615" sldId="266"/>
            <ac:spMk id="25" creationId="{7A27D2CF-FEBF-FEAA-FF50-B1E21B04FBDF}"/>
          </ac:spMkLst>
        </pc:spChg>
        <pc:spChg chg="add mod">
          <ac:chgData name="Arindam Roy" userId="23243946-be1f-4ce1-bf2b-3766b4eb4993" providerId="ADAL" clId="{F8A2750B-193C-4F5D-AB2B-3365AE1E0804}" dt="2025-03-10T05:27:57.180" v="384"/>
          <ac:spMkLst>
            <pc:docMk/>
            <pc:sldMk cId="2438904615" sldId="266"/>
            <ac:spMk id="26" creationId="{A3487F1F-041D-7C03-6B78-3B3D2A282039}"/>
          </ac:spMkLst>
        </pc:spChg>
        <pc:spChg chg="add mod">
          <ac:chgData name="Arindam Roy" userId="23243946-be1f-4ce1-bf2b-3766b4eb4993" providerId="ADAL" clId="{F8A2750B-193C-4F5D-AB2B-3365AE1E0804}" dt="2025-03-10T05:27:57.180" v="384"/>
          <ac:spMkLst>
            <pc:docMk/>
            <pc:sldMk cId="2438904615" sldId="266"/>
            <ac:spMk id="27" creationId="{A6E18160-B12E-7909-17E9-7C04C909C1FA}"/>
          </ac:spMkLst>
        </pc:spChg>
        <pc:spChg chg="add mod">
          <ac:chgData name="Arindam Roy" userId="23243946-be1f-4ce1-bf2b-3766b4eb4993" providerId="ADAL" clId="{F8A2750B-193C-4F5D-AB2B-3365AE1E0804}" dt="2025-03-10T05:27:57.180" v="384"/>
          <ac:spMkLst>
            <pc:docMk/>
            <pc:sldMk cId="2438904615" sldId="266"/>
            <ac:spMk id="28" creationId="{4FB4EF61-20BC-878F-8334-616A94FDF0CF}"/>
          </ac:spMkLst>
        </pc:spChg>
        <pc:spChg chg="add mod">
          <ac:chgData name="Arindam Roy" userId="23243946-be1f-4ce1-bf2b-3766b4eb4993" providerId="ADAL" clId="{F8A2750B-193C-4F5D-AB2B-3365AE1E0804}" dt="2025-03-10T05:27:57.180" v="384"/>
          <ac:spMkLst>
            <pc:docMk/>
            <pc:sldMk cId="2438904615" sldId="266"/>
            <ac:spMk id="29" creationId="{A5AD9B96-017D-FB21-8F7C-E83FBAB08919}"/>
          </ac:spMkLst>
        </pc:spChg>
        <pc:spChg chg="add mod">
          <ac:chgData name="Arindam Roy" userId="23243946-be1f-4ce1-bf2b-3766b4eb4993" providerId="ADAL" clId="{F8A2750B-193C-4F5D-AB2B-3365AE1E0804}" dt="2025-03-10T05:27:57.180" v="384"/>
          <ac:spMkLst>
            <pc:docMk/>
            <pc:sldMk cId="2438904615" sldId="266"/>
            <ac:spMk id="30" creationId="{33EBA187-C8E2-A26F-358B-ABD15757AD60}"/>
          </ac:spMkLst>
        </pc:spChg>
        <pc:spChg chg="add mod">
          <ac:chgData name="Arindam Roy" userId="23243946-be1f-4ce1-bf2b-3766b4eb4993" providerId="ADAL" clId="{F8A2750B-193C-4F5D-AB2B-3365AE1E0804}" dt="2025-03-10T05:27:57.180" v="384"/>
          <ac:spMkLst>
            <pc:docMk/>
            <pc:sldMk cId="2438904615" sldId="266"/>
            <ac:spMk id="31" creationId="{DDE549B2-7B7C-BA92-6614-A1435C8A7851}"/>
          </ac:spMkLst>
        </pc:spChg>
        <pc:spChg chg="add mod">
          <ac:chgData name="Arindam Roy" userId="23243946-be1f-4ce1-bf2b-3766b4eb4993" providerId="ADAL" clId="{F8A2750B-193C-4F5D-AB2B-3365AE1E0804}" dt="2025-03-10T05:27:57.180" v="384"/>
          <ac:spMkLst>
            <pc:docMk/>
            <pc:sldMk cId="2438904615" sldId="266"/>
            <ac:spMk id="32" creationId="{59B53918-FF0A-138F-C0BB-4024D544E2DA}"/>
          </ac:spMkLst>
        </pc:spChg>
        <pc:spChg chg="add mod">
          <ac:chgData name="Arindam Roy" userId="23243946-be1f-4ce1-bf2b-3766b4eb4993" providerId="ADAL" clId="{F8A2750B-193C-4F5D-AB2B-3365AE1E0804}" dt="2025-03-10T05:27:57.180" v="384"/>
          <ac:spMkLst>
            <pc:docMk/>
            <pc:sldMk cId="2438904615" sldId="266"/>
            <ac:spMk id="33" creationId="{6A766E61-D8E6-BA09-9DC1-B123F73A5BE5}"/>
          </ac:spMkLst>
        </pc:spChg>
        <pc:spChg chg="add mod">
          <ac:chgData name="Arindam Roy" userId="23243946-be1f-4ce1-bf2b-3766b4eb4993" providerId="ADAL" clId="{F8A2750B-193C-4F5D-AB2B-3365AE1E0804}" dt="2025-03-10T05:27:57.180" v="384"/>
          <ac:spMkLst>
            <pc:docMk/>
            <pc:sldMk cId="2438904615" sldId="266"/>
            <ac:spMk id="34" creationId="{6AFA08A7-6D93-FF3F-85F6-6D59585951A4}"/>
          </ac:spMkLst>
        </pc:spChg>
        <pc:spChg chg="add del mod">
          <ac:chgData name="Arindam Roy" userId="23243946-be1f-4ce1-bf2b-3766b4eb4993" providerId="ADAL" clId="{F8A2750B-193C-4F5D-AB2B-3365AE1E0804}" dt="2025-03-10T05:28:05.748" v="386" actId="478"/>
          <ac:spMkLst>
            <pc:docMk/>
            <pc:sldMk cId="2438904615" sldId="266"/>
            <ac:spMk id="35" creationId="{47469000-8B83-4A31-F315-6FE2F4002AC9}"/>
          </ac:spMkLst>
        </pc:spChg>
        <pc:spChg chg="add del mod">
          <ac:chgData name="Arindam Roy" userId="23243946-be1f-4ce1-bf2b-3766b4eb4993" providerId="ADAL" clId="{F8A2750B-193C-4F5D-AB2B-3365AE1E0804}" dt="2025-03-10T05:28:05.748" v="386" actId="478"/>
          <ac:spMkLst>
            <pc:docMk/>
            <pc:sldMk cId="2438904615" sldId="266"/>
            <ac:spMk id="36" creationId="{5BB4787B-B704-15A7-5D61-8EDDEA3C4253}"/>
          </ac:spMkLst>
        </pc:spChg>
        <pc:spChg chg="add del mod">
          <ac:chgData name="Arindam Roy" userId="23243946-be1f-4ce1-bf2b-3766b4eb4993" providerId="ADAL" clId="{F8A2750B-193C-4F5D-AB2B-3365AE1E0804}" dt="2025-03-10T05:28:05.748" v="386" actId="478"/>
          <ac:spMkLst>
            <pc:docMk/>
            <pc:sldMk cId="2438904615" sldId="266"/>
            <ac:spMk id="37" creationId="{3F346708-3B76-8211-7FDF-DF63DD61731A}"/>
          </ac:spMkLst>
        </pc:spChg>
        <pc:spChg chg="add del mod">
          <ac:chgData name="Arindam Roy" userId="23243946-be1f-4ce1-bf2b-3766b4eb4993" providerId="ADAL" clId="{F8A2750B-193C-4F5D-AB2B-3365AE1E0804}" dt="2025-03-10T05:28:05.748" v="386" actId="478"/>
          <ac:spMkLst>
            <pc:docMk/>
            <pc:sldMk cId="2438904615" sldId="266"/>
            <ac:spMk id="38" creationId="{E02D640A-26C2-858C-AC85-B7079F28B986}"/>
          </ac:spMkLst>
        </pc:spChg>
        <pc:spChg chg="add del mod">
          <ac:chgData name="Arindam Roy" userId="23243946-be1f-4ce1-bf2b-3766b4eb4993" providerId="ADAL" clId="{F8A2750B-193C-4F5D-AB2B-3365AE1E0804}" dt="2025-03-10T05:28:05.748" v="386" actId="478"/>
          <ac:spMkLst>
            <pc:docMk/>
            <pc:sldMk cId="2438904615" sldId="266"/>
            <ac:spMk id="39" creationId="{EC438143-059E-E627-01B3-4F90C80F4E56}"/>
          </ac:spMkLst>
        </pc:spChg>
        <pc:spChg chg="add del mod">
          <ac:chgData name="Arindam Roy" userId="23243946-be1f-4ce1-bf2b-3766b4eb4993" providerId="ADAL" clId="{F8A2750B-193C-4F5D-AB2B-3365AE1E0804}" dt="2025-03-10T05:28:05.748" v="386" actId="478"/>
          <ac:spMkLst>
            <pc:docMk/>
            <pc:sldMk cId="2438904615" sldId="266"/>
            <ac:spMk id="40" creationId="{37719FC9-80FB-4BD6-0719-5CF4EC43B947}"/>
          </ac:spMkLst>
        </pc:spChg>
        <pc:spChg chg="add del mod">
          <ac:chgData name="Arindam Roy" userId="23243946-be1f-4ce1-bf2b-3766b4eb4993" providerId="ADAL" clId="{F8A2750B-193C-4F5D-AB2B-3365AE1E0804}" dt="2025-03-10T05:28:05.748" v="386" actId="478"/>
          <ac:spMkLst>
            <pc:docMk/>
            <pc:sldMk cId="2438904615" sldId="266"/>
            <ac:spMk id="41" creationId="{978B7424-2501-358B-D582-C4826111F1D0}"/>
          </ac:spMkLst>
        </pc:spChg>
        <pc:spChg chg="add del mod">
          <ac:chgData name="Arindam Roy" userId="23243946-be1f-4ce1-bf2b-3766b4eb4993" providerId="ADAL" clId="{F8A2750B-193C-4F5D-AB2B-3365AE1E0804}" dt="2025-03-10T05:28:05.748" v="386" actId="478"/>
          <ac:spMkLst>
            <pc:docMk/>
            <pc:sldMk cId="2438904615" sldId="266"/>
            <ac:spMk id="42" creationId="{2D5678D8-ED9C-E8B8-4AFF-DD1AE1C0F1BE}"/>
          </ac:spMkLst>
        </pc:spChg>
        <pc:spChg chg="add del mod">
          <ac:chgData name="Arindam Roy" userId="23243946-be1f-4ce1-bf2b-3766b4eb4993" providerId="ADAL" clId="{F8A2750B-193C-4F5D-AB2B-3365AE1E0804}" dt="2025-03-10T05:28:05.748" v="386" actId="478"/>
          <ac:spMkLst>
            <pc:docMk/>
            <pc:sldMk cId="2438904615" sldId="266"/>
            <ac:spMk id="43" creationId="{B0DD1352-FED2-FF2B-306D-1C1463199091}"/>
          </ac:spMkLst>
        </pc:spChg>
        <pc:spChg chg="add del mod">
          <ac:chgData name="Arindam Roy" userId="23243946-be1f-4ce1-bf2b-3766b4eb4993" providerId="ADAL" clId="{F8A2750B-193C-4F5D-AB2B-3365AE1E0804}" dt="2025-03-10T05:28:05.748" v="386" actId="478"/>
          <ac:spMkLst>
            <pc:docMk/>
            <pc:sldMk cId="2438904615" sldId="266"/>
            <ac:spMk id="44" creationId="{DD02A2AA-E9F8-9990-18EA-70AC459C8436}"/>
          </ac:spMkLst>
        </pc:spChg>
        <pc:spChg chg="add mod">
          <ac:chgData name="Arindam Roy" userId="23243946-be1f-4ce1-bf2b-3766b4eb4993" providerId="ADAL" clId="{F8A2750B-193C-4F5D-AB2B-3365AE1E0804}" dt="2025-03-11T10:27:07.303" v="1775" actId="14861"/>
          <ac:spMkLst>
            <pc:docMk/>
            <pc:sldMk cId="2438904615" sldId="266"/>
            <ac:spMk id="45" creationId="{954A8ADC-AD81-4E24-1151-6EAC685B9573}"/>
          </ac:spMkLst>
        </pc:spChg>
        <pc:spChg chg="add mod">
          <ac:chgData name="Arindam Roy" userId="23243946-be1f-4ce1-bf2b-3766b4eb4993" providerId="ADAL" clId="{F8A2750B-193C-4F5D-AB2B-3365AE1E0804}" dt="2025-03-10T06:32:02.909" v="534" actId="1076"/>
          <ac:spMkLst>
            <pc:docMk/>
            <pc:sldMk cId="2438904615" sldId="266"/>
            <ac:spMk id="46" creationId="{3C154E9D-5796-ABE2-0CC0-AC45D54C0658}"/>
          </ac:spMkLst>
        </pc:spChg>
        <pc:spChg chg="add mod">
          <ac:chgData name="Arindam Roy" userId="23243946-be1f-4ce1-bf2b-3766b4eb4993" providerId="ADAL" clId="{F8A2750B-193C-4F5D-AB2B-3365AE1E0804}" dt="2025-03-11T10:27:11.680" v="1776" actId="14861"/>
          <ac:spMkLst>
            <pc:docMk/>
            <pc:sldMk cId="2438904615" sldId="266"/>
            <ac:spMk id="47" creationId="{758F4008-103D-0C0F-2EAA-381364A079E3}"/>
          </ac:spMkLst>
        </pc:spChg>
        <pc:spChg chg="add mod">
          <ac:chgData name="Arindam Roy" userId="23243946-be1f-4ce1-bf2b-3766b4eb4993" providerId="ADAL" clId="{F8A2750B-193C-4F5D-AB2B-3365AE1E0804}" dt="2025-03-10T06:31:24.008" v="523" actId="1076"/>
          <ac:spMkLst>
            <pc:docMk/>
            <pc:sldMk cId="2438904615" sldId="266"/>
            <ac:spMk id="48" creationId="{DCFD56E0-61CD-500D-4694-81B5A5D365BF}"/>
          </ac:spMkLst>
        </pc:spChg>
        <pc:spChg chg="add mod">
          <ac:chgData name="Arindam Roy" userId="23243946-be1f-4ce1-bf2b-3766b4eb4993" providerId="ADAL" clId="{F8A2750B-193C-4F5D-AB2B-3365AE1E0804}" dt="2025-03-11T10:27:16.077" v="1777" actId="14861"/>
          <ac:spMkLst>
            <pc:docMk/>
            <pc:sldMk cId="2438904615" sldId="266"/>
            <ac:spMk id="49" creationId="{71740F6C-1E7A-A291-6AF9-767B09DD56B2}"/>
          </ac:spMkLst>
        </pc:spChg>
        <pc:spChg chg="add mod">
          <ac:chgData name="Arindam Roy" userId="23243946-be1f-4ce1-bf2b-3766b4eb4993" providerId="ADAL" clId="{F8A2750B-193C-4F5D-AB2B-3365AE1E0804}" dt="2025-03-10T06:31:45.158" v="529" actId="14100"/>
          <ac:spMkLst>
            <pc:docMk/>
            <pc:sldMk cId="2438904615" sldId="266"/>
            <ac:spMk id="50" creationId="{DEB0765B-42E9-84CB-D995-C903543C6EA8}"/>
          </ac:spMkLst>
        </pc:spChg>
        <pc:spChg chg="add mod">
          <ac:chgData name="Arindam Roy" userId="23243946-be1f-4ce1-bf2b-3766b4eb4993" providerId="ADAL" clId="{F8A2750B-193C-4F5D-AB2B-3365AE1E0804}" dt="2025-03-11T10:27:21.046" v="1778" actId="14861"/>
          <ac:spMkLst>
            <pc:docMk/>
            <pc:sldMk cId="2438904615" sldId="266"/>
            <ac:spMk id="51" creationId="{4AFC53EE-29E9-F059-4B30-A1E56AC45DCD}"/>
          </ac:spMkLst>
        </pc:spChg>
        <pc:spChg chg="add mod">
          <ac:chgData name="Arindam Roy" userId="23243946-be1f-4ce1-bf2b-3766b4eb4993" providerId="ADAL" clId="{F8A2750B-193C-4F5D-AB2B-3365AE1E0804}" dt="2025-03-10T06:26:59.567" v="484" actId="1076"/>
          <ac:spMkLst>
            <pc:docMk/>
            <pc:sldMk cId="2438904615" sldId="266"/>
            <ac:spMk id="52" creationId="{B9EA7E4F-2B34-1422-F20B-3A4CD00F9968}"/>
          </ac:spMkLst>
        </pc:spChg>
        <pc:spChg chg="add mod">
          <ac:chgData name="Arindam Roy" userId="23243946-be1f-4ce1-bf2b-3766b4eb4993" providerId="ADAL" clId="{F8A2750B-193C-4F5D-AB2B-3365AE1E0804}" dt="2025-03-11T10:27:24.730" v="1779" actId="14861"/>
          <ac:spMkLst>
            <pc:docMk/>
            <pc:sldMk cId="2438904615" sldId="266"/>
            <ac:spMk id="53" creationId="{518081CD-98F1-5EC5-F547-961289825592}"/>
          </ac:spMkLst>
        </pc:spChg>
        <pc:spChg chg="add mod">
          <ac:chgData name="Arindam Roy" userId="23243946-be1f-4ce1-bf2b-3766b4eb4993" providerId="ADAL" clId="{F8A2750B-193C-4F5D-AB2B-3365AE1E0804}" dt="2025-03-11T10:28:13.620" v="1786" actId="113"/>
          <ac:spMkLst>
            <pc:docMk/>
            <pc:sldMk cId="2438904615" sldId="266"/>
            <ac:spMk id="54" creationId="{B102A6F9-CA73-64D7-8B2B-3E89E7B019D0}"/>
          </ac:spMkLst>
        </pc:spChg>
        <pc:spChg chg="add mod">
          <ac:chgData name="Arindam Roy" userId="23243946-be1f-4ce1-bf2b-3766b4eb4993" providerId="ADAL" clId="{F8A2750B-193C-4F5D-AB2B-3365AE1E0804}" dt="2025-03-11T10:27:29.366" v="1780" actId="14861"/>
          <ac:spMkLst>
            <pc:docMk/>
            <pc:sldMk cId="2438904615" sldId="266"/>
            <ac:spMk id="55" creationId="{3782A5F8-60D1-1065-A7D6-B19604738651}"/>
          </ac:spMkLst>
        </pc:spChg>
        <pc:spChg chg="add mod">
          <ac:chgData name="Arindam Roy" userId="23243946-be1f-4ce1-bf2b-3766b4eb4993" providerId="ADAL" clId="{F8A2750B-193C-4F5D-AB2B-3365AE1E0804}" dt="2025-03-11T10:29:02.346" v="1802" actId="113"/>
          <ac:spMkLst>
            <pc:docMk/>
            <pc:sldMk cId="2438904615" sldId="266"/>
            <ac:spMk id="56" creationId="{19D3B916-2A1B-49D9-E353-DE62BEBE041A}"/>
          </ac:spMkLst>
        </pc:spChg>
      </pc:sldChg>
      <pc:sldChg chg="new del">
        <pc:chgData name="Arindam Roy" userId="23243946-be1f-4ce1-bf2b-3766b4eb4993" providerId="ADAL" clId="{F8A2750B-193C-4F5D-AB2B-3365AE1E0804}" dt="2025-03-11T06:30:03.074" v="861" actId="680"/>
        <pc:sldMkLst>
          <pc:docMk/>
          <pc:sldMk cId="2821560449" sldId="267"/>
        </pc:sldMkLst>
      </pc:sldChg>
      <pc:sldChg chg="addSp modSp new mod ord">
        <pc:chgData name="Arindam Roy" userId="23243946-be1f-4ce1-bf2b-3766b4eb4993" providerId="ADAL" clId="{F8A2750B-193C-4F5D-AB2B-3365AE1E0804}" dt="2025-03-11T10:25:42.523" v="1773"/>
        <pc:sldMkLst>
          <pc:docMk/>
          <pc:sldMk cId="2964631122" sldId="267"/>
        </pc:sldMkLst>
        <pc:spChg chg="mod">
          <ac:chgData name="Arindam Roy" userId="23243946-be1f-4ce1-bf2b-3766b4eb4993" providerId="ADAL" clId="{F8A2750B-193C-4F5D-AB2B-3365AE1E0804}" dt="2025-03-11T06:39:43.355" v="900" actId="1076"/>
          <ac:spMkLst>
            <pc:docMk/>
            <pc:sldMk cId="2964631122" sldId="267"/>
            <ac:spMk id="2" creationId="{A1A94877-AB16-B7AE-FE20-24FBA607029F}"/>
          </ac:spMkLst>
        </pc:spChg>
        <pc:spChg chg="mod">
          <ac:chgData name="Arindam Roy" userId="23243946-be1f-4ce1-bf2b-3766b4eb4993" providerId="ADAL" clId="{F8A2750B-193C-4F5D-AB2B-3365AE1E0804}" dt="2025-03-11T06:39:53.386" v="901" actId="1076"/>
          <ac:spMkLst>
            <pc:docMk/>
            <pc:sldMk cId="2964631122" sldId="267"/>
            <ac:spMk id="3" creationId="{9DEF6287-7D91-D80C-7B22-04AFA79BCCD4}"/>
          </ac:spMkLst>
        </pc:spChg>
        <pc:spChg chg="mod">
          <ac:chgData name="Arindam Roy" userId="23243946-be1f-4ce1-bf2b-3766b4eb4993" providerId="ADAL" clId="{F8A2750B-193C-4F5D-AB2B-3365AE1E0804}" dt="2025-03-11T06:39:53.386" v="901" actId="1076"/>
          <ac:spMkLst>
            <pc:docMk/>
            <pc:sldMk cId="2964631122" sldId="267"/>
            <ac:spMk id="4" creationId="{DF26D4CA-2BAC-8F60-62B5-CEC9831FBEB5}"/>
          </ac:spMkLst>
        </pc:spChg>
        <pc:graphicFrameChg chg="add mod modGraphic">
          <ac:chgData name="Arindam Roy" userId="23243946-be1f-4ce1-bf2b-3766b4eb4993" providerId="ADAL" clId="{F8A2750B-193C-4F5D-AB2B-3365AE1E0804}" dt="2025-03-11T08:09:36.199" v="1231" actId="12269"/>
          <ac:graphicFrameMkLst>
            <pc:docMk/>
            <pc:sldMk cId="2964631122" sldId="267"/>
            <ac:graphicFrameMk id="5" creationId="{B3B0EDF2-30BD-BBB8-7DEB-8AF25C817147}"/>
          </ac:graphicFrameMkLst>
        </pc:graphicFrameChg>
      </pc:sldChg>
      <pc:sldChg chg="addSp delSp modSp new mod ord">
        <pc:chgData name="Arindam Roy" userId="23243946-be1f-4ce1-bf2b-3766b4eb4993" providerId="ADAL" clId="{F8A2750B-193C-4F5D-AB2B-3365AE1E0804}" dt="2025-03-11T10:25:42.523" v="1773"/>
        <pc:sldMkLst>
          <pc:docMk/>
          <pc:sldMk cId="2519592222" sldId="268"/>
        </pc:sldMkLst>
        <pc:spChg chg="mod">
          <ac:chgData name="Arindam Roy" userId="23243946-be1f-4ce1-bf2b-3766b4eb4993" providerId="ADAL" clId="{F8A2750B-193C-4F5D-AB2B-3365AE1E0804}" dt="2025-03-11T07:54:15.281" v="1148" actId="1076"/>
          <ac:spMkLst>
            <pc:docMk/>
            <pc:sldMk cId="2519592222" sldId="268"/>
            <ac:spMk id="2" creationId="{24851A94-E712-8BCB-E2CC-EA0392EC38D7}"/>
          </ac:spMkLst>
        </pc:spChg>
        <pc:spChg chg="mod">
          <ac:chgData name="Arindam Roy" userId="23243946-be1f-4ce1-bf2b-3766b4eb4993" providerId="ADAL" clId="{F8A2750B-193C-4F5D-AB2B-3365AE1E0804}" dt="2025-03-11T07:53:00.737" v="1140" actId="14861"/>
          <ac:spMkLst>
            <pc:docMk/>
            <pc:sldMk cId="2519592222" sldId="268"/>
            <ac:spMk id="3" creationId="{4389E3EA-BC3B-A2E6-660B-0627BA205029}"/>
          </ac:spMkLst>
        </pc:spChg>
        <pc:spChg chg="mod">
          <ac:chgData name="Arindam Roy" userId="23243946-be1f-4ce1-bf2b-3766b4eb4993" providerId="ADAL" clId="{F8A2750B-193C-4F5D-AB2B-3365AE1E0804}" dt="2025-03-11T07:53:00.737" v="1140" actId="14861"/>
          <ac:spMkLst>
            <pc:docMk/>
            <pc:sldMk cId="2519592222" sldId="268"/>
            <ac:spMk id="4" creationId="{2EAFB0CD-C637-5CC5-059A-B60D35CA75D5}"/>
          </ac:spMkLst>
        </pc:spChg>
        <pc:spChg chg="mod">
          <ac:chgData name="Arindam Roy" userId="23243946-be1f-4ce1-bf2b-3766b4eb4993" providerId="ADAL" clId="{F8A2750B-193C-4F5D-AB2B-3365AE1E0804}" dt="2025-03-11T07:50:46.840" v="1133" actId="14100"/>
          <ac:spMkLst>
            <pc:docMk/>
            <pc:sldMk cId="2519592222" sldId="268"/>
            <ac:spMk id="6" creationId="{CB690471-598C-5402-7DA1-4A0DE8E08C56}"/>
          </ac:spMkLst>
        </pc:spChg>
        <pc:spChg chg="mod">
          <ac:chgData name="Arindam Roy" userId="23243946-be1f-4ce1-bf2b-3766b4eb4993" providerId="ADAL" clId="{F8A2750B-193C-4F5D-AB2B-3365AE1E0804}" dt="2025-03-11T07:23:27.127" v="906"/>
          <ac:spMkLst>
            <pc:docMk/>
            <pc:sldMk cId="2519592222" sldId="268"/>
            <ac:spMk id="7" creationId="{07EFE6D6-8E95-CD96-0E82-242F626832A4}"/>
          </ac:spMkLst>
        </pc:spChg>
        <pc:spChg chg="add del mod">
          <ac:chgData name="Arindam Roy" userId="23243946-be1f-4ce1-bf2b-3766b4eb4993" providerId="ADAL" clId="{F8A2750B-193C-4F5D-AB2B-3365AE1E0804}" dt="2025-03-11T07:25:41.920" v="931" actId="207"/>
          <ac:spMkLst>
            <pc:docMk/>
            <pc:sldMk cId="2519592222" sldId="268"/>
            <ac:spMk id="11" creationId="{D07A7FBA-5E28-C3CD-242E-7EB5E6607ED0}"/>
          </ac:spMkLst>
        </pc:spChg>
        <pc:spChg chg="mod">
          <ac:chgData name="Arindam Roy" userId="23243946-be1f-4ce1-bf2b-3766b4eb4993" providerId="ADAL" clId="{F8A2750B-193C-4F5D-AB2B-3365AE1E0804}" dt="2025-03-11T07:45:52.634" v="1088" actId="1076"/>
          <ac:spMkLst>
            <pc:docMk/>
            <pc:sldMk cId="2519592222" sldId="268"/>
            <ac:spMk id="12" creationId="{A8CEF002-D194-AE5B-EDEB-EB03D764D9A2}"/>
          </ac:spMkLst>
        </pc:spChg>
        <pc:spChg chg="mod">
          <ac:chgData name="Arindam Roy" userId="23243946-be1f-4ce1-bf2b-3766b4eb4993" providerId="ADAL" clId="{F8A2750B-193C-4F5D-AB2B-3365AE1E0804}" dt="2025-03-11T07:46:22.170" v="1089" actId="1076"/>
          <ac:spMkLst>
            <pc:docMk/>
            <pc:sldMk cId="2519592222" sldId="268"/>
            <ac:spMk id="13" creationId="{0C8F62B5-E876-4140-E8B8-94B34DAA6B89}"/>
          </ac:spMkLst>
        </pc:spChg>
        <pc:spChg chg="mod">
          <ac:chgData name="Arindam Roy" userId="23243946-be1f-4ce1-bf2b-3766b4eb4993" providerId="ADAL" clId="{F8A2750B-193C-4F5D-AB2B-3365AE1E0804}" dt="2025-03-11T07:25:48.809" v="933" actId="207"/>
          <ac:spMkLst>
            <pc:docMk/>
            <pc:sldMk cId="2519592222" sldId="268"/>
            <ac:spMk id="14" creationId="{F173E58E-6159-5EB2-01AD-BDA4187637CA}"/>
          </ac:spMkLst>
        </pc:spChg>
        <pc:spChg chg="add del mod">
          <ac:chgData name="Arindam Roy" userId="23243946-be1f-4ce1-bf2b-3766b4eb4993" providerId="ADAL" clId="{F8A2750B-193C-4F5D-AB2B-3365AE1E0804}" dt="2025-03-11T07:47:25.942" v="1100" actId="12"/>
          <ac:spMkLst>
            <pc:docMk/>
            <pc:sldMk cId="2519592222" sldId="268"/>
            <ac:spMk id="16" creationId="{D1DCC5A4-B1BE-BC84-F3AB-20D66ECA74C0}"/>
          </ac:spMkLst>
        </pc:spChg>
        <pc:spChg chg="mod">
          <ac:chgData name="Arindam Roy" userId="23243946-be1f-4ce1-bf2b-3766b4eb4993" providerId="ADAL" clId="{F8A2750B-193C-4F5D-AB2B-3365AE1E0804}" dt="2025-03-11T07:53:13.048" v="1141" actId="33524"/>
          <ac:spMkLst>
            <pc:docMk/>
            <pc:sldMk cId="2519592222" sldId="268"/>
            <ac:spMk id="17" creationId="{1B851B55-1E0B-DFE6-B359-1FAA81A17806}"/>
          </ac:spMkLst>
        </pc:spChg>
        <pc:spChg chg="mod">
          <ac:chgData name="Arindam Roy" userId="23243946-be1f-4ce1-bf2b-3766b4eb4993" providerId="ADAL" clId="{F8A2750B-193C-4F5D-AB2B-3365AE1E0804}" dt="2025-03-11T07:47:29.329" v="1101" actId="12"/>
          <ac:spMkLst>
            <pc:docMk/>
            <pc:sldMk cId="2519592222" sldId="268"/>
            <ac:spMk id="18" creationId="{E4EEDFD5-6BDD-0DB8-8399-F7D29154F13C}"/>
          </ac:spMkLst>
        </pc:spChg>
        <pc:spChg chg="mod">
          <ac:chgData name="Arindam Roy" userId="23243946-be1f-4ce1-bf2b-3766b4eb4993" providerId="ADAL" clId="{F8A2750B-193C-4F5D-AB2B-3365AE1E0804}" dt="2025-03-11T07:46:41.906" v="1091" actId="1076"/>
          <ac:spMkLst>
            <pc:docMk/>
            <pc:sldMk cId="2519592222" sldId="268"/>
            <ac:spMk id="19" creationId="{0939BFB0-71E0-784A-ADB0-166455350485}"/>
          </ac:spMkLst>
        </pc:spChg>
        <pc:spChg chg="mod">
          <ac:chgData name="Arindam Roy" userId="23243946-be1f-4ce1-bf2b-3766b4eb4993" providerId="ADAL" clId="{F8A2750B-193C-4F5D-AB2B-3365AE1E0804}" dt="2025-03-11T07:25:53.060" v="935" actId="207"/>
          <ac:spMkLst>
            <pc:docMk/>
            <pc:sldMk cId="2519592222" sldId="268"/>
            <ac:spMk id="24" creationId="{3C472E90-3057-B64C-08F2-3070751A66AB}"/>
          </ac:spMkLst>
        </pc:spChg>
        <pc:spChg chg="mod">
          <ac:chgData name="Arindam Roy" userId="23243946-be1f-4ce1-bf2b-3766b4eb4993" providerId="ADAL" clId="{F8A2750B-193C-4F5D-AB2B-3365AE1E0804}" dt="2025-03-11T07:32:15.510" v="1036" actId="1076"/>
          <ac:spMkLst>
            <pc:docMk/>
            <pc:sldMk cId="2519592222" sldId="268"/>
            <ac:spMk id="25" creationId="{CFA7754D-CD7A-C93E-E4AD-EC44B76D865E}"/>
          </ac:spMkLst>
        </pc:spChg>
        <pc:spChg chg="mod">
          <ac:chgData name="Arindam Roy" userId="23243946-be1f-4ce1-bf2b-3766b4eb4993" providerId="ADAL" clId="{F8A2750B-193C-4F5D-AB2B-3365AE1E0804}" dt="2025-03-11T07:46:58.002" v="1093" actId="1076"/>
          <ac:spMkLst>
            <pc:docMk/>
            <pc:sldMk cId="2519592222" sldId="268"/>
            <ac:spMk id="28" creationId="{C360D8D6-4834-4A76-78F4-4BCD3152F8F0}"/>
          </ac:spMkLst>
        </pc:spChg>
        <pc:spChg chg="mod">
          <ac:chgData name="Arindam Roy" userId="23243946-be1f-4ce1-bf2b-3766b4eb4993" providerId="ADAL" clId="{F8A2750B-193C-4F5D-AB2B-3365AE1E0804}" dt="2025-03-11T07:47:22.879" v="1099" actId="12"/>
          <ac:spMkLst>
            <pc:docMk/>
            <pc:sldMk cId="2519592222" sldId="268"/>
            <ac:spMk id="31" creationId="{3F795D15-DD26-D3A8-ACF5-DC11E8BBD999}"/>
          </ac:spMkLst>
        </pc:spChg>
        <pc:spChg chg="mod">
          <ac:chgData name="Arindam Roy" userId="23243946-be1f-4ce1-bf2b-3766b4eb4993" providerId="ADAL" clId="{F8A2750B-193C-4F5D-AB2B-3365AE1E0804}" dt="2025-03-11T07:23:27.127" v="906"/>
          <ac:spMkLst>
            <pc:docMk/>
            <pc:sldMk cId="2519592222" sldId="268"/>
            <ac:spMk id="32" creationId="{8DBEC6D4-9403-11F7-3DEF-D2DA696019BE}"/>
          </ac:spMkLst>
        </pc:spChg>
        <pc:spChg chg="mod">
          <ac:chgData name="Arindam Roy" userId="23243946-be1f-4ce1-bf2b-3766b4eb4993" providerId="ADAL" clId="{F8A2750B-193C-4F5D-AB2B-3365AE1E0804}" dt="2025-03-11T07:23:27.127" v="906"/>
          <ac:spMkLst>
            <pc:docMk/>
            <pc:sldMk cId="2519592222" sldId="268"/>
            <ac:spMk id="33" creationId="{D56DB899-5F82-81BE-DFEF-79E49F1C2F74}"/>
          </ac:spMkLst>
        </pc:spChg>
        <pc:spChg chg="add del mod">
          <ac:chgData name="Arindam Roy" userId="23243946-be1f-4ce1-bf2b-3766b4eb4993" providerId="ADAL" clId="{F8A2750B-193C-4F5D-AB2B-3365AE1E0804}" dt="2025-03-11T07:26:51.178" v="942" actId="11529"/>
          <ac:spMkLst>
            <pc:docMk/>
            <pc:sldMk cId="2519592222" sldId="268"/>
            <ac:spMk id="36" creationId="{19A9BF82-4D0C-0FD0-166A-7F96B8137A19}"/>
          </ac:spMkLst>
        </pc:spChg>
        <pc:spChg chg="add mod">
          <ac:chgData name="Arindam Roy" userId="23243946-be1f-4ce1-bf2b-3766b4eb4993" providerId="ADAL" clId="{F8A2750B-193C-4F5D-AB2B-3365AE1E0804}" dt="2025-03-11T07:32:48.418" v="1041" actId="164"/>
          <ac:spMkLst>
            <pc:docMk/>
            <pc:sldMk cId="2519592222" sldId="268"/>
            <ac:spMk id="37" creationId="{2C9E90FB-7145-BE71-7A95-BF67F83DAA3F}"/>
          </ac:spMkLst>
        </pc:spChg>
        <pc:spChg chg="add del mod">
          <ac:chgData name="Arindam Roy" userId="23243946-be1f-4ce1-bf2b-3766b4eb4993" providerId="ADAL" clId="{F8A2750B-193C-4F5D-AB2B-3365AE1E0804}" dt="2025-03-11T07:28:17.665" v="985" actId="478"/>
          <ac:spMkLst>
            <pc:docMk/>
            <pc:sldMk cId="2519592222" sldId="268"/>
            <ac:spMk id="38" creationId="{66E4CDAC-BCB1-7EDE-9671-EA4A220B9BE4}"/>
          </ac:spMkLst>
        </pc:spChg>
        <pc:spChg chg="add del">
          <ac:chgData name="Arindam Roy" userId="23243946-be1f-4ce1-bf2b-3766b4eb4993" providerId="ADAL" clId="{F8A2750B-193C-4F5D-AB2B-3365AE1E0804}" dt="2025-03-11T07:27:50.192" v="978" actId="11529"/>
          <ac:spMkLst>
            <pc:docMk/>
            <pc:sldMk cId="2519592222" sldId="268"/>
            <ac:spMk id="39" creationId="{82A1D41C-E0FF-67B9-A865-E2587B2923E4}"/>
          </ac:spMkLst>
        </pc:spChg>
        <pc:spChg chg="add del mod">
          <ac:chgData name="Arindam Roy" userId="23243946-be1f-4ce1-bf2b-3766b4eb4993" providerId="ADAL" clId="{F8A2750B-193C-4F5D-AB2B-3365AE1E0804}" dt="2025-03-11T07:28:15.747" v="984" actId="478"/>
          <ac:spMkLst>
            <pc:docMk/>
            <pc:sldMk cId="2519592222" sldId="268"/>
            <ac:spMk id="40" creationId="{AF5444FE-C43C-7025-B9AE-BE6AAF579C01}"/>
          </ac:spMkLst>
        </pc:spChg>
        <pc:spChg chg="add mod">
          <ac:chgData name="Arindam Roy" userId="23243946-be1f-4ce1-bf2b-3766b4eb4993" providerId="ADAL" clId="{F8A2750B-193C-4F5D-AB2B-3365AE1E0804}" dt="2025-03-11T07:53:55.629" v="1143" actId="207"/>
          <ac:spMkLst>
            <pc:docMk/>
            <pc:sldMk cId="2519592222" sldId="268"/>
            <ac:spMk id="41" creationId="{68D0C7DD-FAAD-4C76-AF42-0B492F978555}"/>
          </ac:spMkLst>
        </pc:spChg>
        <pc:spChg chg="add mod">
          <ac:chgData name="Arindam Roy" userId="23243946-be1f-4ce1-bf2b-3766b4eb4993" providerId="ADAL" clId="{F8A2750B-193C-4F5D-AB2B-3365AE1E0804}" dt="2025-03-11T07:32:48.418" v="1041" actId="164"/>
          <ac:spMkLst>
            <pc:docMk/>
            <pc:sldMk cId="2519592222" sldId="268"/>
            <ac:spMk id="42" creationId="{F8F7CF36-D779-B5C6-CAF9-AC7A19839500}"/>
          </ac:spMkLst>
        </pc:spChg>
        <pc:spChg chg="add mod">
          <ac:chgData name="Arindam Roy" userId="23243946-be1f-4ce1-bf2b-3766b4eb4993" providerId="ADAL" clId="{F8A2750B-193C-4F5D-AB2B-3365AE1E0804}" dt="2025-03-11T07:53:51.255" v="1142" actId="207"/>
          <ac:spMkLst>
            <pc:docMk/>
            <pc:sldMk cId="2519592222" sldId="268"/>
            <ac:spMk id="43" creationId="{1DA0AB1B-6518-A9EA-9903-204AE88C6BF8}"/>
          </ac:spMkLst>
        </pc:spChg>
        <pc:spChg chg="add mod">
          <ac:chgData name="Arindam Roy" userId="23243946-be1f-4ce1-bf2b-3766b4eb4993" providerId="ADAL" clId="{F8A2750B-193C-4F5D-AB2B-3365AE1E0804}" dt="2025-03-11T07:32:48.418" v="1041" actId="164"/>
          <ac:spMkLst>
            <pc:docMk/>
            <pc:sldMk cId="2519592222" sldId="268"/>
            <ac:spMk id="44" creationId="{0F6BDC77-7EFC-7721-3184-1AB332BC2697}"/>
          </ac:spMkLst>
        </pc:spChg>
        <pc:spChg chg="add mod">
          <ac:chgData name="Arindam Roy" userId="23243946-be1f-4ce1-bf2b-3766b4eb4993" providerId="ADAL" clId="{F8A2750B-193C-4F5D-AB2B-3365AE1E0804}" dt="2025-03-11T07:54:03.661" v="1146" actId="207"/>
          <ac:spMkLst>
            <pc:docMk/>
            <pc:sldMk cId="2519592222" sldId="268"/>
            <ac:spMk id="45" creationId="{1DB5B5CF-3B99-FDEE-E714-518FCDAA8489}"/>
          </ac:spMkLst>
        </pc:spChg>
        <pc:spChg chg="add mod">
          <ac:chgData name="Arindam Roy" userId="23243946-be1f-4ce1-bf2b-3766b4eb4993" providerId="ADAL" clId="{F8A2750B-193C-4F5D-AB2B-3365AE1E0804}" dt="2025-03-11T07:29:54.734" v="997"/>
          <ac:spMkLst>
            <pc:docMk/>
            <pc:sldMk cId="2519592222" sldId="268"/>
            <ac:spMk id="46" creationId="{A68B9930-7837-AC3B-99AC-0048E1B36C23}"/>
          </ac:spMkLst>
        </pc:spChg>
        <pc:spChg chg="add mod">
          <ac:chgData name="Arindam Roy" userId="23243946-be1f-4ce1-bf2b-3766b4eb4993" providerId="ADAL" clId="{F8A2750B-193C-4F5D-AB2B-3365AE1E0804}" dt="2025-03-11T07:29:54.734" v="997"/>
          <ac:spMkLst>
            <pc:docMk/>
            <pc:sldMk cId="2519592222" sldId="268"/>
            <ac:spMk id="47" creationId="{7855CD08-BA1B-BC78-ADB3-BD739287F9F5}"/>
          </ac:spMkLst>
        </pc:spChg>
        <pc:spChg chg="add mod">
          <ac:chgData name="Arindam Roy" userId="23243946-be1f-4ce1-bf2b-3766b4eb4993" providerId="ADAL" clId="{F8A2750B-193C-4F5D-AB2B-3365AE1E0804}" dt="2025-03-11T07:32:48.418" v="1041" actId="164"/>
          <ac:spMkLst>
            <pc:docMk/>
            <pc:sldMk cId="2519592222" sldId="268"/>
            <ac:spMk id="48" creationId="{D973F93F-2A76-0DC5-B67C-17F94844E07A}"/>
          </ac:spMkLst>
        </pc:spChg>
        <pc:spChg chg="add mod">
          <ac:chgData name="Arindam Roy" userId="23243946-be1f-4ce1-bf2b-3766b4eb4993" providerId="ADAL" clId="{F8A2750B-193C-4F5D-AB2B-3365AE1E0804}" dt="2025-03-11T07:54:07.135" v="1147" actId="207"/>
          <ac:spMkLst>
            <pc:docMk/>
            <pc:sldMk cId="2519592222" sldId="268"/>
            <ac:spMk id="49" creationId="{2C730972-7DB1-B9B7-931A-B3F4EA398604}"/>
          </ac:spMkLst>
        </pc:spChg>
        <pc:spChg chg="add mod">
          <ac:chgData name="Arindam Roy" userId="23243946-be1f-4ce1-bf2b-3766b4eb4993" providerId="ADAL" clId="{F8A2750B-193C-4F5D-AB2B-3365AE1E0804}" dt="2025-03-11T07:45:52.634" v="1088" actId="1076"/>
          <ac:spMkLst>
            <pc:docMk/>
            <pc:sldMk cId="2519592222" sldId="268"/>
            <ac:spMk id="50" creationId="{DF56A188-0338-B2F8-9EDF-1EA029A52932}"/>
          </ac:spMkLst>
        </pc:spChg>
        <pc:spChg chg="add mod">
          <ac:chgData name="Arindam Roy" userId="23243946-be1f-4ce1-bf2b-3766b4eb4993" providerId="ADAL" clId="{F8A2750B-193C-4F5D-AB2B-3365AE1E0804}" dt="2025-03-11T07:53:58.549" v="1144" actId="207"/>
          <ac:spMkLst>
            <pc:docMk/>
            <pc:sldMk cId="2519592222" sldId="268"/>
            <ac:spMk id="51" creationId="{0CF8A7CA-0C0E-4C58-0567-210087EC3BC0}"/>
          </ac:spMkLst>
        </pc:spChg>
        <pc:spChg chg="add mod">
          <ac:chgData name="Arindam Roy" userId="23243946-be1f-4ce1-bf2b-3766b4eb4993" providerId="ADAL" clId="{F8A2750B-193C-4F5D-AB2B-3365AE1E0804}" dt="2025-03-11T07:46:22.170" v="1089" actId="1076"/>
          <ac:spMkLst>
            <pc:docMk/>
            <pc:sldMk cId="2519592222" sldId="268"/>
            <ac:spMk id="52" creationId="{07F8F162-CE1D-BEBC-32AC-9001BB0BD201}"/>
          </ac:spMkLst>
        </pc:spChg>
        <pc:spChg chg="add mod">
          <ac:chgData name="Arindam Roy" userId="23243946-be1f-4ce1-bf2b-3766b4eb4993" providerId="ADAL" clId="{F8A2750B-193C-4F5D-AB2B-3365AE1E0804}" dt="2025-03-11T07:54:01.016" v="1145" actId="207"/>
          <ac:spMkLst>
            <pc:docMk/>
            <pc:sldMk cId="2519592222" sldId="268"/>
            <ac:spMk id="53" creationId="{E49E667D-DBB3-E089-57BB-5A3B559A332A}"/>
          </ac:spMkLst>
        </pc:spChg>
        <pc:spChg chg="mod">
          <ac:chgData name="Arindam Roy" userId="23243946-be1f-4ce1-bf2b-3766b4eb4993" providerId="ADAL" clId="{F8A2750B-193C-4F5D-AB2B-3365AE1E0804}" dt="2025-03-11T07:31:32.385" v="1020" actId="571"/>
          <ac:spMkLst>
            <pc:docMk/>
            <pc:sldMk cId="2519592222" sldId="268"/>
            <ac:spMk id="56" creationId="{6CCFB300-9A85-1D02-1488-1C508332DA42}"/>
          </ac:spMkLst>
        </pc:spChg>
        <pc:spChg chg="mod">
          <ac:chgData name="Arindam Roy" userId="23243946-be1f-4ce1-bf2b-3766b4eb4993" providerId="ADAL" clId="{F8A2750B-193C-4F5D-AB2B-3365AE1E0804}" dt="2025-03-11T07:31:32.385" v="1020" actId="571"/>
          <ac:spMkLst>
            <pc:docMk/>
            <pc:sldMk cId="2519592222" sldId="268"/>
            <ac:spMk id="61" creationId="{617F7227-DDB8-BBF9-1B9F-551F7AE34D81}"/>
          </ac:spMkLst>
        </pc:spChg>
        <pc:spChg chg="mod">
          <ac:chgData name="Arindam Roy" userId="23243946-be1f-4ce1-bf2b-3766b4eb4993" providerId="ADAL" clId="{F8A2750B-193C-4F5D-AB2B-3365AE1E0804}" dt="2025-03-11T07:31:32.385" v="1020" actId="571"/>
          <ac:spMkLst>
            <pc:docMk/>
            <pc:sldMk cId="2519592222" sldId="268"/>
            <ac:spMk id="62" creationId="{477ED259-E5F4-C12A-971B-BD6E74600F21}"/>
          </ac:spMkLst>
        </pc:spChg>
        <pc:spChg chg="mod">
          <ac:chgData name="Arindam Roy" userId="23243946-be1f-4ce1-bf2b-3766b4eb4993" providerId="ADAL" clId="{F8A2750B-193C-4F5D-AB2B-3365AE1E0804}" dt="2025-03-11T07:31:32.385" v="1020" actId="571"/>
          <ac:spMkLst>
            <pc:docMk/>
            <pc:sldMk cId="2519592222" sldId="268"/>
            <ac:spMk id="63" creationId="{631C490D-2540-9432-CD38-9C88F8E7B696}"/>
          </ac:spMkLst>
        </pc:spChg>
        <pc:spChg chg="mod">
          <ac:chgData name="Arindam Roy" userId="23243946-be1f-4ce1-bf2b-3766b4eb4993" providerId="ADAL" clId="{F8A2750B-193C-4F5D-AB2B-3365AE1E0804}" dt="2025-03-11T07:31:32.385" v="1020" actId="571"/>
          <ac:spMkLst>
            <pc:docMk/>
            <pc:sldMk cId="2519592222" sldId="268"/>
            <ac:spMk id="65" creationId="{EE1B20BF-1510-E16D-3B7E-761B0A4ADE0E}"/>
          </ac:spMkLst>
        </pc:spChg>
        <pc:spChg chg="mod">
          <ac:chgData name="Arindam Roy" userId="23243946-be1f-4ce1-bf2b-3766b4eb4993" providerId="ADAL" clId="{F8A2750B-193C-4F5D-AB2B-3365AE1E0804}" dt="2025-03-11T07:31:32.385" v="1020" actId="571"/>
          <ac:spMkLst>
            <pc:docMk/>
            <pc:sldMk cId="2519592222" sldId="268"/>
            <ac:spMk id="66" creationId="{7BA7F47F-BE85-42E1-00DE-5267B2140EEF}"/>
          </ac:spMkLst>
        </pc:spChg>
        <pc:spChg chg="mod">
          <ac:chgData name="Arindam Roy" userId="23243946-be1f-4ce1-bf2b-3766b4eb4993" providerId="ADAL" clId="{F8A2750B-193C-4F5D-AB2B-3365AE1E0804}" dt="2025-03-11T07:31:32.385" v="1020" actId="571"/>
          <ac:spMkLst>
            <pc:docMk/>
            <pc:sldMk cId="2519592222" sldId="268"/>
            <ac:spMk id="73" creationId="{B843F93A-1985-F263-9AE8-75D3A469AB50}"/>
          </ac:spMkLst>
        </pc:spChg>
        <pc:spChg chg="mod">
          <ac:chgData name="Arindam Roy" userId="23243946-be1f-4ce1-bf2b-3766b4eb4993" providerId="ADAL" clId="{F8A2750B-193C-4F5D-AB2B-3365AE1E0804}" dt="2025-03-11T07:31:32.385" v="1020" actId="571"/>
          <ac:spMkLst>
            <pc:docMk/>
            <pc:sldMk cId="2519592222" sldId="268"/>
            <ac:spMk id="74" creationId="{E17F18D4-72BD-9EDC-CC7A-5B789F55AD06}"/>
          </ac:spMkLst>
        </pc:spChg>
        <pc:spChg chg="mod">
          <ac:chgData name="Arindam Roy" userId="23243946-be1f-4ce1-bf2b-3766b4eb4993" providerId="ADAL" clId="{F8A2750B-193C-4F5D-AB2B-3365AE1E0804}" dt="2025-03-11T07:31:32.385" v="1020" actId="571"/>
          <ac:spMkLst>
            <pc:docMk/>
            <pc:sldMk cId="2519592222" sldId="268"/>
            <ac:spMk id="76" creationId="{C40FB6A6-6E71-2F06-2EE7-86210D34A969}"/>
          </ac:spMkLst>
        </pc:spChg>
        <pc:spChg chg="mod">
          <ac:chgData name="Arindam Roy" userId="23243946-be1f-4ce1-bf2b-3766b4eb4993" providerId="ADAL" clId="{F8A2750B-193C-4F5D-AB2B-3365AE1E0804}" dt="2025-03-11T07:31:30.489" v="1018" actId="1076"/>
          <ac:spMkLst>
            <pc:docMk/>
            <pc:sldMk cId="2519592222" sldId="268"/>
            <ac:spMk id="79" creationId="{A83C83E9-95D0-8977-5B8D-4C5C31E46EA4}"/>
          </ac:spMkLst>
        </pc:spChg>
        <pc:spChg chg="add mod">
          <ac:chgData name="Arindam Roy" userId="23243946-be1f-4ce1-bf2b-3766b4eb4993" providerId="ADAL" clId="{F8A2750B-193C-4F5D-AB2B-3365AE1E0804}" dt="2025-03-11T07:31:32.385" v="1020" actId="571"/>
          <ac:spMkLst>
            <pc:docMk/>
            <pc:sldMk cId="2519592222" sldId="268"/>
            <ac:spMk id="80" creationId="{BEF4C96E-E614-E257-A426-65F1484EB4C5}"/>
          </ac:spMkLst>
        </pc:spChg>
        <pc:grpChg chg="mod">
          <ac:chgData name="Arindam Roy" userId="23243946-be1f-4ce1-bf2b-3766b4eb4993" providerId="ADAL" clId="{F8A2750B-193C-4F5D-AB2B-3365AE1E0804}" dt="2025-03-11T07:24:08.465" v="917" actId="1076"/>
          <ac:grpSpMkLst>
            <pc:docMk/>
            <pc:sldMk cId="2519592222" sldId="268"/>
            <ac:grpSpMk id="5" creationId="{6B047A80-4181-5453-0DDE-9359AA2B0E02}"/>
          </ac:grpSpMkLst>
        </pc:grpChg>
        <pc:grpChg chg="mod">
          <ac:chgData name="Arindam Roy" userId="23243946-be1f-4ce1-bf2b-3766b4eb4993" providerId="ADAL" clId="{F8A2750B-193C-4F5D-AB2B-3365AE1E0804}" dt="2025-03-11T07:31:30.489" v="1018" actId="1076"/>
          <ac:grpSpMkLst>
            <pc:docMk/>
            <pc:sldMk cId="2519592222" sldId="268"/>
            <ac:grpSpMk id="54" creationId="{4B311442-37E0-B483-2829-63B1A1349AAB}"/>
          </ac:grpSpMkLst>
        </pc:grpChg>
        <pc:grpChg chg="mod">
          <ac:chgData name="Arindam Roy" userId="23243946-be1f-4ce1-bf2b-3766b4eb4993" providerId="ADAL" clId="{F8A2750B-193C-4F5D-AB2B-3365AE1E0804}" dt="2025-03-11T07:53:00.737" v="1140" actId="14861"/>
          <ac:grpSpMkLst>
            <pc:docMk/>
            <pc:sldMk cId="2519592222" sldId="268"/>
            <ac:grpSpMk id="82" creationId="{601D591A-CC83-4625-6DC8-644EE7686C85}"/>
          </ac:grpSpMkLst>
        </pc:grpChg>
        <pc:picChg chg="del">
          <ac:chgData name="Arindam Roy" userId="23243946-be1f-4ce1-bf2b-3766b4eb4993" providerId="ADAL" clId="{F8A2750B-193C-4F5D-AB2B-3365AE1E0804}" dt="2025-03-11T07:24:56.399" v="924" actId="478"/>
          <ac:picMkLst>
            <pc:docMk/>
            <pc:sldMk cId="2519592222" sldId="268"/>
            <ac:picMk id="20" creationId="{DA438C11-A80A-663F-1A01-16384F1971FD}"/>
          </ac:picMkLst>
        </pc:picChg>
        <pc:picChg chg="del">
          <ac:chgData name="Arindam Roy" userId="23243946-be1f-4ce1-bf2b-3766b4eb4993" providerId="ADAL" clId="{F8A2750B-193C-4F5D-AB2B-3365AE1E0804}" dt="2025-03-11T07:25:10.761" v="928" actId="478"/>
          <ac:picMkLst>
            <pc:docMk/>
            <pc:sldMk cId="2519592222" sldId="268"/>
            <ac:picMk id="21" creationId="{6750F215-A1D5-8274-AF82-05CEEF899C99}"/>
          </ac:picMkLst>
        </pc:picChg>
        <pc:picChg chg="del">
          <ac:chgData name="Arindam Roy" userId="23243946-be1f-4ce1-bf2b-3766b4eb4993" providerId="ADAL" clId="{F8A2750B-193C-4F5D-AB2B-3365AE1E0804}" dt="2025-03-11T07:25:07.776" v="927" actId="478"/>
          <ac:picMkLst>
            <pc:docMk/>
            <pc:sldMk cId="2519592222" sldId="268"/>
            <ac:picMk id="22" creationId="{D6474B30-1511-D836-F7C3-D85C6F11A84D}"/>
          </ac:picMkLst>
        </pc:picChg>
        <pc:picChg chg="del">
          <ac:chgData name="Arindam Roy" userId="23243946-be1f-4ce1-bf2b-3766b4eb4993" providerId="ADAL" clId="{F8A2750B-193C-4F5D-AB2B-3365AE1E0804}" dt="2025-03-11T07:25:05.529" v="926" actId="478"/>
          <ac:picMkLst>
            <pc:docMk/>
            <pc:sldMk cId="2519592222" sldId="268"/>
            <ac:picMk id="23" creationId="{25B51D19-67DF-4173-86E4-C4639EE2FE4C}"/>
          </ac:picMkLst>
        </pc:picChg>
        <pc:picChg chg="del">
          <ac:chgData name="Arindam Roy" userId="23243946-be1f-4ce1-bf2b-3766b4eb4993" providerId="ADAL" clId="{F8A2750B-193C-4F5D-AB2B-3365AE1E0804}" dt="2025-03-11T07:25:13.410" v="929" actId="478"/>
          <ac:picMkLst>
            <pc:docMk/>
            <pc:sldMk cId="2519592222" sldId="268"/>
            <ac:picMk id="29" creationId="{C86A217A-AE01-68CD-822C-3CD47F3D383D}"/>
          </ac:picMkLst>
        </pc:picChg>
        <pc:picChg chg="add del">
          <ac:chgData name="Arindam Roy" userId="23243946-be1f-4ce1-bf2b-3766b4eb4993" providerId="ADAL" clId="{F8A2750B-193C-4F5D-AB2B-3365AE1E0804}" dt="2025-03-11T07:25:03.163" v="925" actId="478"/>
          <ac:picMkLst>
            <pc:docMk/>
            <pc:sldMk cId="2519592222" sldId="268"/>
            <ac:picMk id="30" creationId="{C5881214-5BB8-C1CB-3450-5D21F1B187B7}"/>
          </ac:picMkLst>
        </pc:picChg>
        <pc:cxnChg chg="mod">
          <ac:chgData name="Arindam Roy" userId="23243946-be1f-4ce1-bf2b-3766b4eb4993" providerId="ADAL" clId="{F8A2750B-193C-4F5D-AB2B-3365AE1E0804}" dt="2025-03-11T07:32:13.544" v="1031" actId="14100"/>
          <ac:cxnSpMkLst>
            <pc:docMk/>
            <pc:sldMk cId="2519592222" sldId="268"/>
            <ac:cxnSpMk id="26" creationId="{E605726D-06E9-EFB3-5E1A-95C4D904BE98}"/>
          </ac:cxnSpMkLst>
        </pc:cxnChg>
      </pc:sldChg>
      <pc:sldChg chg="modSp del mod">
        <pc:chgData name="Arindam Roy" userId="23243946-be1f-4ce1-bf2b-3766b4eb4993" providerId="ADAL" clId="{F8A2750B-193C-4F5D-AB2B-3365AE1E0804}" dt="2025-03-11T08:08:34.239" v="1226" actId="2696"/>
        <pc:sldMkLst>
          <pc:docMk/>
          <pc:sldMk cId="1038647147" sldId="269"/>
        </pc:sldMkLst>
        <pc:spChg chg="mod">
          <ac:chgData name="Arindam Roy" userId="23243946-be1f-4ce1-bf2b-3766b4eb4993" providerId="ADAL" clId="{F8A2750B-193C-4F5D-AB2B-3365AE1E0804}" dt="2025-03-11T07:56:14.457" v="1151"/>
          <ac:spMkLst>
            <pc:docMk/>
            <pc:sldMk cId="1038647147" sldId="269"/>
            <ac:spMk id="46" creationId="{F85DD74A-6941-83CC-A73A-29422D8806F7}"/>
          </ac:spMkLst>
        </pc:spChg>
        <pc:spChg chg="mod">
          <ac:chgData name="Arindam Roy" userId="23243946-be1f-4ce1-bf2b-3766b4eb4993" providerId="ADAL" clId="{F8A2750B-193C-4F5D-AB2B-3365AE1E0804}" dt="2025-03-11T07:57:15.030" v="1161" actId="1076"/>
          <ac:spMkLst>
            <pc:docMk/>
            <pc:sldMk cId="1038647147" sldId="269"/>
            <ac:spMk id="48" creationId="{1353D8F7-FFDA-523C-33AD-C2A99F6C2753}"/>
          </ac:spMkLst>
        </pc:spChg>
        <pc:spChg chg="mod">
          <ac:chgData name="Arindam Roy" userId="23243946-be1f-4ce1-bf2b-3766b4eb4993" providerId="ADAL" clId="{F8A2750B-193C-4F5D-AB2B-3365AE1E0804}" dt="2025-03-11T07:57:45.528" v="1167"/>
          <ac:spMkLst>
            <pc:docMk/>
            <pc:sldMk cId="1038647147" sldId="269"/>
            <ac:spMk id="50" creationId="{07E246D0-1724-4BB8-9D08-61F9C5A10CE0}"/>
          </ac:spMkLst>
        </pc:spChg>
        <pc:spChg chg="mod">
          <ac:chgData name="Arindam Roy" userId="23243946-be1f-4ce1-bf2b-3766b4eb4993" providerId="ADAL" clId="{F8A2750B-193C-4F5D-AB2B-3365AE1E0804}" dt="2025-03-11T07:57:03.638" v="1159" actId="1076"/>
          <ac:spMkLst>
            <pc:docMk/>
            <pc:sldMk cId="1038647147" sldId="269"/>
            <ac:spMk id="52" creationId="{9B9C4ADA-7F3D-33FF-B4C0-9A9B1FA21971}"/>
          </ac:spMkLst>
        </pc:spChg>
        <pc:spChg chg="mod">
          <ac:chgData name="Arindam Roy" userId="23243946-be1f-4ce1-bf2b-3766b4eb4993" providerId="ADAL" clId="{F8A2750B-193C-4F5D-AB2B-3365AE1E0804}" dt="2025-03-11T07:57:38.991" v="1166" actId="1076"/>
          <ac:spMkLst>
            <pc:docMk/>
            <pc:sldMk cId="1038647147" sldId="269"/>
            <ac:spMk id="54" creationId="{044B97BB-B1E0-2CEA-EF57-689D2B2AD16F}"/>
          </ac:spMkLst>
        </pc:spChg>
        <pc:spChg chg="mod">
          <ac:chgData name="Arindam Roy" userId="23243946-be1f-4ce1-bf2b-3766b4eb4993" providerId="ADAL" clId="{F8A2750B-193C-4F5D-AB2B-3365AE1E0804}" dt="2025-03-11T07:58:31.910" v="1196" actId="1076"/>
          <ac:spMkLst>
            <pc:docMk/>
            <pc:sldMk cId="1038647147" sldId="269"/>
            <ac:spMk id="55" creationId="{B113BF77-B94A-08C9-59A8-CA38CDFD32E2}"/>
          </ac:spMkLst>
        </pc:spChg>
        <pc:spChg chg="mod">
          <ac:chgData name="Arindam Roy" userId="23243946-be1f-4ce1-bf2b-3766b4eb4993" providerId="ADAL" clId="{F8A2750B-193C-4F5D-AB2B-3365AE1E0804}" dt="2025-03-11T07:58:29.671" v="1195"/>
          <ac:spMkLst>
            <pc:docMk/>
            <pc:sldMk cId="1038647147" sldId="269"/>
            <ac:spMk id="56" creationId="{7D3A67A4-E1C3-0A24-A85A-ACDD54C9ABC9}"/>
          </ac:spMkLst>
        </pc:spChg>
      </pc:sldChg>
      <pc:sldChg chg="add del">
        <pc:chgData name="Arindam Roy" userId="23243946-be1f-4ce1-bf2b-3766b4eb4993" providerId="ADAL" clId="{F8A2750B-193C-4F5D-AB2B-3365AE1E0804}" dt="2025-03-11T08:33:18.753" v="1263"/>
        <pc:sldMkLst>
          <pc:docMk/>
          <pc:sldMk cId="1396559715" sldId="269"/>
        </pc:sldMkLst>
      </pc:sldChg>
      <pc:sldChg chg="modSp mod ord">
        <pc:chgData name="Arindam Roy" userId="23243946-be1f-4ce1-bf2b-3766b4eb4993" providerId="ADAL" clId="{F8A2750B-193C-4F5D-AB2B-3365AE1E0804}" dt="2025-03-11T08:39:09.455" v="1321" actId="12269"/>
        <pc:sldMkLst>
          <pc:docMk/>
          <pc:sldMk cId="2194237717" sldId="269"/>
        </pc:sldMkLst>
        <pc:spChg chg="mod">
          <ac:chgData name="Arindam Roy" userId="23243946-be1f-4ce1-bf2b-3766b4eb4993" providerId="ADAL" clId="{F8A2750B-193C-4F5D-AB2B-3365AE1E0804}" dt="2025-03-11T08:33:40.833" v="1272" actId="20577"/>
          <ac:spMkLst>
            <pc:docMk/>
            <pc:sldMk cId="2194237717" sldId="269"/>
            <ac:spMk id="2" creationId="{2EFF4C3A-CBB6-EC21-DB94-AF9ED6BAACDB}"/>
          </ac:spMkLst>
        </pc:spChg>
        <pc:graphicFrameChg chg="mod">
          <ac:chgData name="Arindam Roy" userId="23243946-be1f-4ce1-bf2b-3766b4eb4993" providerId="ADAL" clId="{F8A2750B-193C-4F5D-AB2B-3365AE1E0804}" dt="2025-03-11T08:39:09.455" v="1321" actId="12269"/>
          <ac:graphicFrameMkLst>
            <pc:docMk/>
            <pc:sldMk cId="2194237717" sldId="269"/>
            <ac:graphicFrameMk id="5" creationId="{7AFB72B8-B9CE-DA8D-41F7-3191E18DFD0A}"/>
          </ac:graphicFrameMkLst>
        </pc:graphicFrameChg>
      </pc:sldChg>
      <pc:sldChg chg="addSp delSp modSp new mod ord">
        <pc:chgData name="Arindam Roy" userId="23243946-be1f-4ce1-bf2b-3766b4eb4993" providerId="ADAL" clId="{F8A2750B-193C-4F5D-AB2B-3365AE1E0804}" dt="2025-03-11T10:25:42.523" v="1773"/>
        <pc:sldMkLst>
          <pc:docMk/>
          <pc:sldMk cId="3951768087" sldId="270"/>
        </pc:sldMkLst>
        <pc:spChg chg="mod">
          <ac:chgData name="Arindam Roy" userId="23243946-be1f-4ce1-bf2b-3766b4eb4993" providerId="ADAL" clId="{F8A2750B-193C-4F5D-AB2B-3365AE1E0804}" dt="2025-03-11T08:00:43.498" v="1214" actId="14100"/>
          <ac:spMkLst>
            <pc:docMk/>
            <pc:sldMk cId="3951768087" sldId="270"/>
            <ac:spMk id="2" creationId="{5628E69A-E781-DD77-17B8-88D1BFC5DBA5}"/>
          </ac:spMkLst>
        </pc:spChg>
        <pc:spChg chg="del">
          <ac:chgData name="Arindam Roy" userId="23243946-be1f-4ce1-bf2b-3766b4eb4993" providerId="ADAL" clId="{F8A2750B-193C-4F5D-AB2B-3365AE1E0804}" dt="2025-03-11T07:58:53.719" v="1198" actId="478"/>
          <ac:spMkLst>
            <pc:docMk/>
            <pc:sldMk cId="3951768087" sldId="270"/>
            <ac:spMk id="4" creationId="{3DF4C8BB-F4BA-88FC-2966-95AACAC2FE01}"/>
          </ac:spMkLst>
        </pc:spChg>
        <pc:graphicFrameChg chg="add mod modGraphic">
          <ac:chgData name="Arindam Roy" userId="23243946-be1f-4ce1-bf2b-3766b4eb4993" providerId="ADAL" clId="{F8A2750B-193C-4F5D-AB2B-3365AE1E0804}" dt="2025-03-11T08:08:26.376" v="1225" actId="113"/>
          <ac:graphicFrameMkLst>
            <pc:docMk/>
            <pc:sldMk cId="3951768087" sldId="270"/>
            <ac:graphicFrameMk id="5" creationId="{AA7714EC-26B9-A478-E859-DE5582411768}"/>
          </ac:graphicFrameMkLst>
        </pc:graphicFrameChg>
      </pc:sldChg>
      <pc:sldChg chg="addSp delSp modSp mod">
        <pc:chgData name="Arindam Roy" userId="23243946-be1f-4ce1-bf2b-3766b4eb4993" providerId="ADAL" clId="{F8A2750B-193C-4F5D-AB2B-3365AE1E0804}" dt="2025-03-11T08:54:41.402" v="1353" actId="1076"/>
        <pc:sldMkLst>
          <pc:docMk/>
          <pc:sldMk cId="2009977800" sldId="271"/>
        </pc:sldMkLst>
        <pc:spChg chg="mod">
          <ac:chgData name="Arindam Roy" userId="23243946-be1f-4ce1-bf2b-3766b4eb4993" providerId="ADAL" clId="{F8A2750B-193C-4F5D-AB2B-3365AE1E0804}" dt="2025-03-11T08:46:38.410" v="1324" actId="14100"/>
          <ac:spMkLst>
            <pc:docMk/>
            <pc:sldMk cId="2009977800" sldId="271"/>
            <ac:spMk id="2" creationId="{2C0295C6-D208-01F0-5DB4-CE9DECDA68B6}"/>
          </ac:spMkLst>
        </pc:spChg>
        <pc:spChg chg="mod">
          <ac:chgData name="Arindam Roy" userId="23243946-be1f-4ce1-bf2b-3766b4eb4993" providerId="ADAL" clId="{F8A2750B-193C-4F5D-AB2B-3365AE1E0804}" dt="2025-03-11T08:47:25.063" v="1328"/>
          <ac:spMkLst>
            <pc:docMk/>
            <pc:sldMk cId="2009977800" sldId="271"/>
            <ac:spMk id="16" creationId="{524ADB1B-B0D3-5089-6778-B1A0733FDE81}"/>
          </ac:spMkLst>
        </pc:spChg>
        <pc:spChg chg="mod">
          <ac:chgData name="Arindam Roy" userId="23243946-be1f-4ce1-bf2b-3766b4eb4993" providerId="ADAL" clId="{F8A2750B-193C-4F5D-AB2B-3365AE1E0804}" dt="2025-03-11T08:47:39.596" v="1330"/>
          <ac:spMkLst>
            <pc:docMk/>
            <pc:sldMk cId="2009977800" sldId="271"/>
            <ac:spMk id="17" creationId="{21312A91-B395-9531-C8CA-F67F096582B6}"/>
          </ac:spMkLst>
        </pc:spChg>
        <pc:spChg chg="mod">
          <ac:chgData name="Arindam Roy" userId="23243946-be1f-4ce1-bf2b-3766b4eb4993" providerId="ADAL" clId="{F8A2750B-193C-4F5D-AB2B-3365AE1E0804}" dt="2025-03-11T08:49:31.419" v="1333" actId="1076"/>
          <ac:spMkLst>
            <pc:docMk/>
            <pc:sldMk cId="2009977800" sldId="271"/>
            <ac:spMk id="18" creationId="{C051EB36-6237-2084-BA31-DC1BEA7E7AEC}"/>
          </ac:spMkLst>
        </pc:spChg>
        <pc:spChg chg="mod">
          <ac:chgData name="Arindam Roy" userId="23243946-be1f-4ce1-bf2b-3766b4eb4993" providerId="ADAL" clId="{F8A2750B-193C-4F5D-AB2B-3365AE1E0804}" dt="2025-03-11T08:49:53.560" v="1336"/>
          <ac:spMkLst>
            <pc:docMk/>
            <pc:sldMk cId="2009977800" sldId="271"/>
            <ac:spMk id="19" creationId="{B107CA13-54B4-ABB2-F625-71A822A1C22D}"/>
          </ac:spMkLst>
        </pc:spChg>
        <pc:spChg chg="mod">
          <ac:chgData name="Arindam Roy" userId="23243946-be1f-4ce1-bf2b-3766b4eb4993" providerId="ADAL" clId="{F8A2750B-193C-4F5D-AB2B-3365AE1E0804}" dt="2025-03-11T08:50:08.096" v="1338"/>
          <ac:spMkLst>
            <pc:docMk/>
            <pc:sldMk cId="2009977800" sldId="271"/>
            <ac:spMk id="28" creationId="{907E5699-5C15-3162-BE6A-3EC5FD21908C}"/>
          </ac:spMkLst>
        </pc:spChg>
        <pc:spChg chg="mod">
          <ac:chgData name="Arindam Roy" userId="23243946-be1f-4ce1-bf2b-3766b4eb4993" providerId="ADAL" clId="{F8A2750B-193C-4F5D-AB2B-3365AE1E0804}" dt="2025-03-11T08:47:03.264" v="1326"/>
          <ac:spMkLst>
            <pc:docMk/>
            <pc:sldMk cId="2009977800" sldId="271"/>
            <ac:spMk id="31" creationId="{81B6C5CA-C647-E544-E86B-FE65125ED6CE}"/>
          </ac:spMkLst>
        </pc:spChg>
        <pc:spChg chg="mod">
          <ac:chgData name="Arindam Roy" userId="23243946-be1f-4ce1-bf2b-3766b4eb4993" providerId="ADAL" clId="{F8A2750B-193C-4F5D-AB2B-3365AE1E0804}" dt="2025-03-11T08:50:12.731" v="1339" actId="1076"/>
          <ac:spMkLst>
            <pc:docMk/>
            <pc:sldMk cId="2009977800" sldId="271"/>
            <ac:spMk id="41" creationId="{7FAD3D2E-5127-952E-0F7E-8E113760184B}"/>
          </ac:spMkLst>
        </pc:spChg>
        <pc:spChg chg="mod">
          <ac:chgData name="Arindam Roy" userId="23243946-be1f-4ce1-bf2b-3766b4eb4993" providerId="ADAL" clId="{F8A2750B-193C-4F5D-AB2B-3365AE1E0804}" dt="2025-03-11T08:47:15.779" v="1327"/>
          <ac:spMkLst>
            <pc:docMk/>
            <pc:sldMk cId="2009977800" sldId="271"/>
            <ac:spMk id="43" creationId="{0C7EEB5A-CE34-5D37-1794-29913456503E}"/>
          </ac:spMkLst>
        </pc:spChg>
        <pc:spChg chg="mod">
          <ac:chgData name="Arindam Roy" userId="23243946-be1f-4ce1-bf2b-3766b4eb4993" providerId="ADAL" clId="{F8A2750B-193C-4F5D-AB2B-3365AE1E0804}" dt="2025-03-11T08:47:49.977" v="1331"/>
          <ac:spMkLst>
            <pc:docMk/>
            <pc:sldMk cId="2009977800" sldId="271"/>
            <ac:spMk id="45" creationId="{1B619AE6-0B24-56F1-19F3-E97A38DE4127}"/>
          </ac:spMkLst>
        </pc:spChg>
        <pc:spChg chg="mod">
          <ac:chgData name="Arindam Roy" userId="23243946-be1f-4ce1-bf2b-3766b4eb4993" providerId="ADAL" clId="{F8A2750B-193C-4F5D-AB2B-3365AE1E0804}" dt="2025-03-11T08:50:00.269" v="1337"/>
          <ac:spMkLst>
            <pc:docMk/>
            <pc:sldMk cId="2009977800" sldId="271"/>
            <ac:spMk id="49" creationId="{0998AFDA-E2F8-6C6B-15D0-8708F2723B8D}"/>
          </ac:spMkLst>
        </pc:spChg>
        <pc:spChg chg="mod">
          <ac:chgData name="Arindam Roy" userId="23243946-be1f-4ce1-bf2b-3766b4eb4993" providerId="ADAL" clId="{F8A2750B-193C-4F5D-AB2B-3365AE1E0804}" dt="2025-03-11T08:47:31.851" v="1329"/>
          <ac:spMkLst>
            <pc:docMk/>
            <pc:sldMk cId="2009977800" sldId="271"/>
            <ac:spMk id="51" creationId="{6CCE105E-592B-9D47-233A-68047207B1D2}"/>
          </ac:spMkLst>
        </pc:spChg>
        <pc:spChg chg="mod">
          <ac:chgData name="Arindam Roy" userId="23243946-be1f-4ce1-bf2b-3766b4eb4993" providerId="ADAL" clId="{F8A2750B-193C-4F5D-AB2B-3365AE1E0804}" dt="2025-03-11T08:49:47.037" v="1335" actId="1076"/>
          <ac:spMkLst>
            <pc:docMk/>
            <pc:sldMk cId="2009977800" sldId="271"/>
            <ac:spMk id="53" creationId="{DEF3A7B1-A0BC-4262-B66A-BE366DE15563}"/>
          </ac:spMkLst>
        </pc:spChg>
        <pc:grpChg chg="mod">
          <ac:chgData name="Arindam Roy" userId="23243946-be1f-4ce1-bf2b-3766b4eb4993" providerId="ADAL" clId="{F8A2750B-193C-4F5D-AB2B-3365AE1E0804}" dt="2025-03-11T08:53:54.762" v="1349" actId="1076"/>
          <ac:grpSpMkLst>
            <pc:docMk/>
            <pc:sldMk cId="2009977800" sldId="271"/>
            <ac:grpSpMk id="82" creationId="{CB72076A-7758-3677-0B5B-50836B20B014}"/>
          </ac:grpSpMkLst>
        </pc:grpChg>
        <pc:picChg chg="del">
          <ac:chgData name="Arindam Roy" userId="23243946-be1f-4ce1-bf2b-3766b4eb4993" providerId="ADAL" clId="{F8A2750B-193C-4F5D-AB2B-3365AE1E0804}" dt="2025-03-11T08:53:45.135" v="1344" actId="478"/>
          <ac:picMkLst>
            <pc:docMk/>
            <pc:sldMk cId="2009977800" sldId="271"/>
            <ac:picMk id="15" creationId="{A7B86CF2-3DE2-6FCE-6AFD-4321258AC080}"/>
          </ac:picMkLst>
        </pc:picChg>
        <pc:picChg chg="add mod">
          <ac:chgData name="Arindam Roy" userId="23243946-be1f-4ce1-bf2b-3766b4eb4993" providerId="ADAL" clId="{F8A2750B-193C-4F5D-AB2B-3365AE1E0804}" dt="2025-03-11T08:54:41.402" v="1353" actId="1076"/>
          <ac:picMkLst>
            <pc:docMk/>
            <pc:sldMk cId="2009977800" sldId="271"/>
            <ac:picMk id="21" creationId="{CCF2E3C3-8380-B29C-8B4D-0E17AF0B8DED}"/>
          </ac:picMkLst>
        </pc:picChg>
      </pc:sldChg>
      <pc:sldChg chg="addSp delSp modSp mod">
        <pc:chgData name="Arindam Roy" userId="23243946-be1f-4ce1-bf2b-3766b4eb4993" providerId="ADAL" clId="{F8A2750B-193C-4F5D-AB2B-3365AE1E0804}" dt="2025-03-11T10:30:29.554" v="1811" actId="108"/>
        <pc:sldMkLst>
          <pc:docMk/>
          <pc:sldMk cId="1645392775" sldId="272"/>
        </pc:sldMkLst>
        <pc:spChg chg="mod">
          <ac:chgData name="Arindam Roy" userId="23243946-be1f-4ce1-bf2b-3766b4eb4993" providerId="ADAL" clId="{F8A2750B-193C-4F5D-AB2B-3365AE1E0804}" dt="2025-03-11T10:30:29.554" v="1811" actId="108"/>
          <ac:spMkLst>
            <pc:docMk/>
            <pc:sldMk cId="1645392775" sldId="272"/>
            <ac:spMk id="2" creationId="{498CA0D6-DED9-AE86-29DB-524D72E842C6}"/>
          </ac:spMkLst>
        </pc:spChg>
        <pc:graphicFrameChg chg="add del mod modGraphic">
          <ac:chgData name="Arindam Roy" userId="23243946-be1f-4ce1-bf2b-3766b4eb4993" providerId="ADAL" clId="{F8A2750B-193C-4F5D-AB2B-3365AE1E0804}" dt="2025-03-11T09:00:12.909" v="1356" actId="21"/>
          <ac:graphicFrameMkLst>
            <pc:docMk/>
            <pc:sldMk cId="1645392775" sldId="272"/>
            <ac:graphicFrameMk id="4" creationId="{0779B2BE-135E-78F2-F829-0AFF00C23FBE}"/>
          </ac:graphicFrameMkLst>
        </pc:graphicFrameChg>
        <pc:graphicFrameChg chg="mod">
          <ac:chgData name="Arindam Roy" userId="23243946-be1f-4ce1-bf2b-3766b4eb4993" providerId="ADAL" clId="{F8A2750B-193C-4F5D-AB2B-3365AE1E0804}" dt="2025-03-11T09:02:32.701" v="1370" actId="12"/>
          <ac:graphicFrameMkLst>
            <pc:docMk/>
            <pc:sldMk cId="1645392775" sldId="272"/>
            <ac:graphicFrameMk id="10" creationId="{DE425426-C393-C8E7-02D8-BF7F1C8AB4CD}"/>
          </ac:graphicFrameMkLst>
        </pc:graphicFrameChg>
      </pc:sldChg>
      <pc:sldChg chg="modSp mod">
        <pc:chgData name="Arindam Roy" userId="23243946-be1f-4ce1-bf2b-3766b4eb4993" providerId="ADAL" clId="{F8A2750B-193C-4F5D-AB2B-3365AE1E0804}" dt="2025-03-11T10:30:47.470" v="1824" actId="20577"/>
        <pc:sldMkLst>
          <pc:docMk/>
          <pc:sldMk cId="929962599" sldId="273"/>
        </pc:sldMkLst>
        <pc:spChg chg="mod">
          <ac:chgData name="Arindam Roy" userId="23243946-be1f-4ce1-bf2b-3766b4eb4993" providerId="ADAL" clId="{F8A2750B-193C-4F5D-AB2B-3365AE1E0804}" dt="2025-03-11T10:30:41.130" v="1812" actId="108"/>
          <ac:spMkLst>
            <pc:docMk/>
            <pc:sldMk cId="929962599" sldId="273"/>
            <ac:spMk id="2" creationId="{49BCB5B1-BEA8-7787-0857-A6631C9898D5}"/>
          </ac:spMkLst>
        </pc:spChg>
        <pc:spChg chg="mod">
          <ac:chgData name="Arindam Roy" userId="23243946-be1f-4ce1-bf2b-3766b4eb4993" providerId="ADAL" clId="{F8A2750B-193C-4F5D-AB2B-3365AE1E0804}" dt="2025-03-11T10:30:47.470" v="1824" actId="20577"/>
          <ac:spMkLst>
            <pc:docMk/>
            <pc:sldMk cId="929962599" sldId="273"/>
            <ac:spMk id="5" creationId="{A7A3A33D-4596-D319-FD03-47D69733B8DE}"/>
          </ac:spMkLst>
        </pc:spChg>
        <pc:graphicFrameChg chg="mod">
          <ac:chgData name="Arindam Roy" userId="23243946-be1f-4ce1-bf2b-3766b4eb4993" providerId="ADAL" clId="{F8A2750B-193C-4F5D-AB2B-3365AE1E0804}" dt="2025-03-11T09:06:00.658" v="1393" actId="478"/>
          <ac:graphicFrameMkLst>
            <pc:docMk/>
            <pc:sldMk cId="929962599" sldId="273"/>
            <ac:graphicFrameMk id="4" creationId="{B415613C-6B7F-1D6E-DA89-8DE2D7A84936}"/>
          </ac:graphicFrameMkLst>
        </pc:graphicFrameChg>
      </pc:sldChg>
      <pc:sldChg chg="del">
        <pc:chgData name="Arindam Roy" userId="23243946-be1f-4ce1-bf2b-3766b4eb4993" providerId="ADAL" clId="{F8A2750B-193C-4F5D-AB2B-3365AE1E0804}" dt="2025-03-11T09:06:46.223" v="1414"/>
        <pc:sldMkLst>
          <pc:docMk/>
          <pc:sldMk cId="145211096" sldId="274"/>
        </pc:sldMkLst>
      </pc:sldChg>
      <pc:sldChg chg="modSp mod">
        <pc:chgData name="Arindam Roy" userId="23243946-be1f-4ce1-bf2b-3766b4eb4993" providerId="ADAL" clId="{F8A2750B-193C-4F5D-AB2B-3365AE1E0804}" dt="2025-03-11T09:07:35.539" v="1438" actId="20577"/>
        <pc:sldMkLst>
          <pc:docMk/>
          <pc:sldMk cId="3010124384" sldId="274"/>
        </pc:sldMkLst>
        <pc:spChg chg="mod">
          <ac:chgData name="Arindam Roy" userId="23243946-be1f-4ce1-bf2b-3766b4eb4993" providerId="ADAL" clId="{F8A2750B-193C-4F5D-AB2B-3365AE1E0804}" dt="2025-03-11T09:07:35.539" v="1438" actId="20577"/>
          <ac:spMkLst>
            <pc:docMk/>
            <pc:sldMk cId="3010124384" sldId="274"/>
            <ac:spMk id="2" creationId="{BAEB3C48-76F2-E21D-5C98-8DC1C0E1A786}"/>
          </ac:spMkLst>
        </pc:spChg>
      </pc:sldChg>
      <pc:sldChg chg="del">
        <pc:chgData name="Arindam Roy" userId="23243946-be1f-4ce1-bf2b-3766b4eb4993" providerId="ADAL" clId="{F8A2750B-193C-4F5D-AB2B-3365AE1E0804}" dt="2025-03-11T09:06:46.223" v="1414"/>
        <pc:sldMkLst>
          <pc:docMk/>
          <pc:sldMk cId="1970430534" sldId="275"/>
        </pc:sldMkLst>
      </pc:sldChg>
      <pc:sldChg chg="modSp mod">
        <pc:chgData name="Arindam Roy" userId="23243946-be1f-4ce1-bf2b-3766b4eb4993" providerId="ADAL" clId="{F8A2750B-193C-4F5D-AB2B-3365AE1E0804}" dt="2025-03-11T10:31:19.527" v="1830" actId="113"/>
        <pc:sldMkLst>
          <pc:docMk/>
          <pc:sldMk cId="3105068057" sldId="275"/>
        </pc:sldMkLst>
        <pc:spChg chg="mod">
          <ac:chgData name="Arindam Roy" userId="23243946-be1f-4ce1-bf2b-3766b4eb4993" providerId="ADAL" clId="{F8A2750B-193C-4F5D-AB2B-3365AE1E0804}" dt="2025-03-11T09:30:01.263" v="1484" actId="14100"/>
          <ac:spMkLst>
            <pc:docMk/>
            <pc:sldMk cId="3105068057" sldId="275"/>
            <ac:spMk id="2" creationId="{9C2A0651-5AB0-D300-8E54-EFAC2392D574}"/>
          </ac:spMkLst>
        </pc:spChg>
        <pc:graphicFrameChg chg="mod">
          <ac:chgData name="Arindam Roy" userId="23243946-be1f-4ce1-bf2b-3766b4eb4993" providerId="ADAL" clId="{F8A2750B-193C-4F5D-AB2B-3365AE1E0804}" dt="2025-03-11T10:31:19.527" v="1830" actId="113"/>
          <ac:graphicFrameMkLst>
            <pc:docMk/>
            <pc:sldMk cId="3105068057" sldId="275"/>
            <ac:graphicFrameMk id="5" creationId="{F511BA74-BE38-E6EF-1355-D172FD31181C}"/>
          </ac:graphicFrameMkLst>
        </pc:graphicFrameChg>
      </pc:sldChg>
      <pc:sldChg chg="addSp delSp modSp mod">
        <pc:chgData name="Arindam Roy" userId="23243946-be1f-4ce1-bf2b-3766b4eb4993" providerId="ADAL" clId="{F8A2750B-193C-4F5D-AB2B-3365AE1E0804}" dt="2025-03-11T09:45:20.461" v="1567" actId="20577"/>
        <pc:sldMkLst>
          <pc:docMk/>
          <pc:sldMk cId="2738566459" sldId="276"/>
        </pc:sldMkLst>
        <pc:spChg chg="mod">
          <ac:chgData name="Arindam Roy" userId="23243946-be1f-4ce1-bf2b-3766b4eb4993" providerId="ADAL" clId="{F8A2750B-193C-4F5D-AB2B-3365AE1E0804}" dt="2025-03-11T09:45:20.461" v="1567" actId="20577"/>
          <ac:spMkLst>
            <pc:docMk/>
            <pc:sldMk cId="2738566459" sldId="276"/>
            <ac:spMk id="2" creationId="{DC7A08BB-169F-6A81-A0BE-B5CED2D28CEB}"/>
          </ac:spMkLst>
        </pc:spChg>
        <pc:picChg chg="add mod">
          <ac:chgData name="Arindam Roy" userId="23243946-be1f-4ce1-bf2b-3766b4eb4993" providerId="ADAL" clId="{F8A2750B-193C-4F5D-AB2B-3365AE1E0804}" dt="2025-03-11T09:45:06.811" v="1539" actId="1076"/>
          <ac:picMkLst>
            <pc:docMk/>
            <pc:sldMk cId="2738566459" sldId="276"/>
            <ac:picMk id="3" creationId="{E2F8C347-4843-2A29-D8E6-11A69D5CCD52}"/>
          </ac:picMkLst>
        </pc:picChg>
        <pc:picChg chg="del">
          <ac:chgData name="Arindam Roy" userId="23243946-be1f-4ce1-bf2b-3766b4eb4993" providerId="ADAL" clId="{F8A2750B-193C-4F5D-AB2B-3365AE1E0804}" dt="2025-03-11T09:44:52.503" v="1533" actId="478"/>
          <ac:picMkLst>
            <pc:docMk/>
            <pc:sldMk cId="2738566459" sldId="276"/>
            <ac:picMk id="7" creationId="{02FA589F-B4EF-E26D-88FC-3A7ABAE0F5FD}"/>
          </ac:picMkLst>
        </pc:picChg>
      </pc:sldChg>
      <pc:sldChg chg="del">
        <pc:chgData name="Arindam Roy" userId="23243946-be1f-4ce1-bf2b-3766b4eb4993" providerId="ADAL" clId="{F8A2750B-193C-4F5D-AB2B-3365AE1E0804}" dt="2025-03-11T09:06:46.223" v="1414"/>
        <pc:sldMkLst>
          <pc:docMk/>
          <pc:sldMk cId="3329625344" sldId="276"/>
        </pc:sldMkLst>
      </pc:sldChg>
      <pc:sldChg chg="del">
        <pc:chgData name="Arindam Roy" userId="23243946-be1f-4ce1-bf2b-3766b4eb4993" providerId="ADAL" clId="{F8A2750B-193C-4F5D-AB2B-3365AE1E0804}" dt="2025-03-11T09:06:46.223" v="1414"/>
        <pc:sldMkLst>
          <pc:docMk/>
          <pc:sldMk cId="2611852862" sldId="277"/>
        </pc:sldMkLst>
      </pc:sldChg>
      <pc:sldChg chg="modSp del mod">
        <pc:chgData name="Arindam Roy" userId="23243946-be1f-4ce1-bf2b-3766b4eb4993" providerId="ADAL" clId="{F8A2750B-193C-4F5D-AB2B-3365AE1E0804}" dt="2025-03-11T09:43:41.698" v="1531" actId="47"/>
        <pc:sldMkLst>
          <pc:docMk/>
          <pc:sldMk cId="3258662585" sldId="277"/>
        </pc:sldMkLst>
        <pc:spChg chg="mod">
          <ac:chgData name="Arindam Roy" userId="23243946-be1f-4ce1-bf2b-3766b4eb4993" providerId="ADAL" clId="{F8A2750B-193C-4F5D-AB2B-3365AE1E0804}" dt="2025-03-11T09:40:42.081" v="1485" actId="14100"/>
          <ac:spMkLst>
            <pc:docMk/>
            <pc:sldMk cId="3258662585" sldId="277"/>
            <ac:spMk id="43" creationId="{5C56E883-A9E3-03D2-A194-1597ED17533E}"/>
          </ac:spMkLst>
        </pc:spChg>
      </pc:sldChg>
      <pc:sldChg chg="del">
        <pc:chgData name="Arindam Roy" userId="23243946-be1f-4ce1-bf2b-3766b4eb4993" providerId="ADAL" clId="{F8A2750B-193C-4F5D-AB2B-3365AE1E0804}" dt="2025-03-11T09:06:46.223" v="1414"/>
        <pc:sldMkLst>
          <pc:docMk/>
          <pc:sldMk cId="2483297927" sldId="278"/>
        </pc:sldMkLst>
      </pc:sldChg>
      <pc:sldChg chg="modSp mod">
        <pc:chgData name="Arindam Roy" userId="23243946-be1f-4ce1-bf2b-3766b4eb4993" providerId="ADAL" clId="{F8A2750B-193C-4F5D-AB2B-3365AE1E0804}" dt="2025-03-11T09:47:08.657" v="1629" actId="113"/>
        <pc:sldMkLst>
          <pc:docMk/>
          <pc:sldMk cId="3516114187" sldId="278"/>
        </pc:sldMkLst>
        <pc:spChg chg="mod">
          <ac:chgData name="Arindam Roy" userId="23243946-be1f-4ce1-bf2b-3766b4eb4993" providerId="ADAL" clId="{F8A2750B-193C-4F5D-AB2B-3365AE1E0804}" dt="2025-03-11T09:45:48.230" v="1599" actId="20577"/>
          <ac:spMkLst>
            <pc:docMk/>
            <pc:sldMk cId="3516114187" sldId="278"/>
            <ac:spMk id="2" creationId="{962A59AF-D87C-81A8-57F4-626CD644B60D}"/>
          </ac:spMkLst>
        </pc:spChg>
        <pc:graphicFrameChg chg="mod">
          <ac:chgData name="Arindam Roy" userId="23243946-be1f-4ce1-bf2b-3766b4eb4993" providerId="ADAL" clId="{F8A2750B-193C-4F5D-AB2B-3365AE1E0804}" dt="2025-03-11T09:47:08.657" v="1629" actId="113"/>
          <ac:graphicFrameMkLst>
            <pc:docMk/>
            <pc:sldMk cId="3516114187" sldId="278"/>
            <ac:graphicFrameMk id="10" creationId="{074E19AA-F82B-B349-58F6-67B4A39128B3}"/>
          </ac:graphicFrameMkLst>
        </pc:graphicFrameChg>
      </pc:sldChg>
      <pc:sldChg chg="del">
        <pc:chgData name="Arindam Roy" userId="23243946-be1f-4ce1-bf2b-3766b4eb4993" providerId="ADAL" clId="{F8A2750B-193C-4F5D-AB2B-3365AE1E0804}" dt="2025-03-11T09:43:48.262" v="1532" actId="47"/>
        <pc:sldMkLst>
          <pc:docMk/>
          <pc:sldMk cId="1970525021" sldId="279"/>
        </pc:sldMkLst>
      </pc:sldChg>
      <pc:sldChg chg="del">
        <pc:chgData name="Arindam Roy" userId="23243946-be1f-4ce1-bf2b-3766b4eb4993" providerId="ADAL" clId="{F8A2750B-193C-4F5D-AB2B-3365AE1E0804}" dt="2025-03-11T09:06:46.223" v="1414"/>
        <pc:sldMkLst>
          <pc:docMk/>
          <pc:sldMk cId="3597645981" sldId="279"/>
        </pc:sldMkLst>
      </pc:sldChg>
      <pc:sldChg chg="del">
        <pc:chgData name="Arindam Roy" userId="23243946-be1f-4ce1-bf2b-3766b4eb4993" providerId="ADAL" clId="{F8A2750B-193C-4F5D-AB2B-3365AE1E0804}" dt="2025-03-11T09:47:38.586" v="1630" actId="47"/>
        <pc:sldMkLst>
          <pc:docMk/>
          <pc:sldMk cId="1096521211" sldId="280"/>
        </pc:sldMkLst>
      </pc:sldChg>
      <pc:sldChg chg="addSp delSp modSp new add del mod">
        <pc:chgData name="Arindam Roy" userId="23243946-be1f-4ce1-bf2b-3766b4eb4993" providerId="ADAL" clId="{F8A2750B-193C-4F5D-AB2B-3365AE1E0804}" dt="2025-03-11T09:17:14.441" v="1451" actId="47"/>
        <pc:sldMkLst>
          <pc:docMk/>
          <pc:sldMk cId="2891250414" sldId="281"/>
        </pc:sldMkLst>
        <pc:graphicFrameChg chg="add del mod modGraphic">
          <ac:chgData name="Arindam Roy" userId="23243946-be1f-4ce1-bf2b-3766b4eb4993" providerId="ADAL" clId="{F8A2750B-193C-4F5D-AB2B-3365AE1E0804}" dt="2025-03-11T09:15:44.949" v="1446" actId="478"/>
          <ac:graphicFrameMkLst>
            <pc:docMk/>
            <pc:sldMk cId="2891250414" sldId="281"/>
            <ac:graphicFrameMk id="5" creationId="{C678C697-F01E-469F-2BEF-D949F1AFF038}"/>
          </ac:graphicFrameMkLst>
        </pc:graphicFrameChg>
        <pc:graphicFrameChg chg="add del modGraphic">
          <ac:chgData name="Arindam Roy" userId="23243946-be1f-4ce1-bf2b-3766b4eb4993" providerId="ADAL" clId="{F8A2750B-193C-4F5D-AB2B-3365AE1E0804}" dt="2025-03-11T09:16:29.395" v="1450" actId="478"/>
          <ac:graphicFrameMkLst>
            <pc:docMk/>
            <pc:sldMk cId="2891250414" sldId="281"/>
            <ac:graphicFrameMk id="6" creationId="{39EDA64D-C62A-F8A5-E348-2242F8B8304B}"/>
          </ac:graphicFrameMkLst>
        </pc:graphicFrameChg>
      </pc:sldChg>
      <pc:sldChg chg="del">
        <pc:chgData name="Arindam Roy" userId="23243946-be1f-4ce1-bf2b-3766b4eb4993" providerId="ADAL" clId="{F8A2750B-193C-4F5D-AB2B-3365AE1E0804}" dt="2025-03-11T09:52:53.993" v="1631" actId="47"/>
        <pc:sldMkLst>
          <pc:docMk/>
          <pc:sldMk cId="301084284" sldId="414"/>
        </pc:sldMkLst>
      </pc:sldChg>
      <pc:sldChg chg="ord">
        <pc:chgData name="Arindam Roy" userId="23243946-be1f-4ce1-bf2b-3766b4eb4993" providerId="ADAL" clId="{F8A2750B-193C-4F5D-AB2B-3365AE1E0804}" dt="2025-03-11T06:28:19.958" v="859"/>
        <pc:sldMkLst>
          <pc:docMk/>
          <pc:sldMk cId="1399053231" sldId="486"/>
        </pc:sldMkLst>
      </pc:sldChg>
      <pc:sldChg chg="modSp mod ord">
        <pc:chgData name="Arindam Roy" userId="23243946-be1f-4ce1-bf2b-3766b4eb4993" providerId="ADAL" clId="{F8A2750B-193C-4F5D-AB2B-3365AE1E0804}" dt="2025-03-11T06:28:19.958" v="859"/>
        <pc:sldMkLst>
          <pc:docMk/>
          <pc:sldMk cId="4093578957" sldId="506"/>
        </pc:sldMkLst>
        <pc:spChg chg="mod">
          <ac:chgData name="Arindam Roy" userId="23243946-be1f-4ce1-bf2b-3766b4eb4993" providerId="ADAL" clId="{F8A2750B-193C-4F5D-AB2B-3365AE1E0804}" dt="2025-03-11T06:26:26.286" v="857" actId="20577"/>
          <ac:spMkLst>
            <pc:docMk/>
            <pc:sldMk cId="4093578957" sldId="506"/>
            <ac:spMk id="2" creationId="{00000000-0000-0000-0000-000000000000}"/>
          </ac:spMkLst>
        </pc:spChg>
        <pc:spChg chg="mod">
          <ac:chgData name="Arindam Roy" userId="23243946-be1f-4ce1-bf2b-3766b4eb4993" providerId="ADAL" clId="{F8A2750B-193C-4F5D-AB2B-3365AE1E0804}" dt="2025-03-11T06:26:07.344" v="843" actId="113"/>
          <ac:spMkLst>
            <pc:docMk/>
            <pc:sldMk cId="4093578957" sldId="506"/>
            <ac:spMk id="5" creationId="{00000000-0000-0000-0000-000000000000}"/>
          </ac:spMkLst>
        </pc:spChg>
        <pc:graphicFrameChg chg="mod">
          <ac:chgData name="Arindam Roy" userId="23243946-be1f-4ce1-bf2b-3766b4eb4993" providerId="ADAL" clId="{F8A2750B-193C-4F5D-AB2B-3365AE1E0804}" dt="2025-03-11T06:21:51.522" v="826" actId="255"/>
          <ac:graphicFrameMkLst>
            <pc:docMk/>
            <pc:sldMk cId="4093578957" sldId="506"/>
            <ac:graphicFrameMk id="4" creationId="{00000000-0000-0000-0000-000000000000}"/>
          </ac:graphicFrameMkLst>
        </pc:graphicFrameChg>
      </pc:sldChg>
      <pc:sldChg chg="del">
        <pc:chgData name="Arindam Roy" userId="23243946-be1f-4ce1-bf2b-3766b4eb4993" providerId="ADAL" clId="{F8A2750B-193C-4F5D-AB2B-3365AE1E0804}" dt="2025-03-11T07:55:23.805" v="1150" actId="2696"/>
        <pc:sldMkLst>
          <pc:docMk/>
          <pc:sldMk cId="4263965026" sldId="2769"/>
        </pc:sldMkLst>
      </pc:sldChg>
      <pc:sldChg chg="add del">
        <pc:chgData name="Arindam Roy" userId="23243946-be1f-4ce1-bf2b-3766b4eb4993" providerId="ADAL" clId="{F8A2750B-193C-4F5D-AB2B-3365AE1E0804}" dt="2025-03-11T08:10:20.643" v="1240" actId="47"/>
        <pc:sldMkLst>
          <pc:docMk/>
          <pc:sldMk cId="2686420659" sldId="10876"/>
        </pc:sldMkLst>
      </pc:sldChg>
      <pc:sldChg chg="del">
        <pc:chgData name="Arindam Roy" userId="23243946-be1f-4ce1-bf2b-3766b4eb4993" providerId="ADAL" clId="{F8A2750B-193C-4F5D-AB2B-3365AE1E0804}" dt="2025-03-11T09:52:53.993" v="1631" actId="47"/>
        <pc:sldMkLst>
          <pc:docMk/>
          <pc:sldMk cId="1041645983" sldId="2141412208"/>
        </pc:sldMkLst>
      </pc:sldChg>
      <pc:sldChg chg="del">
        <pc:chgData name="Arindam Roy" userId="23243946-be1f-4ce1-bf2b-3766b4eb4993" providerId="ADAL" clId="{F8A2750B-193C-4F5D-AB2B-3365AE1E0804}" dt="2025-03-11T09:52:53.993" v="1631" actId="47"/>
        <pc:sldMkLst>
          <pc:docMk/>
          <pc:sldMk cId="1225197801" sldId="2141412209"/>
        </pc:sldMkLst>
      </pc:sldChg>
      <pc:sldChg chg="del">
        <pc:chgData name="Arindam Roy" userId="23243946-be1f-4ce1-bf2b-3766b4eb4993" providerId="ADAL" clId="{F8A2750B-193C-4F5D-AB2B-3365AE1E0804}" dt="2025-03-11T09:52:53.993" v="1631" actId="47"/>
        <pc:sldMkLst>
          <pc:docMk/>
          <pc:sldMk cId="4145546099" sldId="2141412210"/>
        </pc:sldMkLst>
      </pc:sldChg>
      <pc:sldChg chg="del">
        <pc:chgData name="Arindam Roy" userId="23243946-be1f-4ce1-bf2b-3766b4eb4993" providerId="ADAL" clId="{F8A2750B-193C-4F5D-AB2B-3365AE1E0804}" dt="2025-03-11T09:52:53.993" v="1631" actId="47"/>
        <pc:sldMkLst>
          <pc:docMk/>
          <pc:sldMk cId="3478741946" sldId="2141412211"/>
        </pc:sldMkLst>
      </pc:sldChg>
      <pc:sldChg chg="ord">
        <pc:chgData name="Arindam Roy" userId="23243946-be1f-4ce1-bf2b-3766b4eb4993" providerId="ADAL" clId="{F8A2750B-193C-4F5D-AB2B-3365AE1E0804}" dt="2025-03-11T10:25:42.523" v="1773"/>
        <pc:sldMkLst>
          <pc:docMk/>
          <pc:sldMk cId="2434902566" sldId="2141412792"/>
        </pc:sldMkLst>
      </pc:sldChg>
      <pc:sldChg chg="ord">
        <pc:chgData name="Arindam Roy" userId="23243946-be1f-4ce1-bf2b-3766b4eb4993" providerId="ADAL" clId="{F8A2750B-193C-4F5D-AB2B-3365AE1E0804}" dt="2025-03-10T03:45:10.518" v="312"/>
        <pc:sldMkLst>
          <pc:docMk/>
          <pc:sldMk cId="4011121380" sldId="2141412871"/>
        </pc:sldMkLst>
      </pc:sldChg>
      <pc:sldChg chg="modSp mod">
        <pc:chgData name="Arindam Roy" userId="23243946-be1f-4ce1-bf2b-3766b4eb4993" providerId="ADAL" clId="{F8A2750B-193C-4F5D-AB2B-3365AE1E0804}" dt="2025-03-11T10:25:10.956" v="1771" actId="20577"/>
        <pc:sldMkLst>
          <pc:docMk/>
          <pc:sldMk cId="2005753924" sldId="2142532975"/>
        </pc:sldMkLst>
        <pc:spChg chg="mod">
          <ac:chgData name="Arindam Roy" userId="23243946-be1f-4ce1-bf2b-3766b4eb4993" providerId="ADAL" clId="{F8A2750B-193C-4F5D-AB2B-3365AE1E0804}" dt="2025-03-11T10:25:10.956" v="1771" actId="20577"/>
          <ac:spMkLst>
            <pc:docMk/>
            <pc:sldMk cId="2005753924" sldId="2142532975"/>
            <ac:spMk id="6" creationId="{37E20636-631C-49E3-A5F8-C3D8684F9D01}"/>
          </ac:spMkLst>
        </pc:spChg>
      </pc:sldChg>
      <pc:sldChg chg="ord">
        <pc:chgData name="Arindam Roy" userId="23243946-be1f-4ce1-bf2b-3766b4eb4993" providerId="ADAL" clId="{F8A2750B-193C-4F5D-AB2B-3365AE1E0804}" dt="2025-03-11T06:28:19.958" v="859"/>
        <pc:sldMkLst>
          <pc:docMk/>
          <pc:sldMk cId="1963949976" sldId="2142533025"/>
        </pc:sldMkLst>
      </pc:sldChg>
      <pc:sldChg chg="modSp add del mod">
        <pc:chgData name="Arindam Roy" userId="23243946-be1f-4ce1-bf2b-3766b4eb4993" providerId="ADAL" clId="{F8A2750B-193C-4F5D-AB2B-3365AE1E0804}" dt="2025-03-11T09:53:06.264" v="1633" actId="47"/>
        <pc:sldMkLst>
          <pc:docMk/>
          <pc:sldMk cId="91901896" sldId="2142533041"/>
        </pc:sldMkLst>
        <pc:spChg chg="mod">
          <ac:chgData name="Arindam Roy" userId="23243946-be1f-4ce1-bf2b-3766b4eb4993" providerId="ADAL" clId="{F8A2750B-193C-4F5D-AB2B-3365AE1E0804}" dt="2025-03-11T07:22:31.649" v="904" actId="1076"/>
          <ac:spMkLst>
            <pc:docMk/>
            <pc:sldMk cId="91901896" sldId="2142533041"/>
            <ac:spMk id="135" creationId="{71B90D4B-5D1E-CC8D-111C-954D4D74C2EB}"/>
          </ac:spMkLst>
        </pc:spChg>
      </pc:sldChg>
      <pc:sldChg chg="del">
        <pc:chgData name="Arindam Roy" userId="23243946-be1f-4ce1-bf2b-3766b4eb4993" providerId="ADAL" clId="{F8A2750B-193C-4F5D-AB2B-3365AE1E0804}" dt="2025-03-11T08:39:45.368" v="1322" actId="2696"/>
        <pc:sldMkLst>
          <pc:docMk/>
          <pc:sldMk cId="1240798285" sldId="2142533980"/>
        </pc:sldMkLst>
      </pc:sldChg>
      <pc:sldChg chg="modSp del">
        <pc:chgData name="Arindam Roy" userId="23243946-be1f-4ce1-bf2b-3766b4eb4993" providerId="ADAL" clId="{F8A2750B-193C-4F5D-AB2B-3365AE1E0804}" dt="2025-03-11T10:03:45.139" v="1665" actId="2696"/>
        <pc:sldMkLst>
          <pc:docMk/>
          <pc:sldMk cId="1848038995" sldId="2147347118"/>
        </pc:sldMkLst>
        <pc:spChg chg="mod">
          <ac:chgData name="Arindam Roy" userId="23243946-be1f-4ce1-bf2b-3766b4eb4993" providerId="ADAL" clId="{F8A2750B-193C-4F5D-AB2B-3365AE1E0804}" dt="2025-03-11T09:55:40.333" v="1638"/>
          <ac:spMkLst>
            <pc:docMk/>
            <pc:sldMk cId="1848038995" sldId="2147347118"/>
            <ac:spMk id="4" creationId="{6EB400A7-D250-9768-30BF-C35C23D02192}"/>
          </ac:spMkLst>
        </pc:spChg>
        <pc:spChg chg="mod">
          <ac:chgData name="Arindam Roy" userId="23243946-be1f-4ce1-bf2b-3766b4eb4993" providerId="ADAL" clId="{F8A2750B-193C-4F5D-AB2B-3365AE1E0804}" dt="2025-03-11T09:55:40.333" v="1638"/>
          <ac:spMkLst>
            <pc:docMk/>
            <pc:sldMk cId="1848038995" sldId="2147347118"/>
            <ac:spMk id="5" creationId="{7C48956F-672A-7C17-DA9E-1741D8FD77AC}"/>
          </ac:spMkLst>
        </pc:spChg>
        <pc:grpChg chg="mod">
          <ac:chgData name="Arindam Roy" userId="23243946-be1f-4ce1-bf2b-3766b4eb4993" providerId="ADAL" clId="{F8A2750B-193C-4F5D-AB2B-3365AE1E0804}" dt="2025-03-11T09:55:40.333" v="1638"/>
          <ac:grpSpMkLst>
            <pc:docMk/>
            <pc:sldMk cId="1848038995" sldId="2147347118"/>
            <ac:grpSpMk id="3" creationId="{2481AE97-BCE9-6195-78F7-58797DC74F01}"/>
          </ac:grpSpMkLst>
        </pc:grpChg>
      </pc:sldChg>
      <pc:sldChg chg="del">
        <pc:chgData name="Arindam Roy" userId="23243946-be1f-4ce1-bf2b-3766b4eb4993" providerId="ADAL" clId="{F8A2750B-193C-4F5D-AB2B-3365AE1E0804}" dt="2025-03-10T06:34:53.638" v="564" actId="47"/>
        <pc:sldMkLst>
          <pc:docMk/>
          <pc:sldMk cId="3935716651" sldId="2147347129"/>
        </pc:sldMkLst>
      </pc:sldChg>
      <pc:sldChg chg="del">
        <pc:chgData name="Arindam Roy" userId="23243946-be1f-4ce1-bf2b-3766b4eb4993" providerId="ADAL" clId="{F8A2750B-193C-4F5D-AB2B-3365AE1E0804}" dt="2025-03-10T10:31:15.781" v="786" actId="2696"/>
        <pc:sldMkLst>
          <pc:docMk/>
          <pc:sldMk cId="2552932773" sldId="2147347135"/>
        </pc:sldMkLst>
      </pc:sldChg>
      <pc:sldChg chg="del">
        <pc:chgData name="Arindam Roy" userId="23243946-be1f-4ce1-bf2b-3766b4eb4993" providerId="ADAL" clId="{F8A2750B-193C-4F5D-AB2B-3365AE1E0804}" dt="2025-03-11T07:55:19.840" v="1149" actId="2696"/>
        <pc:sldMkLst>
          <pc:docMk/>
          <pc:sldMk cId="1414632992" sldId="2147348186"/>
        </pc:sldMkLst>
      </pc:sldChg>
      <pc:sldChg chg="del">
        <pc:chgData name="Arindam Roy" userId="23243946-be1f-4ce1-bf2b-3766b4eb4993" providerId="ADAL" clId="{F8A2750B-193C-4F5D-AB2B-3365AE1E0804}" dt="2025-03-10T06:33:38.985" v="561" actId="47"/>
        <pc:sldMkLst>
          <pc:docMk/>
          <pc:sldMk cId="268686368" sldId="2147348209"/>
        </pc:sldMkLst>
      </pc:sldChg>
      <pc:sldChg chg="del">
        <pc:chgData name="Arindam Roy" userId="23243946-be1f-4ce1-bf2b-3766b4eb4993" providerId="ADAL" clId="{F8A2750B-193C-4F5D-AB2B-3365AE1E0804}" dt="2025-03-11T09:52:53.993" v="1631" actId="47"/>
        <pc:sldMkLst>
          <pc:docMk/>
          <pc:sldMk cId="218296012" sldId="2147348232"/>
        </pc:sldMkLst>
      </pc:sldChg>
      <pc:sldChg chg="del ord">
        <pc:chgData name="Arindam Roy" userId="23243946-be1f-4ce1-bf2b-3766b4eb4993" providerId="ADAL" clId="{F8A2750B-193C-4F5D-AB2B-3365AE1E0804}" dt="2025-03-11T09:13:41.923" v="1441" actId="47"/>
        <pc:sldMkLst>
          <pc:docMk/>
          <pc:sldMk cId="2231312747" sldId="2147375678"/>
        </pc:sldMkLst>
      </pc:sldChg>
      <pc:sldChg chg="del">
        <pc:chgData name="Arindam Roy" userId="23243946-be1f-4ce1-bf2b-3766b4eb4993" providerId="ADAL" clId="{F8A2750B-193C-4F5D-AB2B-3365AE1E0804}" dt="2025-03-10T06:33:41.216" v="562" actId="47"/>
        <pc:sldMkLst>
          <pc:docMk/>
          <pc:sldMk cId="2994806499" sldId="2147470477"/>
        </pc:sldMkLst>
      </pc:sldChg>
      <pc:sldChg chg="add del">
        <pc:chgData name="Arindam Roy" userId="23243946-be1f-4ce1-bf2b-3766b4eb4993" providerId="ADAL" clId="{F8A2750B-193C-4F5D-AB2B-3365AE1E0804}" dt="2025-03-11T09:53:12.636" v="1634" actId="47"/>
        <pc:sldMkLst>
          <pc:docMk/>
          <pc:sldMk cId="2920845316" sldId="2147470580"/>
        </pc:sldMkLst>
      </pc:sldChg>
      <pc:sldChg chg="addSp delSp modSp mod ord">
        <pc:chgData name="Arindam Roy" userId="23243946-be1f-4ce1-bf2b-3766b4eb4993" providerId="ADAL" clId="{F8A2750B-193C-4F5D-AB2B-3365AE1E0804}" dt="2025-03-11T10:26:53.673" v="1774" actId="12269"/>
        <pc:sldMkLst>
          <pc:docMk/>
          <pc:sldMk cId="1694029455" sldId="2147478488"/>
        </pc:sldMkLst>
        <pc:spChg chg="mod">
          <ac:chgData name="Arindam Roy" userId="23243946-be1f-4ce1-bf2b-3766b4eb4993" providerId="ADAL" clId="{F8A2750B-193C-4F5D-AB2B-3365AE1E0804}" dt="2025-03-10T06:32:36.519" v="552" actId="1076"/>
          <ac:spMkLst>
            <pc:docMk/>
            <pc:sldMk cId="1694029455" sldId="2147478488"/>
            <ac:spMk id="2" creationId="{00000000-0000-0000-0000-000000000000}"/>
          </ac:spMkLst>
        </pc:spChg>
        <pc:spChg chg="add del mod">
          <ac:chgData name="Arindam Roy" userId="23243946-be1f-4ce1-bf2b-3766b4eb4993" providerId="ADAL" clId="{F8A2750B-193C-4F5D-AB2B-3365AE1E0804}" dt="2025-03-10T03:30:54.207" v="249" actId="21"/>
          <ac:spMkLst>
            <pc:docMk/>
            <pc:sldMk cId="1694029455" sldId="2147478488"/>
            <ac:spMk id="6" creationId="{93E7D5FB-D77C-8D1B-1CC4-4756585A34DB}"/>
          </ac:spMkLst>
        </pc:spChg>
        <pc:graphicFrameChg chg="del mod">
          <ac:chgData name="Arindam Roy" userId="23243946-be1f-4ce1-bf2b-3766b4eb4993" providerId="ADAL" clId="{F8A2750B-193C-4F5D-AB2B-3365AE1E0804}" dt="2025-03-10T03:30:49.972" v="248" actId="478"/>
          <ac:graphicFrameMkLst>
            <pc:docMk/>
            <pc:sldMk cId="1694029455" sldId="2147478488"/>
            <ac:graphicFrameMk id="5" creationId="{2D3288C0-EF86-46D7-A994-A3231380C9EE}"/>
          </ac:graphicFrameMkLst>
        </pc:graphicFrameChg>
        <pc:graphicFrameChg chg="add del modGraphic">
          <ac:chgData name="Arindam Roy" userId="23243946-be1f-4ce1-bf2b-3766b4eb4993" providerId="ADAL" clId="{F8A2750B-193C-4F5D-AB2B-3365AE1E0804}" dt="2025-03-10T03:31:28.071" v="274" actId="1032"/>
          <ac:graphicFrameMkLst>
            <pc:docMk/>
            <pc:sldMk cId="1694029455" sldId="2147478488"/>
            <ac:graphicFrameMk id="7" creationId="{CBFAC736-E642-E810-182A-DA53E58526BC}"/>
          </ac:graphicFrameMkLst>
        </pc:graphicFrameChg>
        <pc:graphicFrameChg chg="add del modGraphic">
          <ac:chgData name="Arindam Roy" userId="23243946-be1f-4ce1-bf2b-3766b4eb4993" providerId="ADAL" clId="{F8A2750B-193C-4F5D-AB2B-3365AE1E0804}" dt="2025-03-10T03:32:12.945" v="276" actId="478"/>
          <ac:graphicFrameMkLst>
            <pc:docMk/>
            <pc:sldMk cId="1694029455" sldId="2147478488"/>
            <ac:graphicFrameMk id="8" creationId="{61482730-8ECE-7A29-5135-EA2598D43FAB}"/>
          </ac:graphicFrameMkLst>
        </pc:graphicFrameChg>
        <pc:graphicFrameChg chg="add del modGraphic">
          <ac:chgData name="Arindam Roy" userId="23243946-be1f-4ce1-bf2b-3766b4eb4993" providerId="ADAL" clId="{F8A2750B-193C-4F5D-AB2B-3365AE1E0804}" dt="2025-03-10T03:32:32.829" v="278" actId="478"/>
          <ac:graphicFrameMkLst>
            <pc:docMk/>
            <pc:sldMk cId="1694029455" sldId="2147478488"/>
            <ac:graphicFrameMk id="9" creationId="{5993C6D6-8FE6-BADF-7C14-9E722D32D140}"/>
          </ac:graphicFrameMkLst>
        </pc:graphicFrameChg>
        <pc:graphicFrameChg chg="add mod modGraphic">
          <ac:chgData name="Arindam Roy" userId="23243946-be1f-4ce1-bf2b-3766b4eb4993" providerId="ADAL" clId="{F8A2750B-193C-4F5D-AB2B-3365AE1E0804}" dt="2025-03-11T10:26:53.673" v="1774" actId="12269"/>
          <ac:graphicFrameMkLst>
            <pc:docMk/>
            <pc:sldMk cId="1694029455" sldId="2147478488"/>
            <ac:graphicFrameMk id="10" creationId="{CD9A9268-257A-12C8-F03C-DBF3C281A036}"/>
          </ac:graphicFrameMkLst>
        </pc:graphicFrameChg>
      </pc:sldChg>
      <pc:sldChg chg="del">
        <pc:chgData name="Arindam Roy" userId="23243946-be1f-4ce1-bf2b-3766b4eb4993" providerId="ADAL" clId="{F8A2750B-193C-4F5D-AB2B-3365AE1E0804}" dt="2025-03-11T09:55:58.787" v="1639" actId="47"/>
        <pc:sldMkLst>
          <pc:docMk/>
          <pc:sldMk cId="35591176" sldId="2147478489"/>
        </pc:sldMkLst>
      </pc:sldChg>
      <pc:sldChg chg="modSp mod">
        <pc:chgData name="Arindam Roy" userId="23243946-be1f-4ce1-bf2b-3766b4eb4993" providerId="ADAL" clId="{F8A2750B-193C-4F5D-AB2B-3365AE1E0804}" dt="2025-03-11T10:31:35.933" v="1832" actId="27636"/>
        <pc:sldMkLst>
          <pc:docMk/>
          <pc:sldMk cId="2424057735" sldId="2147478489"/>
        </pc:sldMkLst>
        <pc:spChg chg="mod">
          <ac:chgData name="Arindam Roy" userId="23243946-be1f-4ce1-bf2b-3766b4eb4993" providerId="ADAL" clId="{F8A2750B-193C-4F5D-AB2B-3365AE1E0804}" dt="2025-03-11T10:31:35.933" v="1832" actId="27636"/>
          <ac:spMkLst>
            <pc:docMk/>
            <pc:sldMk cId="2424057735" sldId="2147478489"/>
            <ac:spMk id="2" creationId="{B756E9C7-9F9D-167E-BBA1-11A68C2B403E}"/>
          </ac:spMkLst>
        </pc:spChg>
        <pc:graphicFrameChg chg="mod">
          <ac:chgData name="Arindam Roy" userId="23243946-be1f-4ce1-bf2b-3766b4eb4993" providerId="ADAL" clId="{F8A2750B-193C-4F5D-AB2B-3365AE1E0804}" dt="2025-03-11T10:24:31.987" v="1762" actId="113"/>
          <ac:graphicFrameMkLst>
            <pc:docMk/>
            <pc:sldMk cId="2424057735" sldId="2147478489"/>
            <ac:graphicFrameMk id="5" creationId="{CA91C2D2-0974-AEA8-2F4C-780E0EF7C03D}"/>
          </ac:graphicFrameMkLst>
        </pc:graphicFrameChg>
      </pc:sldChg>
      <pc:sldChg chg="addSp delSp modSp mod">
        <pc:chgData name="Arindam Roy" userId="23243946-be1f-4ce1-bf2b-3766b4eb4993" providerId="ADAL" clId="{F8A2750B-193C-4F5D-AB2B-3365AE1E0804}" dt="2025-03-11T10:24:52.317" v="1767" actId="20577"/>
        <pc:sldMkLst>
          <pc:docMk/>
          <pc:sldMk cId="1696546432" sldId="2147478490"/>
        </pc:sldMkLst>
        <pc:graphicFrameChg chg="add mod modGraphic">
          <ac:chgData name="Arindam Roy" userId="23243946-be1f-4ce1-bf2b-3766b4eb4993" providerId="ADAL" clId="{F8A2750B-193C-4F5D-AB2B-3365AE1E0804}" dt="2025-03-11T10:24:52.317" v="1767" actId="20577"/>
          <ac:graphicFrameMkLst>
            <pc:docMk/>
            <pc:sldMk cId="1696546432" sldId="2147478490"/>
            <ac:graphicFrameMk id="4" creationId="{7C28841B-60D3-0CE8-E620-513B65D2B214}"/>
          </ac:graphicFrameMkLst>
        </pc:graphicFrameChg>
        <pc:graphicFrameChg chg="del">
          <ac:chgData name="Arindam Roy" userId="23243946-be1f-4ce1-bf2b-3766b4eb4993" providerId="ADAL" clId="{F8A2750B-193C-4F5D-AB2B-3365AE1E0804}" dt="2025-03-11T10:07:09.714" v="1667" actId="478"/>
          <ac:graphicFrameMkLst>
            <pc:docMk/>
            <pc:sldMk cId="1696546432" sldId="2147478490"/>
            <ac:graphicFrameMk id="10" creationId="{C9255AE4-5775-3424-73F1-EA267506E02D}"/>
          </ac:graphicFrameMkLst>
        </pc:graphicFrameChg>
      </pc:sldChg>
      <pc:sldChg chg="addSp delSp modSp new mod">
        <pc:chgData name="Arindam Roy" userId="23243946-be1f-4ce1-bf2b-3766b4eb4993" providerId="ADAL" clId="{F8A2750B-193C-4F5D-AB2B-3365AE1E0804}" dt="2025-03-11T10:32:28.406" v="1842" actId="1076"/>
        <pc:sldMkLst>
          <pc:docMk/>
          <pc:sldMk cId="3020858398" sldId="2147478491"/>
        </pc:sldMkLst>
        <pc:spChg chg="mod">
          <ac:chgData name="Arindam Roy" userId="23243946-be1f-4ce1-bf2b-3766b4eb4993" providerId="ADAL" clId="{F8A2750B-193C-4F5D-AB2B-3365AE1E0804}" dt="2025-03-11T10:32:28.406" v="1842" actId="1076"/>
          <ac:spMkLst>
            <pc:docMk/>
            <pc:sldMk cId="3020858398" sldId="2147478491"/>
            <ac:spMk id="2" creationId="{C103FB01-D327-D537-9CA4-EB2FAD9CDFF2}"/>
          </ac:spMkLst>
        </pc:spChg>
        <pc:spChg chg="del">
          <ac:chgData name="Arindam Roy" userId="23243946-be1f-4ce1-bf2b-3766b4eb4993" providerId="ADAL" clId="{F8A2750B-193C-4F5D-AB2B-3365AE1E0804}" dt="2025-03-11T10:17:13.019" v="1715" actId="1032"/>
          <ac:spMkLst>
            <pc:docMk/>
            <pc:sldMk cId="3020858398" sldId="2147478491"/>
            <ac:spMk id="4" creationId="{0A9F3934-8B3B-AB11-0632-2F88D7B9DE90}"/>
          </ac:spMkLst>
        </pc:spChg>
        <pc:spChg chg="add del mod">
          <ac:chgData name="Arindam Roy" userId="23243946-be1f-4ce1-bf2b-3766b4eb4993" providerId="ADAL" clId="{F8A2750B-193C-4F5D-AB2B-3365AE1E0804}" dt="2025-03-11T10:20:40.971" v="1730" actId="1032"/>
          <ac:spMkLst>
            <pc:docMk/>
            <pc:sldMk cId="3020858398" sldId="2147478491"/>
            <ac:spMk id="8" creationId="{A7EFFD48-9791-A1C8-CB52-EFAD06B94E3A}"/>
          </ac:spMkLst>
        </pc:spChg>
        <pc:graphicFrameChg chg="add del mod modGraphic">
          <ac:chgData name="Arindam Roy" userId="23243946-be1f-4ce1-bf2b-3766b4eb4993" providerId="ADAL" clId="{F8A2750B-193C-4F5D-AB2B-3365AE1E0804}" dt="2025-03-11T10:20:25.424" v="1729" actId="478"/>
          <ac:graphicFrameMkLst>
            <pc:docMk/>
            <pc:sldMk cId="3020858398" sldId="2147478491"/>
            <ac:graphicFrameMk id="5" creationId="{989D36F9-6B46-56E2-5FAC-DEBA27C613F3}"/>
          </ac:graphicFrameMkLst>
        </pc:graphicFrameChg>
        <pc:graphicFrameChg chg="add del modGraphic">
          <ac:chgData name="Arindam Roy" userId="23243946-be1f-4ce1-bf2b-3766b4eb4993" providerId="ADAL" clId="{F8A2750B-193C-4F5D-AB2B-3365AE1E0804}" dt="2025-03-11T10:19:50.652" v="1726" actId="1032"/>
          <ac:graphicFrameMkLst>
            <pc:docMk/>
            <pc:sldMk cId="3020858398" sldId="2147478491"/>
            <ac:graphicFrameMk id="6" creationId="{792263B4-86E7-FF9D-15BC-6F80CEE87188}"/>
          </ac:graphicFrameMkLst>
        </pc:graphicFrameChg>
        <pc:graphicFrameChg chg="add mod modGraphic">
          <ac:chgData name="Arindam Roy" userId="23243946-be1f-4ce1-bf2b-3766b4eb4993" providerId="ADAL" clId="{F8A2750B-193C-4F5D-AB2B-3365AE1E0804}" dt="2025-03-11T10:32:24.056" v="1841" actId="12269"/>
          <ac:graphicFrameMkLst>
            <pc:docMk/>
            <pc:sldMk cId="3020858398" sldId="2147478491"/>
            <ac:graphicFrameMk id="9" creationId="{0532A3C1-4BA8-94D1-9F12-4797E1597416}"/>
          </ac:graphicFrameMkLst>
        </pc:graphicFrameChg>
      </pc:sldChg>
      <pc:sldChg chg="del">
        <pc:chgData name="Arindam Roy" userId="23243946-be1f-4ce1-bf2b-3766b4eb4993" providerId="ADAL" clId="{F8A2750B-193C-4F5D-AB2B-3365AE1E0804}" dt="2025-03-11T09:52:53.993" v="1631" actId="47"/>
        <pc:sldMkLst>
          <pc:docMk/>
          <pc:sldMk cId="1804320438" sldId="2147478513"/>
        </pc:sldMkLst>
      </pc:sldChg>
      <pc:sldChg chg="del">
        <pc:chgData name="Arindam Roy" userId="23243946-be1f-4ce1-bf2b-3766b4eb4993" providerId="ADAL" clId="{F8A2750B-193C-4F5D-AB2B-3365AE1E0804}" dt="2025-03-11T09:08:19.054" v="1439" actId="47"/>
        <pc:sldMkLst>
          <pc:docMk/>
          <pc:sldMk cId="1202886184" sldId="2147478545"/>
        </pc:sldMkLst>
      </pc:sldChg>
      <pc:sldChg chg="add del">
        <pc:chgData name="Arindam Roy" userId="23243946-be1f-4ce1-bf2b-3766b4eb4993" providerId="ADAL" clId="{F8A2750B-193C-4F5D-AB2B-3365AE1E0804}" dt="2025-03-11T09:53:12.636" v="1634" actId="47"/>
        <pc:sldMkLst>
          <pc:docMk/>
          <pc:sldMk cId="1116734355" sldId="2147478550"/>
        </pc:sldMkLst>
      </pc:sldChg>
      <pc:sldChg chg="add del">
        <pc:chgData name="Arindam Roy" userId="23243946-be1f-4ce1-bf2b-3766b4eb4993" providerId="ADAL" clId="{F8A2750B-193C-4F5D-AB2B-3365AE1E0804}" dt="2025-03-11T09:08:24.346" v="1440" actId="47"/>
        <pc:sldMkLst>
          <pc:docMk/>
          <pc:sldMk cId="1928771536" sldId="2147478551"/>
        </pc:sldMkLst>
      </pc:sldChg>
      <pc:sldChg chg="add del">
        <pc:chgData name="Arindam Roy" userId="23243946-be1f-4ce1-bf2b-3766b4eb4993" providerId="ADAL" clId="{F8A2750B-193C-4F5D-AB2B-3365AE1E0804}" dt="2025-03-11T09:53:12.636" v="1634" actId="47"/>
        <pc:sldMkLst>
          <pc:docMk/>
          <pc:sldMk cId="3885465264" sldId="2147478552"/>
        </pc:sldMkLst>
      </pc:sldChg>
      <pc:sldChg chg="add del">
        <pc:chgData name="Arindam Roy" userId="23243946-be1f-4ce1-bf2b-3766b4eb4993" providerId="ADAL" clId="{F8A2750B-193C-4F5D-AB2B-3365AE1E0804}" dt="2025-03-11T09:53:12.636" v="1634" actId="47"/>
        <pc:sldMkLst>
          <pc:docMk/>
          <pc:sldMk cId="83509596" sldId="2147478553"/>
        </pc:sldMkLst>
      </pc:sldChg>
      <pc:sldChg chg="del">
        <pc:chgData name="Arindam Roy" userId="23243946-be1f-4ce1-bf2b-3766b4eb4993" providerId="ADAL" clId="{F8A2750B-193C-4F5D-AB2B-3365AE1E0804}" dt="2025-03-11T09:47:38.586" v="1630" actId="47"/>
        <pc:sldMkLst>
          <pc:docMk/>
          <pc:sldMk cId="1498584920" sldId="2147483633"/>
        </pc:sldMkLst>
      </pc:sldChg>
      <pc:sldChg chg="del">
        <pc:chgData name="Arindam Roy" userId="23243946-be1f-4ce1-bf2b-3766b4eb4993" providerId="ADAL" clId="{F8A2750B-193C-4F5D-AB2B-3365AE1E0804}" dt="2025-03-11T09:47:38.586" v="1630" actId="47"/>
        <pc:sldMkLst>
          <pc:docMk/>
          <pc:sldMk cId="2890457796" sldId="2147483634"/>
        </pc:sldMkLst>
      </pc:sldChg>
      <pc:sldChg chg="del">
        <pc:chgData name="Arindam Roy" userId="23243946-be1f-4ce1-bf2b-3766b4eb4993" providerId="ADAL" clId="{F8A2750B-193C-4F5D-AB2B-3365AE1E0804}" dt="2025-03-11T09:47:38.586" v="1630" actId="47"/>
        <pc:sldMkLst>
          <pc:docMk/>
          <pc:sldMk cId="1874793691" sldId="2147483636"/>
        </pc:sldMkLst>
      </pc:sldChg>
      <pc:sldChg chg="del">
        <pc:chgData name="Arindam Roy" userId="23243946-be1f-4ce1-bf2b-3766b4eb4993" providerId="ADAL" clId="{F8A2750B-193C-4F5D-AB2B-3365AE1E0804}" dt="2025-03-11T09:47:38.586" v="1630" actId="47"/>
        <pc:sldMkLst>
          <pc:docMk/>
          <pc:sldMk cId="358445414" sldId="2147483637"/>
        </pc:sldMkLst>
      </pc:sldChg>
      <pc:sldChg chg="del">
        <pc:chgData name="Arindam Roy" userId="23243946-be1f-4ce1-bf2b-3766b4eb4993" providerId="ADAL" clId="{F8A2750B-193C-4F5D-AB2B-3365AE1E0804}" dt="2025-03-11T09:47:38.586" v="1630" actId="47"/>
        <pc:sldMkLst>
          <pc:docMk/>
          <pc:sldMk cId="2215492427" sldId="2147483638"/>
        </pc:sldMkLst>
      </pc:sldChg>
      <pc:sldChg chg="del">
        <pc:chgData name="Arindam Roy" userId="23243946-be1f-4ce1-bf2b-3766b4eb4993" providerId="ADAL" clId="{F8A2750B-193C-4F5D-AB2B-3365AE1E0804}" dt="2025-03-11T09:47:38.586" v="1630" actId="47"/>
        <pc:sldMkLst>
          <pc:docMk/>
          <pc:sldMk cId="3022071711" sldId="2147483639"/>
        </pc:sldMkLst>
      </pc:sldChg>
      <pc:sldChg chg="del">
        <pc:chgData name="Arindam Roy" userId="23243946-be1f-4ce1-bf2b-3766b4eb4993" providerId="ADAL" clId="{F8A2750B-193C-4F5D-AB2B-3365AE1E0804}" dt="2025-03-10T06:34:43.641" v="563" actId="47"/>
        <pc:sldMkLst>
          <pc:docMk/>
          <pc:sldMk cId="1528938102" sldId="2147483640"/>
        </pc:sldMkLst>
      </pc:sldChg>
      <pc:sldChg chg="del">
        <pc:chgData name="Arindam Roy" userId="23243946-be1f-4ce1-bf2b-3766b4eb4993" providerId="ADAL" clId="{F8A2750B-193C-4F5D-AB2B-3365AE1E0804}" dt="2025-03-11T09:47:38.586" v="1630" actId="47"/>
        <pc:sldMkLst>
          <pc:docMk/>
          <pc:sldMk cId="799436842" sldId="2147483646"/>
        </pc:sldMkLst>
      </pc:sldChg>
      <pc:sldChg chg="del">
        <pc:chgData name="Arindam Roy" userId="23243946-be1f-4ce1-bf2b-3766b4eb4993" providerId="ADAL" clId="{F8A2750B-193C-4F5D-AB2B-3365AE1E0804}" dt="2025-03-11T09:47:38.586" v="1630" actId="47"/>
        <pc:sldMkLst>
          <pc:docMk/>
          <pc:sldMk cId="217624662" sldId="2147483647"/>
        </pc:sldMkLst>
      </pc:sldChg>
      <pc:sldMasterChg chg="addSldLayout delSldLayout">
        <pc:chgData name="Arindam Roy" userId="23243946-be1f-4ce1-bf2b-3766b4eb4993" providerId="ADAL" clId="{F8A2750B-193C-4F5D-AB2B-3365AE1E0804}" dt="2025-03-11T09:53:12.636" v="1634" actId="47"/>
        <pc:sldMasterMkLst>
          <pc:docMk/>
          <pc:sldMasterMk cId="2109098090" sldId="2147483886"/>
        </pc:sldMasterMkLst>
        <pc:sldLayoutChg chg="add del">
          <pc:chgData name="Arindam Roy" userId="23243946-be1f-4ce1-bf2b-3766b4eb4993" providerId="ADAL" clId="{F8A2750B-193C-4F5D-AB2B-3365AE1E0804}" dt="2025-03-11T09:53:12.636" v="1634" actId="47"/>
          <pc:sldLayoutMkLst>
            <pc:docMk/>
            <pc:sldMasterMk cId="2109098090" sldId="2147483886"/>
            <pc:sldLayoutMk cId="2793927584" sldId="2147483980"/>
          </pc:sldLayoutMkLst>
        </pc:sldLayoutChg>
        <pc:sldLayoutChg chg="del">
          <pc:chgData name="Arindam Roy" userId="23243946-be1f-4ce1-bf2b-3766b4eb4993" providerId="ADAL" clId="{F8A2750B-193C-4F5D-AB2B-3365AE1E0804}" dt="2025-03-11T09:52:53.993" v="1631" actId="47"/>
          <pc:sldLayoutMkLst>
            <pc:docMk/>
            <pc:sldMasterMk cId="2109098090" sldId="2147483886"/>
            <pc:sldLayoutMk cId="4170735056" sldId="2147483984"/>
          </pc:sldLayoutMkLst>
        </pc:sldLayoutChg>
        <pc:sldLayoutChg chg="del">
          <pc:chgData name="Arindam Roy" userId="23243946-be1f-4ce1-bf2b-3766b4eb4993" providerId="ADAL" clId="{F8A2750B-193C-4F5D-AB2B-3365AE1E0804}" dt="2025-03-11T09:52:53.993" v="1631" actId="47"/>
          <pc:sldLayoutMkLst>
            <pc:docMk/>
            <pc:sldMasterMk cId="2109098090" sldId="2147483886"/>
            <pc:sldLayoutMk cId="3736319629" sldId="2147483985"/>
          </pc:sldLayoutMkLst>
        </pc:sldLayoutChg>
        <pc:sldLayoutChg chg="del">
          <pc:chgData name="Arindam Roy" userId="23243946-be1f-4ce1-bf2b-3766b4eb4993" providerId="ADAL" clId="{F8A2750B-193C-4F5D-AB2B-3365AE1E0804}" dt="2025-03-11T09:52:53.993" v="1631" actId="47"/>
          <pc:sldLayoutMkLst>
            <pc:docMk/>
            <pc:sldMasterMk cId="2109098090" sldId="2147483886"/>
            <pc:sldLayoutMk cId="3869038540" sldId="2147483986"/>
          </pc:sldLayoutMkLst>
        </pc:sldLayoutChg>
        <pc:sldLayoutChg chg="del">
          <pc:chgData name="Arindam Roy" userId="23243946-be1f-4ce1-bf2b-3766b4eb4993" providerId="ADAL" clId="{F8A2750B-193C-4F5D-AB2B-3365AE1E0804}" dt="2025-03-11T07:55:23.805" v="1150" actId="2696"/>
          <pc:sldLayoutMkLst>
            <pc:docMk/>
            <pc:sldMasterMk cId="2109098090" sldId="2147483886"/>
            <pc:sldLayoutMk cId="881457417" sldId="2147483987"/>
          </pc:sldLayoutMkLst>
        </pc:sldLayoutChg>
        <pc:sldLayoutChg chg="del">
          <pc:chgData name="Arindam Roy" userId="23243946-be1f-4ce1-bf2b-3766b4eb4993" providerId="ADAL" clId="{F8A2750B-193C-4F5D-AB2B-3365AE1E0804}" dt="2025-03-11T07:55:19.840" v="1149" actId="2696"/>
          <pc:sldLayoutMkLst>
            <pc:docMk/>
            <pc:sldMasterMk cId="2109098090" sldId="2147483886"/>
            <pc:sldLayoutMk cId="785902036" sldId="214748399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0057D5-2F4C-499F-96B1-67C789CBBA8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6C88E-F0CB-44DD-BF23-A96C38531F2B}">
      <dgm:prSet/>
      <dgm:spPr/>
      <dgm:t>
        <a:bodyPr/>
        <a:lstStyle/>
        <a:p>
          <a:r>
            <a:rPr lang="en-IN" b="1" dirty="0"/>
            <a:t>Authentication vs. Authorization</a:t>
          </a:r>
          <a:endParaRPr lang="en-US" b="1" dirty="0"/>
        </a:p>
      </dgm:t>
    </dgm:pt>
    <dgm:pt modelId="{91133A9B-DF67-42CB-9EAE-9DC9FBCD300A}" type="parTrans" cxnId="{B631531C-597C-49B6-92C2-8D26F0BE9497}">
      <dgm:prSet/>
      <dgm:spPr/>
      <dgm:t>
        <a:bodyPr/>
        <a:lstStyle/>
        <a:p>
          <a:endParaRPr lang="en-US"/>
        </a:p>
      </dgm:t>
    </dgm:pt>
    <dgm:pt modelId="{6FF38E81-2FC7-426E-8D62-3F538B895BE2}" type="sibTrans" cxnId="{B631531C-597C-49B6-92C2-8D26F0BE9497}">
      <dgm:prSet/>
      <dgm:spPr/>
      <dgm:t>
        <a:bodyPr/>
        <a:lstStyle/>
        <a:p>
          <a:endParaRPr lang="en-US"/>
        </a:p>
      </dgm:t>
    </dgm:pt>
    <dgm:pt modelId="{84716596-3E13-4B8F-974F-3D8F02CFEBA3}">
      <dgm:prSet/>
      <dgm:spPr/>
      <dgm:t>
        <a:bodyPr/>
        <a:lstStyle/>
        <a:p>
          <a:r>
            <a:rPr lang="en-US" dirty="0"/>
            <a:t>Authentication is the process of verifying a user’s identity (e.g. prompting for username/password or an OTP). </a:t>
          </a:r>
        </a:p>
      </dgm:t>
    </dgm:pt>
    <dgm:pt modelId="{8A9C8354-9EAB-4A59-AA88-F13265665D9E}" type="parTrans" cxnId="{55523C10-5862-4A38-85BC-649B29C4A52E}">
      <dgm:prSet/>
      <dgm:spPr/>
      <dgm:t>
        <a:bodyPr/>
        <a:lstStyle/>
        <a:p>
          <a:endParaRPr lang="en-US"/>
        </a:p>
      </dgm:t>
    </dgm:pt>
    <dgm:pt modelId="{B717BCD3-02F4-40FF-8673-6FB08E7D35A1}" type="sibTrans" cxnId="{55523C10-5862-4A38-85BC-649B29C4A52E}">
      <dgm:prSet/>
      <dgm:spPr/>
      <dgm:t>
        <a:bodyPr/>
        <a:lstStyle/>
        <a:p>
          <a:endParaRPr lang="en-US"/>
        </a:p>
      </dgm:t>
    </dgm:pt>
    <dgm:pt modelId="{7978DF91-CB90-4AC3-869A-0615DF63D2C8}">
      <dgm:prSet/>
      <dgm:spPr/>
      <dgm:t>
        <a:bodyPr/>
        <a:lstStyle/>
        <a:p>
          <a:r>
            <a:rPr lang="en-IN" b="1" dirty="0"/>
            <a:t>Single Sign-On (SSO) &amp; Federation: </a:t>
          </a:r>
          <a:endParaRPr lang="en-US" b="1" dirty="0"/>
        </a:p>
      </dgm:t>
    </dgm:pt>
    <dgm:pt modelId="{43AA6ACA-67D4-40DE-AA46-670D9E771B89}" type="parTrans" cxnId="{1D4D86BE-BD92-41C6-8F91-CB341412F955}">
      <dgm:prSet/>
      <dgm:spPr/>
      <dgm:t>
        <a:bodyPr/>
        <a:lstStyle/>
        <a:p>
          <a:endParaRPr lang="en-US"/>
        </a:p>
      </dgm:t>
    </dgm:pt>
    <dgm:pt modelId="{295F7250-FB99-45D8-8B99-6F220A546263}" type="sibTrans" cxnId="{1D4D86BE-BD92-41C6-8F91-CB341412F955}">
      <dgm:prSet/>
      <dgm:spPr/>
      <dgm:t>
        <a:bodyPr/>
        <a:lstStyle/>
        <a:p>
          <a:endParaRPr lang="en-US"/>
        </a:p>
      </dgm:t>
    </dgm:pt>
    <dgm:pt modelId="{4EA6285B-4E37-471E-8AA7-239F27EAEA85}">
      <dgm:prSet/>
      <dgm:spPr/>
      <dgm:t>
        <a:bodyPr/>
        <a:lstStyle/>
        <a:p>
          <a:r>
            <a:rPr lang="en-US" dirty="0"/>
            <a:t>SSO means a user can log in once and gain access to multiple applications without re-entering credentials each time. </a:t>
          </a:r>
        </a:p>
      </dgm:t>
    </dgm:pt>
    <dgm:pt modelId="{D29DB27A-5161-4523-BD5D-3A5573A2613B}" type="parTrans" cxnId="{1AF4E83E-6493-44D6-9E99-18ADDB6267E6}">
      <dgm:prSet/>
      <dgm:spPr/>
      <dgm:t>
        <a:bodyPr/>
        <a:lstStyle/>
        <a:p>
          <a:endParaRPr lang="en-US"/>
        </a:p>
      </dgm:t>
    </dgm:pt>
    <dgm:pt modelId="{C5CCF3EF-6F59-4CD5-9A59-1F94579E31A5}" type="sibTrans" cxnId="{1AF4E83E-6493-44D6-9E99-18ADDB6267E6}">
      <dgm:prSet/>
      <dgm:spPr/>
      <dgm:t>
        <a:bodyPr/>
        <a:lstStyle/>
        <a:p>
          <a:endParaRPr lang="en-US"/>
        </a:p>
      </dgm:t>
    </dgm:pt>
    <dgm:pt modelId="{F9FC4E78-96EA-4071-94F5-24EB8A9712AF}">
      <dgm:prSet/>
      <dgm:spPr/>
      <dgm:t>
        <a:bodyPr/>
        <a:lstStyle/>
        <a:p>
          <a:r>
            <a:rPr lang="en-IN" b="1" dirty="0"/>
            <a:t>Access Control Models (RBAC &amp; ABAC): </a:t>
          </a:r>
          <a:endParaRPr lang="en-US" b="1" dirty="0"/>
        </a:p>
      </dgm:t>
    </dgm:pt>
    <dgm:pt modelId="{CD2332E1-837B-4AB4-AEB9-97EFD6E13D53}" type="parTrans" cxnId="{0EE865C5-0B4D-4A39-86F0-8B9B1AC11D37}">
      <dgm:prSet/>
      <dgm:spPr/>
      <dgm:t>
        <a:bodyPr/>
        <a:lstStyle/>
        <a:p>
          <a:endParaRPr lang="en-US"/>
        </a:p>
      </dgm:t>
    </dgm:pt>
    <dgm:pt modelId="{2ABD5533-6520-48EF-8B16-F3079E79F527}" type="sibTrans" cxnId="{0EE865C5-0B4D-4A39-86F0-8B9B1AC11D37}">
      <dgm:prSet/>
      <dgm:spPr/>
      <dgm:t>
        <a:bodyPr/>
        <a:lstStyle/>
        <a:p>
          <a:endParaRPr lang="en-US"/>
        </a:p>
      </dgm:t>
    </dgm:pt>
    <dgm:pt modelId="{A2DE8505-9C3B-4763-805E-183DA5CEC502}">
      <dgm:prSet/>
      <dgm:spPr/>
      <dgm:t>
        <a:bodyPr/>
        <a:lstStyle/>
        <a:p>
          <a:r>
            <a:rPr lang="en-US" dirty="0"/>
            <a:t>WAM applies access policies often using Role-Based Access Control or Attribute-Based Access Control. </a:t>
          </a:r>
        </a:p>
      </dgm:t>
    </dgm:pt>
    <dgm:pt modelId="{5246B47A-4860-40E8-BCC3-C7593BBB2E09}" type="parTrans" cxnId="{27119673-95CE-4987-9C78-3FE1FE73C0CB}">
      <dgm:prSet/>
      <dgm:spPr/>
      <dgm:t>
        <a:bodyPr/>
        <a:lstStyle/>
        <a:p>
          <a:endParaRPr lang="en-US"/>
        </a:p>
      </dgm:t>
    </dgm:pt>
    <dgm:pt modelId="{36CA6900-AF69-4AF1-B6F2-5856F8D68A4F}" type="sibTrans" cxnId="{27119673-95CE-4987-9C78-3FE1FE73C0CB}">
      <dgm:prSet/>
      <dgm:spPr/>
      <dgm:t>
        <a:bodyPr/>
        <a:lstStyle/>
        <a:p>
          <a:endParaRPr lang="en-US"/>
        </a:p>
      </dgm:t>
    </dgm:pt>
    <dgm:pt modelId="{14C840ED-FDED-4F66-B40E-26E5153AAE69}">
      <dgm:prSet/>
      <dgm:spPr/>
      <dgm:t>
        <a:bodyPr/>
        <a:lstStyle/>
        <a:p>
          <a:r>
            <a:rPr lang="en-IN" b="1" dirty="0"/>
            <a:t>Session Management &amp; Security: </a:t>
          </a:r>
          <a:endParaRPr lang="en-US" b="1" dirty="0"/>
        </a:p>
      </dgm:t>
    </dgm:pt>
    <dgm:pt modelId="{E08D14D6-662F-40C5-AFB7-BC200E5995B7}" type="parTrans" cxnId="{8371D358-F331-4729-A666-D69A401F47EA}">
      <dgm:prSet/>
      <dgm:spPr/>
      <dgm:t>
        <a:bodyPr/>
        <a:lstStyle/>
        <a:p>
          <a:endParaRPr lang="en-US"/>
        </a:p>
      </dgm:t>
    </dgm:pt>
    <dgm:pt modelId="{6E5A7C07-57AC-4222-AB56-8F262EBE1D25}" type="sibTrans" cxnId="{8371D358-F331-4729-A666-D69A401F47EA}">
      <dgm:prSet/>
      <dgm:spPr/>
      <dgm:t>
        <a:bodyPr/>
        <a:lstStyle/>
        <a:p>
          <a:endParaRPr lang="en-US"/>
        </a:p>
      </dgm:t>
    </dgm:pt>
    <dgm:pt modelId="{20D507B3-AD44-4077-90E9-E55230AC02DF}">
      <dgm:prSet/>
      <dgm:spPr/>
      <dgm:t>
        <a:bodyPr/>
        <a:lstStyle/>
        <a:p>
          <a:r>
            <a:rPr lang="en-US" dirty="0"/>
            <a:t>Once authenticated, WAM manages a session for the user’s web access – often via a session cookie or token that keeps the user logged in across pages or apps. </a:t>
          </a:r>
        </a:p>
      </dgm:t>
    </dgm:pt>
    <dgm:pt modelId="{2BD013E9-B1DB-4D57-8ABC-0F4931A472CF}" type="parTrans" cxnId="{E372A296-50CC-4DD5-B522-AEC0E2157869}">
      <dgm:prSet/>
      <dgm:spPr/>
      <dgm:t>
        <a:bodyPr/>
        <a:lstStyle/>
        <a:p>
          <a:endParaRPr lang="en-US"/>
        </a:p>
      </dgm:t>
    </dgm:pt>
    <dgm:pt modelId="{47743F97-1567-40F3-AD26-5CFF1D18E3C4}" type="sibTrans" cxnId="{E372A296-50CC-4DD5-B522-AEC0E2157869}">
      <dgm:prSet/>
      <dgm:spPr/>
      <dgm:t>
        <a:bodyPr/>
        <a:lstStyle/>
        <a:p>
          <a:endParaRPr lang="en-US"/>
        </a:p>
      </dgm:t>
    </dgm:pt>
    <dgm:pt modelId="{38F55F20-23BB-409C-997E-C6CBBBE45DF0}">
      <dgm:prSet/>
      <dgm:spPr/>
      <dgm:t>
        <a:bodyPr/>
        <a:lstStyle/>
        <a:p>
          <a:r>
            <a:rPr lang="en-US" dirty="0"/>
            <a:t>Authorization happens after authentication and is the process of granting or denying access to specific resources based on policies or roles. </a:t>
          </a:r>
        </a:p>
      </dgm:t>
    </dgm:pt>
    <dgm:pt modelId="{1B1BA4EB-C437-4910-A313-28283803F3BE}" type="parTrans" cxnId="{5EB59C5C-F888-4774-9AD5-C204A6E258FC}">
      <dgm:prSet/>
      <dgm:spPr/>
      <dgm:t>
        <a:bodyPr/>
        <a:lstStyle/>
        <a:p>
          <a:endParaRPr lang="en-US"/>
        </a:p>
      </dgm:t>
    </dgm:pt>
    <dgm:pt modelId="{8CE70CCF-FB11-423D-BF46-A272F96A343E}" type="sibTrans" cxnId="{5EB59C5C-F888-4774-9AD5-C204A6E258FC}">
      <dgm:prSet/>
      <dgm:spPr/>
      <dgm:t>
        <a:bodyPr/>
        <a:lstStyle/>
        <a:p>
          <a:endParaRPr lang="en-US"/>
        </a:p>
      </dgm:t>
    </dgm:pt>
    <dgm:pt modelId="{0E1B8D17-C8CF-48BE-B2A5-A5A4CC4FF4BD}">
      <dgm:prSet/>
      <dgm:spPr/>
      <dgm:t>
        <a:bodyPr/>
        <a:lstStyle/>
        <a:p>
          <a:r>
            <a:rPr lang="en-US" dirty="0"/>
            <a:t>In simple terms: authentication = “Who are you?”, authorization = “What are you allowed to do?”.</a:t>
          </a:r>
        </a:p>
      </dgm:t>
    </dgm:pt>
    <dgm:pt modelId="{3D3211BA-85B6-493E-8446-E1D0F9F490B0}" type="parTrans" cxnId="{44AA330E-223D-4E0D-A9C4-3864AE2C4A05}">
      <dgm:prSet/>
      <dgm:spPr/>
      <dgm:t>
        <a:bodyPr/>
        <a:lstStyle/>
        <a:p>
          <a:endParaRPr lang="en-US"/>
        </a:p>
      </dgm:t>
    </dgm:pt>
    <dgm:pt modelId="{65037E4B-C758-471F-95EF-A57ECD666183}" type="sibTrans" cxnId="{44AA330E-223D-4E0D-A9C4-3864AE2C4A05}">
      <dgm:prSet/>
      <dgm:spPr/>
      <dgm:t>
        <a:bodyPr/>
        <a:lstStyle/>
        <a:p>
          <a:endParaRPr lang="en-US"/>
        </a:p>
      </dgm:t>
    </dgm:pt>
    <dgm:pt modelId="{E16C7897-FF23-430E-BCC2-2A9DB20CE86B}">
      <dgm:prSet/>
      <dgm:spPr/>
      <dgm:t>
        <a:bodyPr/>
        <a:lstStyle/>
        <a:p>
          <a:r>
            <a:rPr lang="en-US" dirty="0"/>
            <a:t>WAM handles both – first confirming who the user is, then enforcing what that user can access.</a:t>
          </a:r>
        </a:p>
      </dgm:t>
    </dgm:pt>
    <dgm:pt modelId="{8A54DDAD-0DF1-4DDC-BD41-31E839523793}" type="parTrans" cxnId="{77C87184-5EFF-4319-8E82-1BB5C6037FF0}">
      <dgm:prSet/>
      <dgm:spPr/>
      <dgm:t>
        <a:bodyPr/>
        <a:lstStyle/>
        <a:p>
          <a:endParaRPr lang="en-US"/>
        </a:p>
      </dgm:t>
    </dgm:pt>
    <dgm:pt modelId="{2439F877-16C1-4DEA-A514-B0F10A3BD40E}" type="sibTrans" cxnId="{77C87184-5EFF-4319-8E82-1BB5C6037FF0}">
      <dgm:prSet/>
      <dgm:spPr/>
      <dgm:t>
        <a:bodyPr/>
        <a:lstStyle/>
        <a:p>
          <a:endParaRPr lang="en-US"/>
        </a:p>
      </dgm:t>
    </dgm:pt>
    <dgm:pt modelId="{6442F41E-634C-45FC-8815-07B285EB654E}">
      <dgm:prSet/>
      <dgm:spPr/>
      <dgm:t>
        <a:bodyPr/>
        <a:lstStyle/>
        <a:p>
          <a:r>
            <a:rPr lang="en-US" dirty="0"/>
            <a:t>In RBAC, permissions are tied to roles (job functions) and users are assigned roles – e.g., a “Manager” role grants access to certain web pages.</a:t>
          </a:r>
        </a:p>
      </dgm:t>
    </dgm:pt>
    <dgm:pt modelId="{DC40A1AC-BC6A-4481-8821-B7B4CCCFA4E5}" type="parTrans" cxnId="{6F7E0948-8391-4536-A96E-378A6CFF0A49}">
      <dgm:prSet/>
      <dgm:spPr/>
      <dgm:t>
        <a:bodyPr/>
        <a:lstStyle/>
        <a:p>
          <a:endParaRPr lang="en-US"/>
        </a:p>
      </dgm:t>
    </dgm:pt>
    <dgm:pt modelId="{335E57D9-B26A-4988-B9FF-01CA3E22515F}" type="sibTrans" cxnId="{6F7E0948-8391-4536-A96E-378A6CFF0A49}">
      <dgm:prSet/>
      <dgm:spPr/>
      <dgm:t>
        <a:bodyPr/>
        <a:lstStyle/>
        <a:p>
          <a:endParaRPr lang="en-US"/>
        </a:p>
      </dgm:t>
    </dgm:pt>
    <dgm:pt modelId="{108C2841-3470-4938-8EBF-B7EBBCF29730}">
      <dgm:prSet/>
      <dgm:spPr/>
      <dgm:t>
        <a:bodyPr/>
        <a:lstStyle/>
        <a:p>
          <a:r>
            <a:rPr lang="en-US" dirty="0"/>
            <a:t>In ABAC, access is determined by evaluating attributes about the user, resource, and context (e.g., department = Finance, resource sensitivity = confidential, access time = work hours). </a:t>
          </a:r>
        </a:p>
      </dgm:t>
    </dgm:pt>
    <dgm:pt modelId="{0F66F9A9-3C69-4153-ACC7-5CBC9D647464}" type="parTrans" cxnId="{6C1ADF64-38D1-48AE-840F-E77662FA6C37}">
      <dgm:prSet/>
      <dgm:spPr/>
      <dgm:t>
        <a:bodyPr/>
        <a:lstStyle/>
        <a:p>
          <a:endParaRPr lang="en-US"/>
        </a:p>
      </dgm:t>
    </dgm:pt>
    <dgm:pt modelId="{1382BE0C-3D6F-43FC-8417-60C1A3167664}" type="sibTrans" cxnId="{6C1ADF64-38D1-48AE-840F-E77662FA6C37}">
      <dgm:prSet/>
      <dgm:spPr/>
      <dgm:t>
        <a:bodyPr/>
        <a:lstStyle/>
        <a:p>
          <a:endParaRPr lang="en-US"/>
        </a:p>
      </dgm:t>
    </dgm:pt>
    <dgm:pt modelId="{D16A6C13-860A-4BF8-BE5E-564333636D9D}">
      <dgm:prSet/>
      <dgm:spPr/>
      <dgm:t>
        <a:bodyPr/>
        <a:lstStyle/>
        <a:p>
          <a:r>
            <a:rPr lang="en-US" dirty="0"/>
            <a:t>ABAC allows more granular, dynamic decisions but is more complex to implement. Modern WAM systems may use RBAC, ABAC, or a combination to define who can access what.</a:t>
          </a:r>
        </a:p>
      </dgm:t>
    </dgm:pt>
    <dgm:pt modelId="{41F655B6-EC50-477E-9473-3144CBF51001}" type="parTrans" cxnId="{4B117D07-E3BC-403C-AFF7-63AEF55D2222}">
      <dgm:prSet/>
      <dgm:spPr/>
      <dgm:t>
        <a:bodyPr/>
        <a:lstStyle/>
        <a:p>
          <a:endParaRPr lang="en-US"/>
        </a:p>
      </dgm:t>
    </dgm:pt>
    <dgm:pt modelId="{5765699F-DDC4-45BE-88C9-39F60EA187C7}" type="sibTrans" cxnId="{4B117D07-E3BC-403C-AFF7-63AEF55D2222}">
      <dgm:prSet/>
      <dgm:spPr/>
      <dgm:t>
        <a:bodyPr/>
        <a:lstStyle/>
        <a:p>
          <a:endParaRPr lang="en-US"/>
        </a:p>
      </dgm:t>
    </dgm:pt>
    <dgm:pt modelId="{1CC9E89C-60E9-4C6F-B8D2-8772A5293CCA}">
      <dgm:prSet/>
      <dgm:spPr/>
      <dgm:t>
        <a:bodyPr/>
        <a:lstStyle/>
        <a:p>
          <a:r>
            <a:rPr lang="en-US" dirty="0"/>
            <a:t>Secure session management is vital: the WAM system ensures session tokens are protected (HTTPS, secure cookies, etc.) and expire appropriately to prevent misuse. </a:t>
          </a:r>
        </a:p>
      </dgm:t>
    </dgm:pt>
    <dgm:pt modelId="{B4F53DFB-75F1-41AD-955E-66B1CAA224CB}" type="parTrans" cxnId="{2CF3F568-723C-49A5-A7B2-F34AD2E38E04}">
      <dgm:prSet/>
      <dgm:spPr/>
      <dgm:t>
        <a:bodyPr/>
        <a:lstStyle/>
        <a:p>
          <a:endParaRPr lang="en-US"/>
        </a:p>
      </dgm:t>
    </dgm:pt>
    <dgm:pt modelId="{00047D59-5193-4CDB-9875-FCA4AC99CB92}" type="sibTrans" cxnId="{2CF3F568-723C-49A5-A7B2-F34AD2E38E04}">
      <dgm:prSet/>
      <dgm:spPr/>
      <dgm:t>
        <a:bodyPr/>
        <a:lstStyle/>
        <a:p>
          <a:endParaRPr lang="en-US"/>
        </a:p>
      </dgm:t>
    </dgm:pt>
    <dgm:pt modelId="{2B82F54C-C6F4-4F05-A410-C5982698183E}">
      <dgm:prSet/>
      <dgm:spPr/>
      <dgm:t>
        <a:bodyPr/>
        <a:lstStyle/>
        <a:p>
          <a:r>
            <a:rPr lang="en-US" dirty="0"/>
            <a:t>WAM solutions use measures like token encryption, idle timeouts, and tying sessions to client attributes and authentication methods like MFA.</a:t>
          </a:r>
        </a:p>
      </dgm:t>
    </dgm:pt>
    <dgm:pt modelId="{C80E8ED2-5F81-4216-9794-68B5ABAC1E67}" type="parTrans" cxnId="{086EEB79-50CB-4E8B-9A64-E39049A39ABD}">
      <dgm:prSet/>
      <dgm:spPr/>
      <dgm:t>
        <a:bodyPr/>
        <a:lstStyle/>
        <a:p>
          <a:endParaRPr lang="en-US"/>
        </a:p>
      </dgm:t>
    </dgm:pt>
    <dgm:pt modelId="{398B4F5D-E525-4838-A76A-E66CFEEB8398}" type="sibTrans" cxnId="{086EEB79-50CB-4E8B-9A64-E39049A39ABD}">
      <dgm:prSet/>
      <dgm:spPr/>
      <dgm:t>
        <a:bodyPr/>
        <a:lstStyle/>
        <a:p>
          <a:endParaRPr lang="en-US"/>
        </a:p>
      </dgm:t>
    </dgm:pt>
    <dgm:pt modelId="{73F14A67-7D8B-4447-ABDA-65EAF0C35F71}">
      <dgm:prSet/>
      <dgm:spPr/>
      <dgm:t>
        <a:bodyPr/>
        <a:lstStyle/>
        <a:p>
          <a:r>
            <a:rPr lang="en-US" dirty="0"/>
            <a:t>WAM solutions provide SSO convenience by sharing a session token or cookie across trusted applications. </a:t>
          </a:r>
        </a:p>
      </dgm:t>
    </dgm:pt>
    <dgm:pt modelId="{72C35EAC-B984-43FC-9DED-0B546F9563D5}" type="sibTrans" cxnId="{D621A7B8-8D01-4E65-9AD8-D14713CA1F04}">
      <dgm:prSet/>
      <dgm:spPr/>
      <dgm:t>
        <a:bodyPr/>
        <a:lstStyle/>
        <a:p>
          <a:endParaRPr lang="en-US"/>
        </a:p>
      </dgm:t>
    </dgm:pt>
    <dgm:pt modelId="{49FC0BDF-199C-409E-8A8D-2C16ED12BB0C}" type="parTrans" cxnId="{D621A7B8-8D01-4E65-9AD8-D14713CA1F04}">
      <dgm:prSet/>
      <dgm:spPr/>
      <dgm:t>
        <a:bodyPr/>
        <a:lstStyle/>
        <a:p>
          <a:endParaRPr lang="en-US"/>
        </a:p>
      </dgm:t>
    </dgm:pt>
    <dgm:pt modelId="{07B40F70-AF04-424B-8D5F-85F37BA4D084}">
      <dgm:prSet/>
      <dgm:spPr/>
      <dgm:t>
        <a:bodyPr/>
        <a:lstStyle/>
        <a:p>
          <a:r>
            <a:rPr lang="en-US" dirty="0"/>
            <a:t>Federation extends this idea across organizational or domain boundaries – it allows a user’s SSO to work for applications in different domains or companies through trust agreements. </a:t>
          </a:r>
        </a:p>
      </dgm:t>
    </dgm:pt>
    <dgm:pt modelId="{D5DBFB3D-151E-4036-A2F1-A00DB3D48E40}" type="sibTrans" cxnId="{74B6AE38-FB89-4A81-88EA-A4B29905B6AF}">
      <dgm:prSet/>
      <dgm:spPr/>
      <dgm:t>
        <a:bodyPr/>
        <a:lstStyle/>
        <a:p>
          <a:endParaRPr lang="en-US"/>
        </a:p>
      </dgm:t>
    </dgm:pt>
    <dgm:pt modelId="{E0E21677-E442-4134-9BFF-23E7E3C34D5C}" type="parTrans" cxnId="{74B6AE38-FB89-4A81-88EA-A4B29905B6AF}">
      <dgm:prSet/>
      <dgm:spPr/>
      <dgm:t>
        <a:bodyPr/>
        <a:lstStyle/>
        <a:p>
          <a:endParaRPr lang="en-US"/>
        </a:p>
      </dgm:t>
    </dgm:pt>
    <dgm:pt modelId="{C1BC816C-7BBD-48D9-9BF2-F74674C8C6C6}">
      <dgm:prSet/>
      <dgm:spPr/>
      <dgm:t>
        <a:bodyPr/>
        <a:lstStyle/>
        <a:p>
          <a:r>
            <a:rPr lang="en-US" dirty="0"/>
            <a:t>Federated identity management uses standards like SAML or OIDC so that an identity from one domain (e.g. a corporate IdP) is accepted in another domain (a partner’s application).</a:t>
          </a:r>
        </a:p>
      </dgm:t>
    </dgm:pt>
    <dgm:pt modelId="{0F831BCB-7FF2-4E55-A56C-ECE77F092287}" type="sibTrans" cxnId="{9C42DFA4-5A4A-4564-A147-1CC86D37A51E}">
      <dgm:prSet/>
      <dgm:spPr/>
      <dgm:t>
        <a:bodyPr/>
        <a:lstStyle/>
        <a:p>
          <a:endParaRPr lang="en-US"/>
        </a:p>
      </dgm:t>
    </dgm:pt>
    <dgm:pt modelId="{722FA6E0-BCF9-497C-8D08-AA7811F451C4}" type="parTrans" cxnId="{9C42DFA4-5A4A-4564-A147-1CC86D37A51E}">
      <dgm:prSet/>
      <dgm:spPr/>
      <dgm:t>
        <a:bodyPr/>
        <a:lstStyle/>
        <a:p>
          <a:endParaRPr lang="en-US"/>
        </a:p>
      </dgm:t>
    </dgm:pt>
    <dgm:pt modelId="{393936FF-E71A-4AAF-8D5F-A60C2E399378}">
      <dgm:prSet/>
      <dgm:spPr/>
      <dgm:t>
        <a:bodyPr/>
        <a:lstStyle/>
        <a:p>
          <a:r>
            <a:rPr lang="en-US" dirty="0"/>
            <a:t>The key difference: SSO is typically within one organization, while federation enables SSO across multiple organizations or security domains.</a:t>
          </a:r>
        </a:p>
      </dgm:t>
    </dgm:pt>
    <dgm:pt modelId="{796606B8-3232-4E2E-9B73-055E1E3BAB8F}" type="sibTrans" cxnId="{44A3590C-C25F-4CE1-9F4C-D7AAA63A8F3A}">
      <dgm:prSet/>
      <dgm:spPr/>
      <dgm:t>
        <a:bodyPr/>
        <a:lstStyle/>
        <a:p>
          <a:endParaRPr lang="en-US"/>
        </a:p>
      </dgm:t>
    </dgm:pt>
    <dgm:pt modelId="{B447DB05-2171-4F8F-A894-4491DCC0969A}" type="parTrans" cxnId="{44A3590C-C25F-4CE1-9F4C-D7AAA63A8F3A}">
      <dgm:prSet/>
      <dgm:spPr/>
      <dgm:t>
        <a:bodyPr/>
        <a:lstStyle/>
        <a:p>
          <a:endParaRPr lang="en-US"/>
        </a:p>
      </dgm:t>
    </dgm:pt>
    <dgm:pt modelId="{70B27F10-B94A-430A-9D93-9D7EB7965C9F}" type="pres">
      <dgm:prSet presAssocID="{3B0057D5-2F4C-499F-96B1-67C789CBBA81}" presName="linear" presStyleCnt="0">
        <dgm:presLayoutVars>
          <dgm:dir/>
          <dgm:animLvl val="lvl"/>
          <dgm:resizeHandles val="exact"/>
        </dgm:presLayoutVars>
      </dgm:prSet>
      <dgm:spPr/>
    </dgm:pt>
    <dgm:pt modelId="{B1226E19-3DE2-411C-ADDC-F7470C23E461}" type="pres">
      <dgm:prSet presAssocID="{2306C88E-F0CB-44DD-BF23-A96C38531F2B}" presName="parentLin" presStyleCnt="0"/>
      <dgm:spPr/>
    </dgm:pt>
    <dgm:pt modelId="{2997D89C-A0C9-4B54-BAC1-EE04B8584098}" type="pres">
      <dgm:prSet presAssocID="{2306C88E-F0CB-44DD-BF23-A96C38531F2B}" presName="parentLeftMargin" presStyleLbl="node1" presStyleIdx="0" presStyleCnt="4"/>
      <dgm:spPr/>
    </dgm:pt>
    <dgm:pt modelId="{353EDE7C-BF08-4DBB-99F0-52D34993C707}" type="pres">
      <dgm:prSet presAssocID="{2306C88E-F0CB-44DD-BF23-A96C38531F2B}" presName="parentText" presStyleLbl="node1" presStyleIdx="0" presStyleCnt="4">
        <dgm:presLayoutVars>
          <dgm:chMax val="0"/>
          <dgm:bulletEnabled val="1"/>
        </dgm:presLayoutVars>
      </dgm:prSet>
      <dgm:spPr/>
    </dgm:pt>
    <dgm:pt modelId="{3E82B791-3116-454A-8435-FB8EB7427330}" type="pres">
      <dgm:prSet presAssocID="{2306C88E-F0CB-44DD-BF23-A96C38531F2B}" presName="negativeSpace" presStyleCnt="0"/>
      <dgm:spPr/>
    </dgm:pt>
    <dgm:pt modelId="{C6981107-2272-455A-B7FF-F299B2F8E412}" type="pres">
      <dgm:prSet presAssocID="{2306C88E-F0CB-44DD-BF23-A96C38531F2B}" presName="childText" presStyleLbl="conFgAcc1" presStyleIdx="0" presStyleCnt="4">
        <dgm:presLayoutVars>
          <dgm:bulletEnabled val="1"/>
        </dgm:presLayoutVars>
      </dgm:prSet>
      <dgm:spPr/>
    </dgm:pt>
    <dgm:pt modelId="{32DA47A8-437A-4DDA-AB81-B316D0B679A0}" type="pres">
      <dgm:prSet presAssocID="{6FF38E81-2FC7-426E-8D62-3F538B895BE2}" presName="spaceBetweenRectangles" presStyleCnt="0"/>
      <dgm:spPr/>
    </dgm:pt>
    <dgm:pt modelId="{282A9083-61BB-433C-A3D8-4781E0FADBA3}" type="pres">
      <dgm:prSet presAssocID="{7978DF91-CB90-4AC3-869A-0615DF63D2C8}" presName="parentLin" presStyleCnt="0"/>
      <dgm:spPr/>
    </dgm:pt>
    <dgm:pt modelId="{6121BA52-1117-4457-BA9A-43E0453A94EF}" type="pres">
      <dgm:prSet presAssocID="{7978DF91-CB90-4AC3-869A-0615DF63D2C8}" presName="parentLeftMargin" presStyleLbl="node1" presStyleIdx="0" presStyleCnt="4"/>
      <dgm:spPr/>
    </dgm:pt>
    <dgm:pt modelId="{7B6301B4-0BEB-486F-AD70-7CDF30B79445}" type="pres">
      <dgm:prSet presAssocID="{7978DF91-CB90-4AC3-869A-0615DF63D2C8}" presName="parentText" presStyleLbl="node1" presStyleIdx="1" presStyleCnt="4">
        <dgm:presLayoutVars>
          <dgm:chMax val="0"/>
          <dgm:bulletEnabled val="1"/>
        </dgm:presLayoutVars>
      </dgm:prSet>
      <dgm:spPr/>
    </dgm:pt>
    <dgm:pt modelId="{BF2E5B26-8CE7-42E8-8993-F53448D6C2F1}" type="pres">
      <dgm:prSet presAssocID="{7978DF91-CB90-4AC3-869A-0615DF63D2C8}" presName="negativeSpace" presStyleCnt="0"/>
      <dgm:spPr/>
    </dgm:pt>
    <dgm:pt modelId="{97EAE647-9AC1-49F4-9F09-3A3EB41818C3}" type="pres">
      <dgm:prSet presAssocID="{7978DF91-CB90-4AC3-869A-0615DF63D2C8}" presName="childText" presStyleLbl="conFgAcc1" presStyleIdx="1" presStyleCnt="4">
        <dgm:presLayoutVars>
          <dgm:bulletEnabled val="1"/>
        </dgm:presLayoutVars>
      </dgm:prSet>
      <dgm:spPr/>
    </dgm:pt>
    <dgm:pt modelId="{C6A2649E-6A5F-41E1-B224-33B4648249D8}" type="pres">
      <dgm:prSet presAssocID="{295F7250-FB99-45D8-8B99-6F220A546263}" presName="spaceBetweenRectangles" presStyleCnt="0"/>
      <dgm:spPr/>
    </dgm:pt>
    <dgm:pt modelId="{79581495-D9AF-4759-AB99-15A827DC42FD}" type="pres">
      <dgm:prSet presAssocID="{F9FC4E78-96EA-4071-94F5-24EB8A9712AF}" presName="parentLin" presStyleCnt="0"/>
      <dgm:spPr/>
    </dgm:pt>
    <dgm:pt modelId="{BBA3D712-EEEC-4E94-8C7D-CDE64997C330}" type="pres">
      <dgm:prSet presAssocID="{F9FC4E78-96EA-4071-94F5-24EB8A9712AF}" presName="parentLeftMargin" presStyleLbl="node1" presStyleIdx="1" presStyleCnt="4"/>
      <dgm:spPr/>
    </dgm:pt>
    <dgm:pt modelId="{4C7AAB35-870B-4074-92C0-0322C1EC4C5D}" type="pres">
      <dgm:prSet presAssocID="{F9FC4E78-96EA-4071-94F5-24EB8A9712AF}" presName="parentText" presStyleLbl="node1" presStyleIdx="2" presStyleCnt="4">
        <dgm:presLayoutVars>
          <dgm:chMax val="0"/>
          <dgm:bulletEnabled val="1"/>
        </dgm:presLayoutVars>
      </dgm:prSet>
      <dgm:spPr/>
    </dgm:pt>
    <dgm:pt modelId="{BC4ADA37-ECD4-4336-8A4B-0E8804F411E8}" type="pres">
      <dgm:prSet presAssocID="{F9FC4E78-96EA-4071-94F5-24EB8A9712AF}" presName="negativeSpace" presStyleCnt="0"/>
      <dgm:spPr/>
    </dgm:pt>
    <dgm:pt modelId="{EABD2A0A-593C-4245-B051-EDAC9B0ED5BD}" type="pres">
      <dgm:prSet presAssocID="{F9FC4E78-96EA-4071-94F5-24EB8A9712AF}" presName="childText" presStyleLbl="conFgAcc1" presStyleIdx="2" presStyleCnt="4">
        <dgm:presLayoutVars>
          <dgm:bulletEnabled val="1"/>
        </dgm:presLayoutVars>
      </dgm:prSet>
      <dgm:spPr/>
    </dgm:pt>
    <dgm:pt modelId="{8E1DF6D7-B823-483A-BDF3-848F7DB61859}" type="pres">
      <dgm:prSet presAssocID="{2ABD5533-6520-48EF-8B16-F3079E79F527}" presName="spaceBetweenRectangles" presStyleCnt="0"/>
      <dgm:spPr/>
    </dgm:pt>
    <dgm:pt modelId="{E07797E7-292A-4050-9A17-694B39E9008B}" type="pres">
      <dgm:prSet presAssocID="{14C840ED-FDED-4F66-B40E-26E5153AAE69}" presName="parentLin" presStyleCnt="0"/>
      <dgm:spPr/>
    </dgm:pt>
    <dgm:pt modelId="{26B67190-CBF8-4AAB-90A5-F9ADA1E0E3C8}" type="pres">
      <dgm:prSet presAssocID="{14C840ED-FDED-4F66-B40E-26E5153AAE69}" presName="parentLeftMargin" presStyleLbl="node1" presStyleIdx="2" presStyleCnt="4"/>
      <dgm:spPr/>
    </dgm:pt>
    <dgm:pt modelId="{6A1C0A03-1CE6-4DAC-8233-0F16C12DE444}" type="pres">
      <dgm:prSet presAssocID="{14C840ED-FDED-4F66-B40E-26E5153AAE69}" presName="parentText" presStyleLbl="node1" presStyleIdx="3" presStyleCnt="4">
        <dgm:presLayoutVars>
          <dgm:chMax val="0"/>
          <dgm:bulletEnabled val="1"/>
        </dgm:presLayoutVars>
      </dgm:prSet>
      <dgm:spPr/>
    </dgm:pt>
    <dgm:pt modelId="{98BDAFC9-5BA6-4AB8-896F-6AF6C292D801}" type="pres">
      <dgm:prSet presAssocID="{14C840ED-FDED-4F66-B40E-26E5153AAE69}" presName="negativeSpace" presStyleCnt="0"/>
      <dgm:spPr/>
    </dgm:pt>
    <dgm:pt modelId="{6D32C263-544B-4724-8BC5-EA49DA40BCA9}" type="pres">
      <dgm:prSet presAssocID="{14C840ED-FDED-4F66-B40E-26E5153AAE69}" presName="childText" presStyleLbl="conFgAcc1" presStyleIdx="3" presStyleCnt="4">
        <dgm:presLayoutVars>
          <dgm:bulletEnabled val="1"/>
        </dgm:presLayoutVars>
      </dgm:prSet>
      <dgm:spPr/>
    </dgm:pt>
  </dgm:ptLst>
  <dgm:cxnLst>
    <dgm:cxn modelId="{4B117D07-E3BC-403C-AFF7-63AEF55D2222}" srcId="{F9FC4E78-96EA-4071-94F5-24EB8A9712AF}" destId="{D16A6C13-860A-4BF8-BE5E-564333636D9D}" srcOrd="3" destOrd="0" parTransId="{41F655B6-EC50-477E-9473-3144CBF51001}" sibTransId="{5765699F-DDC4-45BE-88C9-39F60EA187C7}"/>
    <dgm:cxn modelId="{F734FF09-A54A-4FD2-9F7E-7D77B29E9AAD}" type="presOf" srcId="{14C840ED-FDED-4F66-B40E-26E5153AAE69}" destId="{26B67190-CBF8-4AAB-90A5-F9ADA1E0E3C8}" srcOrd="0" destOrd="0" presId="urn:microsoft.com/office/officeart/2005/8/layout/list1"/>
    <dgm:cxn modelId="{44A3590C-C25F-4CE1-9F4C-D7AAA63A8F3A}" srcId="{7978DF91-CB90-4AC3-869A-0615DF63D2C8}" destId="{393936FF-E71A-4AAF-8D5F-A60C2E399378}" srcOrd="4" destOrd="0" parTransId="{B447DB05-2171-4F8F-A894-4491DCC0969A}" sibTransId="{796606B8-3232-4E2E-9B73-055E1E3BAB8F}"/>
    <dgm:cxn modelId="{44AA330E-223D-4E0D-A9C4-3864AE2C4A05}" srcId="{2306C88E-F0CB-44DD-BF23-A96C38531F2B}" destId="{0E1B8D17-C8CF-48BE-B2A5-A5A4CC4FF4BD}" srcOrd="2" destOrd="0" parTransId="{3D3211BA-85B6-493E-8446-E1D0F9F490B0}" sibTransId="{65037E4B-C758-471F-95EF-A57ECD666183}"/>
    <dgm:cxn modelId="{55523C10-5862-4A38-85BC-649B29C4A52E}" srcId="{2306C88E-F0CB-44DD-BF23-A96C38531F2B}" destId="{84716596-3E13-4B8F-974F-3D8F02CFEBA3}" srcOrd="0" destOrd="0" parTransId="{8A9C8354-9EAB-4A59-AA88-F13265665D9E}" sibTransId="{B717BCD3-02F4-40FF-8673-6FB08E7D35A1}"/>
    <dgm:cxn modelId="{E70F4611-A6AD-4923-AB67-20682371F072}" type="presOf" srcId="{73F14A67-7D8B-4447-ABDA-65EAF0C35F71}" destId="{97EAE647-9AC1-49F4-9F09-3A3EB41818C3}" srcOrd="0" destOrd="1" presId="urn:microsoft.com/office/officeart/2005/8/layout/list1"/>
    <dgm:cxn modelId="{A2B25917-F11D-49D3-AE69-0373619C61C3}" type="presOf" srcId="{2306C88E-F0CB-44DD-BF23-A96C38531F2B}" destId="{353EDE7C-BF08-4DBB-99F0-52D34993C707}" srcOrd="1" destOrd="0" presId="urn:microsoft.com/office/officeart/2005/8/layout/list1"/>
    <dgm:cxn modelId="{7E01E118-13FA-452D-9D77-F5B871D746DD}" type="presOf" srcId="{2306C88E-F0CB-44DD-BF23-A96C38531F2B}" destId="{2997D89C-A0C9-4B54-BAC1-EE04B8584098}" srcOrd="0" destOrd="0" presId="urn:microsoft.com/office/officeart/2005/8/layout/list1"/>
    <dgm:cxn modelId="{292F961A-9C19-43E1-9DE7-1058E75EF7BB}" type="presOf" srcId="{14C840ED-FDED-4F66-B40E-26E5153AAE69}" destId="{6A1C0A03-1CE6-4DAC-8233-0F16C12DE444}" srcOrd="1" destOrd="0" presId="urn:microsoft.com/office/officeart/2005/8/layout/list1"/>
    <dgm:cxn modelId="{B631531C-597C-49B6-92C2-8D26F0BE9497}" srcId="{3B0057D5-2F4C-499F-96B1-67C789CBBA81}" destId="{2306C88E-F0CB-44DD-BF23-A96C38531F2B}" srcOrd="0" destOrd="0" parTransId="{91133A9B-DF67-42CB-9EAE-9DC9FBCD300A}" sibTransId="{6FF38E81-2FC7-426E-8D62-3F538B895BE2}"/>
    <dgm:cxn modelId="{9AA7021E-5ABD-453B-95B9-9278934B2F96}" type="presOf" srcId="{07B40F70-AF04-424B-8D5F-85F37BA4D084}" destId="{97EAE647-9AC1-49F4-9F09-3A3EB41818C3}" srcOrd="0" destOrd="2" presId="urn:microsoft.com/office/officeart/2005/8/layout/list1"/>
    <dgm:cxn modelId="{4B6E132F-AADD-4C72-9401-F57BCA8DA523}" type="presOf" srcId="{4EA6285B-4E37-471E-8AA7-239F27EAEA85}" destId="{97EAE647-9AC1-49F4-9F09-3A3EB41818C3}" srcOrd="0" destOrd="0" presId="urn:microsoft.com/office/officeart/2005/8/layout/list1"/>
    <dgm:cxn modelId="{12FE6B30-C9CB-4DCF-A0AD-C5E4E363586B}" type="presOf" srcId="{F9FC4E78-96EA-4071-94F5-24EB8A9712AF}" destId="{BBA3D712-EEEC-4E94-8C7D-CDE64997C330}" srcOrd="0" destOrd="0" presId="urn:microsoft.com/office/officeart/2005/8/layout/list1"/>
    <dgm:cxn modelId="{74B6AE38-FB89-4A81-88EA-A4B29905B6AF}" srcId="{7978DF91-CB90-4AC3-869A-0615DF63D2C8}" destId="{07B40F70-AF04-424B-8D5F-85F37BA4D084}" srcOrd="2" destOrd="0" parTransId="{E0E21677-E442-4134-9BFF-23E7E3C34D5C}" sibTransId="{D5DBFB3D-151E-4036-A2F1-A00DB3D48E40}"/>
    <dgm:cxn modelId="{38DCC139-564F-46C6-8225-66378CAA7C3D}" type="presOf" srcId="{7978DF91-CB90-4AC3-869A-0615DF63D2C8}" destId="{7B6301B4-0BEB-486F-AD70-7CDF30B79445}" srcOrd="1" destOrd="0" presId="urn:microsoft.com/office/officeart/2005/8/layout/list1"/>
    <dgm:cxn modelId="{1AF4E83E-6493-44D6-9E99-18ADDB6267E6}" srcId="{7978DF91-CB90-4AC3-869A-0615DF63D2C8}" destId="{4EA6285B-4E37-471E-8AA7-239F27EAEA85}" srcOrd="0" destOrd="0" parTransId="{D29DB27A-5161-4523-BD5D-3A5573A2613B}" sibTransId="{C5CCF3EF-6F59-4CD5-9A59-1F94579E31A5}"/>
    <dgm:cxn modelId="{5EB59C5C-F888-4774-9AD5-C204A6E258FC}" srcId="{2306C88E-F0CB-44DD-BF23-A96C38531F2B}" destId="{38F55F20-23BB-409C-997E-C6CBBBE45DF0}" srcOrd="1" destOrd="0" parTransId="{1B1BA4EB-C437-4910-A313-28283803F3BE}" sibTransId="{8CE70CCF-FB11-423D-BF46-A272F96A343E}"/>
    <dgm:cxn modelId="{EE61FD5F-F296-4459-886A-7F840B8E79DD}" type="presOf" srcId="{D16A6C13-860A-4BF8-BE5E-564333636D9D}" destId="{EABD2A0A-593C-4245-B051-EDAC9B0ED5BD}" srcOrd="0" destOrd="3" presId="urn:microsoft.com/office/officeart/2005/8/layout/list1"/>
    <dgm:cxn modelId="{6C1ADF64-38D1-48AE-840F-E77662FA6C37}" srcId="{F9FC4E78-96EA-4071-94F5-24EB8A9712AF}" destId="{108C2841-3470-4938-8EBF-B7EBBCF29730}" srcOrd="2" destOrd="0" parTransId="{0F66F9A9-3C69-4153-ACC7-5CBC9D647464}" sibTransId="{1382BE0C-3D6F-43FC-8417-60C1A3167664}"/>
    <dgm:cxn modelId="{7B617267-BD51-4683-BC0F-812C7EE064B3}" type="presOf" srcId="{108C2841-3470-4938-8EBF-B7EBBCF29730}" destId="{EABD2A0A-593C-4245-B051-EDAC9B0ED5BD}" srcOrd="0" destOrd="2" presId="urn:microsoft.com/office/officeart/2005/8/layout/list1"/>
    <dgm:cxn modelId="{6F7E0948-8391-4536-A96E-378A6CFF0A49}" srcId="{F9FC4E78-96EA-4071-94F5-24EB8A9712AF}" destId="{6442F41E-634C-45FC-8815-07B285EB654E}" srcOrd="1" destOrd="0" parTransId="{DC40A1AC-BC6A-4481-8821-B7B4CCCFA4E5}" sibTransId="{335E57D9-B26A-4988-B9FF-01CA3E22515F}"/>
    <dgm:cxn modelId="{2CF3F568-723C-49A5-A7B2-F34AD2E38E04}" srcId="{14C840ED-FDED-4F66-B40E-26E5153AAE69}" destId="{1CC9E89C-60E9-4C6F-B8D2-8772A5293CCA}" srcOrd="1" destOrd="0" parTransId="{B4F53DFB-75F1-41AD-955E-66B1CAA224CB}" sibTransId="{00047D59-5193-4CDB-9875-FCA4AC99CB92}"/>
    <dgm:cxn modelId="{0A7F6651-9F3D-4F04-9953-1A23E1A0994D}" type="presOf" srcId="{38F55F20-23BB-409C-997E-C6CBBBE45DF0}" destId="{C6981107-2272-455A-B7FF-F299B2F8E412}" srcOrd="0" destOrd="1" presId="urn:microsoft.com/office/officeart/2005/8/layout/list1"/>
    <dgm:cxn modelId="{2E7AED51-A89C-40B7-9B68-CA1993FE01AC}" type="presOf" srcId="{3B0057D5-2F4C-499F-96B1-67C789CBBA81}" destId="{70B27F10-B94A-430A-9D93-9D7EB7965C9F}" srcOrd="0" destOrd="0" presId="urn:microsoft.com/office/officeart/2005/8/layout/list1"/>
    <dgm:cxn modelId="{27119673-95CE-4987-9C78-3FE1FE73C0CB}" srcId="{F9FC4E78-96EA-4071-94F5-24EB8A9712AF}" destId="{A2DE8505-9C3B-4763-805E-183DA5CEC502}" srcOrd="0" destOrd="0" parTransId="{5246B47A-4860-40E8-BCC3-C7593BBB2E09}" sibTransId="{36CA6900-AF69-4AF1-B6F2-5856F8D68A4F}"/>
    <dgm:cxn modelId="{8371D358-F331-4729-A666-D69A401F47EA}" srcId="{3B0057D5-2F4C-499F-96B1-67C789CBBA81}" destId="{14C840ED-FDED-4F66-B40E-26E5153AAE69}" srcOrd="3" destOrd="0" parTransId="{E08D14D6-662F-40C5-AFB7-BC200E5995B7}" sibTransId="{6E5A7C07-57AC-4222-AB56-8F262EBE1D25}"/>
    <dgm:cxn modelId="{086EEB79-50CB-4E8B-9A64-E39049A39ABD}" srcId="{14C840ED-FDED-4F66-B40E-26E5153AAE69}" destId="{2B82F54C-C6F4-4F05-A410-C5982698183E}" srcOrd="2" destOrd="0" parTransId="{C80E8ED2-5F81-4216-9794-68B5ABAC1E67}" sibTransId="{398B4F5D-E525-4838-A76A-E66CFEEB8398}"/>
    <dgm:cxn modelId="{CD94705A-2CB0-438B-8B2A-8FA92AB94621}" type="presOf" srcId="{20D507B3-AD44-4077-90E9-E55230AC02DF}" destId="{6D32C263-544B-4724-8BC5-EA49DA40BCA9}" srcOrd="0" destOrd="0" presId="urn:microsoft.com/office/officeart/2005/8/layout/list1"/>
    <dgm:cxn modelId="{5DF1EF5A-CC0A-4B5E-B1CE-BB053B50B5EE}" type="presOf" srcId="{E16C7897-FF23-430E-BCC2-2A9DB20CE86B}" destId="{C6981107-2272-455A-B7FF-F299B2F8E412}" srcOrd="0" destOrd="3" presId="urn:microsoft.com/office/officeart/2005/8/layout/list1"/>
    <dgm:cxn modelId="{77C87184-5EFF-4319-8E82-1BB5C6037FF0}" srcId="{2306C88E-F0CB-44DD-BF23-A96C38531F2B}" destId="{E16C7897-FF23-430E-BCC2-2A9DB20CE86B}" srcOrd="3" destOrd="0" parTransId="{8A54DDAD-0DF1-4DDC-BD41-31E839523793}" sibTransId="{2439F877-16C1-4DEA-A514-B0F10A3BD40E}"/>
    <dgm:cxn modelId="{E372A296-50CC-4DD5-B522-AEC0E2157869}" srcId="{14C840ED-FDED-4F66-B40E-26E5153AAE69}" destId="{20D507B3-AD44-4077-90E9-E55230AC02DF}" srcOrd="0" destOrd="0" parTransId="{2BD013E9-B1DB-4D57-8ABC-0F4931A472CF}" sibTransId="{47743F97-1567-40F3-AD26-5CFF1D18E3C4}"/>
    <dgm:cxn modelId="{9C42DFA4-5A4A-4564-A147-1CC86D37A51E}" srcId="{7978DF91-CB90-4AC3-869A-0615DF63D2C8}" destId="{C1BC816C-7BBD-48D9-9BF2-F74674C8C6C6}" srcOrd="3" destOrd="0" parTransId="{722FA6E0-BCF9-497C-8D08-AA7811F451C4}" sibTransId="{0F831BCB-7FF2-4E55-A56C-ECE77F092287}"/>
    <dgm:cxn modelId="{16F62BB0-C2F3-4891-AB28-84986F820B4C}" type="presOf" srcId="{7978DF91-CB90-4AC3-869A-0615DF63D2C8}" destId="{6121BA52-1117-4457-BA9A-43E0453A94EF}" srcOrd="0" destOrd="0" presId="urn:microsoft.com/office/officeart/2005/8/layout/list1"/>
    <dgm:cxn modelId="{D621A7B8-8D01-4E65-9AD8-D14713CA1F04}" srcId="{7978DF91-CB90-4AC3-869A-0615DF63D2C8}" destId="{73F14A67-7D8B-4447-ABDA-65EAF0C35F71}" srcOrd="1" destOrd="0" parTransId="{49FC0BDF-199C-409E-8A8D-2C16ED12BB0C}" sibTransId="{72C35EAC-B984-43FC-9DED-0B546F9563D5}"/>
    <dgm:cxn modelId="{F79B44B9-783A-462C-9904-41FF473C13EB}" type="presOf" srcId="{F9FC4E78-96EA-4071-94F5-24EB8A9712AF}" destId="{4C7AAB35-870B-4074-92C0-0322C1EC4C5D}" srcOrd="1" destOrd="0" presId="urn:microsoft.com/office/officeart/2005/8/layout/list1"/>
    <dgm:cxn modelId="{1D4D86BE-BD92-41C6-8F91-CB341412F955}" srcId="{3B0057D5-2F4C-499F-96B1-67C789CBBA81}" destId="{7978DF91-CB90-4AC3-869A-0615DF63D2C8}" srcOrd="1" destOrd="0" parTransId="{43AA6ACA-67D4-40DE-AA46-670D9E771B89}" sibTransId="{295F7250-FB99-45D8-8B99-6F220A546263}"/>
    <dgm:cxn modelId="{B2A2D9BF-64DA-4030-95F1-AF632CEAA475}" type="presOf" srcId="{6442F41E-634C-45FC-8815-07B285EB654E}" destId="{EABD2A0A-593C-4245-B051-EDAC9B0ED5BD}" srcOrd="0" destOrd="1" presId="urn:microsoft.com/office/officeart/2005/8/layout/list1"/>
    <dgm:cxn modelId="{0EE865C5-0B4D-4A39-86F0-8B9B1AC11D37}" srcId="{3B0057D5-2F4C-499F-96B1-67C789CBBA81}" destId="{F9FC4E78-96EA-4071-94F5-24EB8A9712AF}" srcOrd="2" destOrd="0" parTransId="{CD2332E1-837B-4AB4-AEB9-97EFD6E13D53}" sibTransId="{2ABD5533-6520-48EF-8B16-F3079E79F527}"/>
    <dgm:cxn modelId="{F76EC9CA-B600-4A3B-AE79-5B333821D343}" type="presOf" srcId="{0E1B8D17-C8CF-48BE-B2A5-A5A4CC4FF4BD}" destId="{C6981107-2272-455A-B7FF-F299B2F8E412}" srcOrd="0" destOrd="2" presId="urn:microsoft.com/office/officeart/2005/8/layout/list1"/>
    <dgm:cxn modelId="{AF7A32D0-AB7A-4231-971C-0DD913B9B056}" type="presOf" srcId="{393936FF-E71A-4AAF-8D5F-A60C2E399378}" destId="{97EAE647-9AC1-49F4-9F09-3A3EB41818C3}" srcOrd="0" destOrd="4" presId="urn:microsoft.com/office/officeart/2005/8/layout/list1"/>
    <dgm:cxn modelId="{43A8F4D3-EA15-4F41-8C38-48E32E203D24}" type="presOf" srcId="{2B82F54C-C6F4-4F05-A410-C5982698183E}" destId="{6D32C263-544B-4724-8BC5-EA49DA40BCA9}" srcOrd="0" destOrd="2" presId="urn:microsoft.com/office/officeart/2005/8/layout/list1"/>
    <dgm:cxn modelId="{13FC01D5-B79E-4688-8825-8586A220B50B}" type="presOf" srcId="{84716596-3E13-4B8F-974F-3D8F02CFEBA3}" destId="{C6981107-2272-455A-B7FF-F299B2F8E412}" srcOrd="0" destOrd="0" presId="urn:microsoft.com/office/officeart/2005/8/layout/list1"/>
    <dgm:cxn modelId="{63D92FE2-0535-4D94-B7F3-0BA2E4BE2E63}" type="presOf" srcId="{1CC9E89C-60E9-4C6F-B8D2-8772A5293CCA}" destId="{6D32C263-544B-4724-8BC5-EA49DA40BCA9}" srcOrd="0" destOrd="1" presId="urn:microsoft.com/office/officeart/2005/8/layout/list1"/>
    <dgm:cxn modelId="{4ED8BBEA-082E-4983-9E01-6365E0A850F8}" type="presOf" srcId="{A2DE8505-9C3B-4763-805E-183DA5CEC502}" destId="{EABD2A0A-593C-4245-B051-EDAC9B0ED5BD}" srcOrd="0" destOrd="0" presId="urn:microsoft.com/office/officeart/2005/8/layout/list1"/>
    <dgm:cxn modelId="{FBE3BDF5-96C6-4D86-8B72-152684EEE2E9}" type="presOf" srcId="{C1BC816C-7BBD-48D9-9BF2-F74674C8C6C6}" destId="{97EAE647-9AC1-49F4-9F09-3A3EB41818C3}" srcOrd="0" destOrd="3" presId="urn:microsoft.com/office/officeart/2005/8/layout/list1"/>
    <dgm:cxn modelId="{6CC5C5C5-279C-4054-A0FE-C9ACB6F3843E}" type="presParOf" srcId="{70B27F10-B94A-430A-9D93-9D7EB7965C9F}" destId="{B1226E19-3DE2-411C-ADDC-F7470C23E461}" srcOrd="0" destOrd="0" presId="urn:microsoft.com/office/officeart/2005/8/layout/list1"/>
    <dgm:cxn modelId="{3314FE8B-A4E7-4134-AAA2-9921C0BCEFF0}" type="presParOf" srcId="{B1226E19-3DE2-411C-ADDC-F7470C23E461}" destId="{2997D89C-A0C9-4B54-BAC1-EE04B8584098}" srcOrd="0" destOrd="0" presId="urn:microsoft.com/office/officeart/2005/8/layout/list1"/>
    <dgm:cxn modelId="{8F8C2397-38F2-4A1E-AC20-70DAF1358512}" type="presParOf" srcId="{B1226E19-3DE2-411C-ADDC-F7470C23E461}" destId="{353EDE7C-BF08-4DBB-99F0-52D34993C707}" srcOrd="1" destOrd="0" presId="urn:microsoft.com/office/officeart/2005/8/layout/list1"/>
    <dgm:cxn modelId="{7D36D638-C384-4EE0-B4A2-F191B65F7735}" type="presParOf" srcId="{70B27F10-B94A-430A-9D93-9D7EB7965C9F}" destId="{3E82B791-3116-454A-8435-FB8EB7427330}" srcOrd="1" destOrd="0" presId="urn:microsoft.com/office/officeart/2005/8/layout/list1"/>
    <dgm:cxn modelId="{817B9FD4-714D-4BC0-BD47-E68C777B49CB}" type="presParOf" srcId="{70B27F10-B94A-430A-9D93-9D7EB7965C9F}" destId="{C6981107-2272-455A-B7FF-F299B2F8E412}" srcOrd="2" destOrd="0" presId="urn:microsoft.com/office/officeart/2005/8/layout/list1"/>
    <dgm:cxn modelId="{B7179E2E-236C-4825-8DF4-04F38F60FFEE}" type="presParOf" srcId="{70B27F10-B94A-430A-9D93-9D7EB7965C9F}" destId="{32DA47A8-437A-4DDA-AB81-B316D0B679A0}" srcOrd="3" destOrd="0" presId="urn:microsoft.com/office/officeart/2005/8/layout/list1"/>
    <dgm:cxn modelId="{D51484FF-134E-4192-B13A-65934F3EF66E}" type="presParOf" srcId="{70B27F10-B94A-430A-9D93-9D7EB7965C9F}" destId="{282A9083-61BB-433C-A3D8-4781E0FADBA3}" srcOrd="4" destOrd="0" presId="urn:microsoft.com/office/officeart/2005/8/layout/list1"/>
    <dgm:cxn modelId="{48EDDA76-87BD-4FDB-8FA9-41132C079E42}" type="presParOf" srcId="{282A9083-61BB-433C-A3D8-4781E0FADBA3}" destId="{6121BA52-1117-4457-BA9A-43E0453A94EF}" srcOrd="0" destOrd="0" presId="urn:microsoft.com/office/officeart/2005/8/layout/list1"/>
    <dgm:cxn modelId="{936869ED-4377-4D2F-B6B2-889A707F59AA}" type="presParOf" srcId="{282A9083-61BB-433C-A3D8-4781E0FADBA3}" destId="{7B6301B4-0BEB-486F-AD70-7CDF30B79445}" srcOrd="1" destOrd="0" presId="urn:microsoft.com/office/officeart/2005/8/layout/list1"/>
    <dgm:cxn modelId="{2D66208C-743A-49D1-BD57-138F3A3F8CC7}" type="presParOf" srcId="{70B27F10-B94A-430A-9D93-9D7EB7965C9F}" destId="{BF2E5B26-8CE7-42E8-8993-F53448D6C2F1}" srcOrd="5" destOrd="0" presId="urn:microsoft.com/office/officeart/2005/8/layout/list1"/>
    <dgm:cxn modelId="{25400B47-B327-43D5-9CC8-2E4879BC1F43}" type="presParOf" srcId="{70B27F10-B94A-430A-9D93-9D7EB7965C9F}" destId="{97EAE647-9AC1-49F4-9F09-3A3EB41818C3}" srcOrd="6" destOrd="0" presId="urn:microsoft.com/office/officeart/2005/8/layout/list1"/>
    <dgm:cxn modelId="{FE47368C-0902-48C2-8A61-1CF8DDD10338}" type="presParOf" srcId="{70B27F10-B94A-430A-9D93-9D7EB7965C9F}" destId="{C6A2649E-6A5F-41E1-B224-33B4648249D8}" srcOrd="7" destOrd="0" presId="urn:microsoft.com/office/officeart/2005/8/layout/list1"/>
    <dgm:cxn modelId="{A07E8C02-ADF2-440E-AD85-63E37671B303}" type="presParOf" srcId="{70B27F10-B94A-430A-9D93-9D7EB7965C9F}" destId="{79581495-D9AF-4759-AB99-15A827DC42FD}" srcOrd="8" destOrd="0" presId="urn:microsoft.com/office/officeart/2005/8/layout/list1"/>
    <dgm:cxn modelId="{8EB1A71F-A0E6-4432-988B-401B5646F019}" type="presParOf" srcId="{79581495-D9AF-4759-AB99-15A827DC42FD}" destId="{BBA3D712-EEEC-4E94-8C7D-CDE64997C330}" srcOrd="0" destOrd="0" presId="urn:microsoft.com/office/officeart/2005/8/layout/list1"/>
    <dgm:cxn modelId="{C27F538E-2B2B-4F08-B13E-4A482CDB5DB8}" type="presParOf" srcId="{79581495-D9AF-4759-AB99-15A827DC42FD}" destId="{4C7AAB35-870B-4074-92C0-0322C1EC4C5D}" srcOrd="1" destOrd="0" presId="urn:microsoft.com/office/officeart/2005/8/layout/list1"/>
    <dgm:cxn modelId="{F9C471CC-77DA-438C-9F5D-17A52C728EC5}" type="presParOf" srcId="{70B27F10-B94A-430A-9D93-9D7EB7965C9F}" destId="{BC4ADA37-ECD4-4336-8A4B-0E8804F411E8}" srcOrd="9" destOrd="0" presId="urn:microsoft.com/office/officeart/2005/8/layout/list1"/>
    <dgm:cxn modelId="{FDF28E26-AB98-4D55-8417-E9A13CC8BCFD}" type="presParOf" srcId="{70B27F10-B94A-430A-9D93-9D7EB7965C9F}" destId="{EABD2A0A-593C-4245-B051-EDAC9B0ED5BD}" srcOrd="10" destOrd="0" presId="urn:microsoft.com/office/officeart/2005/8/layout/list1"/>
    <dgm:cxn modelId="{34B77BC7-13A5-4630-849D-AA56179C9594}" type="presParOf" srcId="{70B27F10-B94A-430A-9D93-9D7EB7965C9F}" destId="{8E1DF6D7-B823-483A-BDF3-848F7DB61859}" srcOrd="11" destOrd="0" presId="urn:microsoft.com/office/officeart/2005/8/layout/list1"/>
    <dgm:cxn modelId="{F4B70C82-446D-41F3-A011-2DE746F4E19E}" type="presParOf" srcId="{70B27F10-B94A-430A-9D93-9D7EB7965C9F}" destId="{E07797E7-292A-4050-9A17-694B39E9008B}" srcOrd="12" destOrd="0" presId="urn:microsoft.com/office/officeart/2005/8/layout/list1"/>
    <dgm:cxn modelId="{463B193A-24D3-4EB6-AB67-30BE0DC6D412}" type="presParOf" srcId="{E07797E7-292A-4050-9A17-694B39E9008B}" destId="{26B67190-CBF8-4AAB-90A5-F9ADA1E0E3C8}" srcOrd="0" destOrd="0" presId="urn:microsoft.com/office/officeart/2005/8/layout/list1"/>
    <dgm:cxn modelId="{8C240B99-E7F0-40A5-BA55-E8C545E42C30}" type="presParOf" srcId="{E07797E7-292A-4050-9A17-694B39E9008B}" destId="{6A1C0A03-1CE6-4DAC-8233-0F16C12DE444}" srcOrd="1" destOrd="0" presId="urn:microsoft.com/office/officeart/2005/8/layout/list1"/>
    <dgm:cxn modelId="{A2C4B3B5-79DD-4C3A-B9A1-BD370A3C5AEF}" type="presParOf" srcId="{70B27F10-B94A-430A-9D93-9D7EB7965C9F}" destId="{98BDAFC9-5BA6-4AB8-896F-6AF6C292D801}" srcOrd="13" destOrd="0" presId="urn:microsoft.com/office/officeart/2005/8/layout/list1"/>
    <dgm:cxn modelId="{21F879A4-8530-4BE9-B4CB-E3958D0F6C71}" type="presParOf" srcId="{70B27F10-B94A-430A-9D93-9D7EB7965C9F}" destId="{6D32C263-544B-4724-8BC5-EA49DA40BCA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C33CCF-A9B7-40F0-9612-2D26A7A335C8}" type="doc">
      <dgm:prSet loTypeId="urn:microsoft.com/office/officeart/2005/8/layout/hList1" loCatId="list" qsTypeId="urn:microsoft.com/office/officeart/2005/8/quickstyle/simple3" qsCatId="simple" csTypeId="urn:microsoft.com/office/officeart/2005/8/colors/accent1_2" csCatId="accent1" phldr="1"/>
      <dgm:spPr/>
      <dgm:t>
        <a:bodyPr/>
        <a:lstStyle/>
        <a:p>
          <a:endParaRPr lang="en-US"/>
        </a:p>
      </dgm:t>
    </dgm:pt>
    <dgm:pt modelId="{2B780B04-6531-4A3E-917B-C64792D3F553}">
      <dgm:prSet phldrT="[Text]" custT="1"/>
      <dgm:spPr/>
      <dgm:t>
        <a:bodyPr/>
        <a:lstStyle/>
        <a:p>
          <a:r>
            <a:rPr lang="en-US" sz="1800" dirty="0"/>
            <a:t>SAML 2.0 (Security Assertion Markup Language)</a:t>
          </a:r>
        </a:p>
      </dgm:t>
    </dgm:pt>
    <dgm:pt modelId="{54673F4F-14C0-47C2-868D-170CBF7C52C3}" type="parTrans" cxnId="{2BB8D5C8-02D3-4C29-9019-3FE04C3522D2}">
      <dgm:prSet/>
      <dgm:spPr/>
      <dgm:t>
        <a:bodyPr/>
        <a:lstStyle/>
        <a:p>
          <a:endParaRPr lang="en-US"/>
        </a:p>
      </dgm:t>
    </dgm:pt>
    <dgm:pt modelId="{16159D5B-1AD8-43DF-846C-5650D561995C}" type="sibTrans" cxnId="{2BB8D5C8-02D3-4C29-9019-3FE04C3522D2}">
      <dgm:prSet/>
      <dgm:spPr/>
      <dgm:t>
        <a:bodyPr/>
        <a:lstStyle/>
        <a:p>
          <a:endParaRPr lang="en-US"/>
        </a:p>
      </dgm:t>
    </dgm:pt>
    <dgm:pt modelId="{AD1967AF-D829-45E7-9CB9-F47805048BCB}">
      <dgm:prSet phldrT="[Text]" custT="1"/>
      <dgm:spPr/>
      <dgm:t>
        <a:bodyPr/>
        <a:lstStyle/>
        <a:p>
          <a:r>
            <a:rPr lang="en-US" sz="1200" dirty="0"/>
            <a:t>An XML-based standard for exchanging authentication and authorization data between an Identity Provider (IdP) and a Service Provider (SP).</a:t>
          </a:r>
        </a:p>
      </dgm:t>
    </dgm:pt>
    <dgm:pt modelId="{7C07FA77-96A9-4195-9DBB-EEF459B3BB0B}" type="parTrans" cxnId="{02C4303F-EE2A-4401-A15B-2E3104FEB5CB}">
      <dgm:prSet/>
      <dgm:spPr/>
      <dgm:t>
        <a:bodyPr/>
        <a:lstStyle/>
        <a:p>
          <a:endParaRPr lang="en-US"/>
        </a:p>
      </dgm:t>
    </dgm:pt>
    <dgm:pt modelId="{329437DB-00A7-4736-AD4F-30F2D80AD851}" type="sibTrans" cxnId="{02C4303F-EE2A-4401-A15B-2E3104FEB5CB}">
      <dgm:prSet/>
      <dgm:spPr/>
      <dgm:t>
        <a:bodyPr/>
        <a:lstStyle/>
        <a:p>
          <a:endParaRPr lang="en-US"/>
        </a:p>
      </dgm:t>
    </dgm:pt>
    <dgm:pt modelId="{7EA61E6D-FAD2-42DF-B8AB-449FD3287734}">
      <dgm:prSet phldrT="[Text]" custT="1"/>
      <dgm:spPr/>
      <dgm:t>
        <a:bodyPr/>
        <a:lstStyle/>
        <a:p>
          <a:r>
            <a:rPr lang="en-US" sz="1800" kern="1200">
              <a:latin typeface="Calibri" panose="020F0502020204030204"/>
              <a:ea typeface="+mn-ea"/>
              <a:cs typeface="+mn-cs"/>
            </a:rPr>
            <a:t>OAuth 2.0</a:t>
          </a:r>
          <a:endParaRPr lang="en-US" sz="1800" kern="1200" dirty="0">
            <a:latin typeface="Calibri" panose="020F0502020204030204"/>
            <a:ea typeface="+mn-ea"/>
            <a:cs typeface="+mn-cs"/>
          </a:endParaRPr>
        </a:p>
      </dgm:t>
    </dgm:pt>
    <dgm:pt modelId="{BF4D381C-265D-4F1E-BD4D-22BFB95A4FD0}" type="parTrans" cxnId="{E583ED81-69BF-4AD6-9CAB-E529617BFCEC}">
      <dgm:prSet/>
      <dgm:spPr/>
      <dgm:t>
        <a:bodyPr/>
        <a:lstStyle/>
        <a:p>
          <a:endParaRPr lang="en-US"/>
        </a:p>
      </dgm:t>
    </dgm:pt>
    <dgm:pt modelId="{36A8BFA6-FB2D-40BF-8752-794E201B5B7C}" type="sibTrans" cxnId="{E583ED81-69BF-4AD6-9CAB-E529617BFCEC}">
      <dgm:prSet/>
      <dgm:spPr/>
      <dgm:t>
        <a:bodyPr/>
        <a:lstStyle/>
        <a:p>
          <a:endParaRPr lang="en-US"/>
        </a:p>
      </dgm:t>
    </dgm:pt>
    <dgm:pt modelId="{879CF883-C96E-40A0-80C4-5EA6EA256D2F}">
      <dgm:prSet phldrT="[Text]" custT="1"/>
      <dgm:spPr/>
      <dgm:t>
        <a:bodyPr/>
        <a:lstStyle/>
        <a:p>
          <a:r>
            <a:rPr lang="en-US" sz="1200" kern="1200">
              <a:latin typeface="Calibri" panose="020F0502020204030204"/>
              <a:ea typeface="+mn-ea"/>
              <a:cs typeface="+mn-cs"/>
            </a:rPr>
            <a:t>An authorization framework that allows users to grant third-party applications limited access to their resources without sharing passwords. </a:t>
          </a:r>
          <a:endParaRPr lang="en-US" sz="1200" kern="1200" dirty="0">
            <a:latin typeface="Calibri" panose="020F0502020204030204"/>
            <a:ea typeface="+mn-ea"/>
            <a:cs typeface="+mn-cs"/>
          </a:endParaRPr>
        </a:p>
      </dgm:t>
    </dgm:pt>
    <dgm:pt modelId="{2A0469FB-F5AA-4F93-81F2-861D44A3CC48}" type="parTrans" cxnId="{68CF98AE-58FE-4A1D-B4A3-CE09F17D79B0}">
      <dgm:prSet/>
      <dgm:spPr/>
      <dgm:t>
        <a:bodyPr/>
        <a:lstStyle/>
        <a:p>
          <a:endParaRPr lang="en-US"/>
        </a:p>
      </dgm:t>
    </dgm:pt>
    <dgm:pt modelId="{1349356A-15DE-4B12-BE38-3F553E270F7C}" type="sibTrans" cxnId="{68CF98AE-58FE-4A1D-B4A3-CE09F17D79B0}">
      <dgm:prSet/>
      <dgm:spPr/>
      <dgm:t>
        <a:bodyPr/>
        <a:lstStyle/>
        <a:p>
          <a:endParaRPr lang="en-US"/>
        </a:p>
      </dgm:t>
    </dgm:pt>
    <dgm:pt modelId="{BEB3121A-61D0-43CD-84CD-ED99217E5AA8}">
      <dgm:prSet phldrT="[Text]" custT="1"/>
      <dgm:spPr/>
      <dgm:t>
        <a:bodyPr/>
        <a:lstStyle/>
        <a:p>
          <a:r>
            <a:rPr lang="en-US" sz="1200" kern="1200">
              <a:latin typeface="Calibri" panose="020F0502020204030204"/>
              <a:ea typeface="+mn-ea"/>
              <a:cs typeface="+mn-cs"/>
            </a:rPr>
            <a:t>OAuth is commonly used for delegating access (e.g., allowing an app to access our profile or data on another service).</a:t>
          </a:r>
          <a:endParaRPr lang="en-US" sz="1200" kern="1200" dirty="0">
            <a:latin typeface="Calibri" panose="020F0502020204030204"/>
            <a:ea typeface="+mn-ea"/>
            <a:cs typeface="+mn-cs"/>
          </a:endParaRPr>
        </a:p>
      </dgm:t>
    </dgm:pt>
    <dgm:pt modelId="{EC532BA3-0DE4-4CBF-8ECD-FFD14297A7A0}" type="parTrans" cxnId="{89EEE6FE-B6AA-4A6C-A480-EB7DBF6CA5AA}">
      <dgm:prSet/>
      <dgm:spPr/>
      <dgm:t>
        <a:bodyPr/>
        <a:lstStyle/>
        <a:p>
          <a:endParaRPr lang="en-US"/>
        </a:p>
      </dgm:t>
    </dgm:pt>
    <dgm:pt modelId="{8746666D-D879-4D50-B800-7C14863A924C}" type="sibTrans" cxnId="{89EEE6FE-B6AA-4A6C-A480-EB7DBF6CA5AA}">
      <dgm:prSet/>
      <dgm:spPr/>
      <dgm:t>
        <a:bodyPr/>
        <a:lstStyle/>
        <a:p>
          <a:endParaRPr lang="en-US"/>
        </a:p>
      </dgm:t>
    </dgm:pt>
    <dgm:pt modelId="{38E13AC9-F787-49CA-B626-5D393444FA97}">
      <dgm:prSet phldrT="[Text]" custT="1"/>
      <dgm:spPr/>
      <dgm:t>
        <a:bodyPr/>
        <a:lstStyle/>
        <a:p>
          <a:r>
            <a:rPr lang="en-US" sz="1800" kern="1200">
              <a:latin typeface="Calibri" panose="020F0502020204030204"/>
              <a:ea typeface="+mn-ea"/>
              <a:cs typeface="+mn-cs"/>
            </a:rPr>
            <a:t>OpenID Connect (OIDC)</a:t>
          </a:r>
          <a:endParaRPr lang="en-US" sz="1800" kern="1200" dirty="0">
            <a:latin typeface="Calibri" panose="020F0502020204030204"/>
            <a:ea typeface="+mn-ea"/>
            <a:cs typeface="+mn-cs"/>
          </a:endParaRPr>
        </a:p>
      </dgm:t>
    </dgm:pt>
    <dgm:pt modelId="{5CEF7942-5459-49EC-B2E3-16E1C797D17B}" type="parTrans" cxnId="{23F9FA46-9A06-496C-A990-B22D2EA0600D}">
      <dgm:prSet/>
      <dgm:spPr/>
      <dgm:t>
        <a:bodyPr/>
        <a:lstStyle/>
        <a:p>
          <a:endParaRPr lang="en-US"/>
        </a:p>
      </dgm:t>
    </dgm:pt>
    <dgm:pt modelId="{4D28D252-EA75-4EC2-B53D-9CF5DBCA1FC3}" type="sibTrans" cxnId="{23F9FA46-9A06-496C-A990-B22D2EA0600D}">
      <dgm:prSet/>
      <dgm:spPr/>
      <dgm:t>
        <a:bodyPr/>
        <a:lstStyle/>
        <a:p>
          <a:endParaRPr lang="en-US"/>
        </a:p>
      </dgm:t>
    </dgm:pt>
    <dgm:pt modelId="{A7BA0CDF-8852-4C24-9336-59621422770C}">
      <dgm:prSet phldrT="[Text]" custT="1"/>
      <dgm:spPr/>
      <dgm:t>
        <a:bodyPr/>
        <a:lstStyle/>
        <a:p>
          <a:r>
            <a:rPr lang="en-US" sz="1200" kern="1200">
              <a:latin typeface="Calibri" panose="020F0502020204030204"/>
              <a:ea typeface="+mn-ea"/>
              <a:cs typeface="+mn-cs"/>
            </a:rPr>
            <a:t>A simple identity layer on top of OAuth 2.0 that adds user authentication. </a:t>
          </a:r>
          <a:endParaRPr lang="en-US" sz="1200" kern="1200" dirty="0">
            <a:latin typeface="Calibri" panose="020F0502020204030204"/>
            <a:ea typeface="+mn-ea"/>
            <a:cs typeface="+mn-cs"/>
          </a:endParaRPr>
        </a:p>
      </dgm:t>
    </dgm:pt>
    <dgm:pt modelId="{7326223E-F3C3-4153-B5BF-EFF2FAA977EA}" type="parTrans" cxnId="{02CEA226-9191-492F-A8BD-F3DB9E7D28E4}">
      <dgm:prSet/>
      <dgm:spPr/>
      <dgm:t>
        <a:bodyPr/>
        <a:lstStyle/>
        <a:p>
          <a:endParaRPr lang="en-US"/>
        </a:p>
      </dgm:t>
    </dgm:pt>
    <dgm:pt modelId="{F1C4B6F2-67D4-4096-B515-D3B16EACAB89}" type="sibTrans" cxnId="{02CEA226-9191-492F-A8BD-F3DB9E7D28E4}">
      <dgm:prSet/>
      <dgm:spPr/>
      <dgm:t>
        <a:bodyPr/>
        <a:lstStyle/>
        <a:p>
          <a:endParaRPr lang="en-US"/>
        </a:p>
      </dgm:t>
    </dgm:pt>
    <dgm:pt modelId="{7958867D-8BE7-4503-B625-BC05F1A7BBC5}">
      <dgm:prSet custT="1"/>
      <dgm:spPr/>
      <dgm:t>
        <a:bodyPr/>
        <a:lstStyle/>
        <a:p>
          <a:r>
            <a:rPr lang="en-US" sz="1200" dirty="0"/>
            <a:t>SAML is widely used in enterprise SSO scenarios. Ex. when we click “Login with Corporate ID” on a third-party site, a SAML message authenticates us through the company’s IdP and trusts us to the external SP.</a:t>
          </a:r>
        </a:p>
      </dgm:t>
    </dgm:pt>
    <dgm:pt modelId="{E4A31D69-51C5-4A68-AFCE-F18D98526B13}" type="parTrans" cxnId="{6688A6E1-5150-4143-88E0-1D5ED2A457C3}">
      <dgm:prSet/>
      <dgm:spPr/>
      <dgm:t>
        <a:bodyPr/>
        <a:lstStyle/>
        <a:p>
          <a:endParaRPr lang="en-US"/>
        </a:p>
      </dgm:t>
    </dgm:pt>
    <dgm:pt modelId="{91B1A287-18AA-4B77-8D9B-17EB4248F8C2}" type="sibTrans" cxnId="{6688A6E1-5150-4143-88E0-1D5ED2A457C3}">
      <dgm:prSet/>
      <dgm:spPr/>
      <dgm:t>
        <a:bodyPr/>
        <a:lstStyle/>
        <a:p>
          <a:endParaRPr lang="en-US"/>
        </a:p>
      </dgm:t>
    </dgm:pt>
    <dgm:pt modelId="{FD831DBE-4DEA-4ADF-ADAA-FE5003C49B70}">
      <dgm:prSet phldrT="[Text]" custT="1"/>
      <dgm:spPr/>
      <dgm:t>
        <a:bodyPr/>
        <a:lstStyle/>
        <a:p>
          <a:r>
            <a:rPr lang="en-US" sz="1200" kern="1200">
              <a:latin typeface="Calibri" panose="020F0502020204030204"/>
              <a:ea typeface="+mn-ea"/>
              <a:cs typeface="+mn-cs"/>
            </a:rPr>
            <a:t>In WAM context, OAuth underpins many “Login with X” features and API access scenarios by issuing tokens. However, OAuth by itself is about authorization (not identity) – that’s where OIDC comes in.</a:t>
          </a:r>
          <a:endParaRPr lang="en-US" sz="1200" kern="1200" dirty="0">
            <a:latin typeface="Calibri" panose="020F0502020204030204"/>
            <a:ea typeface="+mn-ea"/>
            <a:cs typeface="+mn-cs"/>
          </a:endParaRPr>
        </a:p>
      </dgm:t>
    </dgm:pt>
    <dgm:pt modelId="{5254F15E-ABD0-46C6-926E-E0F95357919D}" type="parTrans" cxnId="{CFDE63DE-3700-49B1-818E-A9A400AD1AF5}">
      <dgm:prSet/>
      <dgm:spPr/>
      <dgm:t>
        <a:bodyPr/>
        <a:lstStyle/>
        <a:p>
          <a:endParaRPr lang="en-US"/>
        </a:p>
      </dgm:t>
    </dgm:pt>
    <dgm:pt modelId="{A4B778B9-624E-49BE-B099-C8BB2EECB0A2}" type="sibTrans" cxnId="{CFDE63DE-3700-49B1-818E-A9A400AD1AF5}">
      <dgm:prSet/>
      <dgm:spPr/>
      <dgm:t>
        <a:bodyPr/>
        <a:lstStyle/>
        <a:p>
          <a:endParaRPr lang="en-US"/>
        </a:p>
      </dgm:t>
    </dgm:pt>
    <dgm:pt modelId="{5B65F265-AA78-4AA0-B0A1-0871EC036A1B}">
      <dgm:prSet custT="1"/>
      <dgm:spPr/>
      <dgm:t>
        <a:bodyPr/>
        <a:lstStyle/>
        <a:p>
          <a:r>
            <a:rPr lang="en-US" sz="1200" kern="1200">
              <a:latin typeface="Calibri" panose="020F0502020204030204"/>
              <a:ea typeface="+mn-ea"/>
              <a:cs typeface="+mn-cs"/>
            </a:rPr>
            <a:t>OIDC issues an ID Token (often a JWT) containing user identity info after an OAuth login flow.</a:t>
          </a:r>
          <a:endParaRPr lang="en-US" sz="1200" kern="1200" dirty="0">
            <a:latin typeface="Calibri" panose="020F0502020204030204"/>
            <a:ea typeface="+mn-ea"/>
            <a:cs typeface="+mn-cs"/>
          </a:endParaRPr>
        </a:p>
      </dgm:t>
    </dgm:pt>
    <dgm:pt modelId="{4B645487-BE3B-425F-A6FD-737D0F3D8DA1}" type="parTrans" cxnId="{11FAABD8-49FD-4835-9282-37B1C98CF4DE}">
      <dgm:prSet/>
      <dgm:spPr/>
      <dgm:t>
        <a:bodyPr/>
        <a:lstStyle/>
        <a:p>
          <a:endParaRPr lang="en-US"/>
        </a:p>
      </dgm:t>
    </dgm:pt>
    <dgm:pt modelId="{229267A1-7CB2-4247-B062-2732A7389C9E}" type="sibTrans" cxnId="{11FAABD8-49FD-4835-9282-37B1C98CF4DE}">
      <dgm:prSet/>
      <dgm:spPr/>
      <dgm:t>
        <a:bodyPr/>
        <a:lstStyle/>
        <a:p>
          <a:endParaRPr lang="en-US"/>
        </a:p>
      </dgm:t>
    </dgm:pt>
    <dgm:pt modelId="{3F470A26-EFCF-44B1-8383-99F638FFBD5C}">
      <dgm:prSet custT="1"/>
      <dgm:spPr/>
      <dgm:t>
        <a:bodyPr/>
        <a:lstStyle/>
        <a:p>
          <a:r>
            <a:rPr lang="en-US" sz="1200" kern="1200">
              <a:latin typeface="Calibri" panose="020F0502020204030204"/>
              <a:ea typeface="+mn-ea"/>
              <a:cs typeface="+mn-cs"/>
            </a:rPr>
            <a:t>This has become popular for modern web and mobile SSO because it’s lightweight (uses JSON/REST vs. SAML’s XML) and works well with OAuth-friendly platforms.</a:t>
          </a:r>
          <a:endParaRPr lang="en-US" sz="1200" kern="1200" dirty="0">
            <a:latin typeface="Calibri" panose="020F0502020204030204"/>
            <a:ea typeface="+mn-ea"/>
            <a:cs typeface="+mn-cs"/>
          </a:endParaRPr>
        </a:p>
      </dgm:t>
    </dgm:pt>
    <dgm:pt modelId="{297ADB73-DEF1-4745-AEAD-1A483537BD85}" type="parTrans" cxnId="{6BD3DAB2-8B7F-412E-BBA0-49176493E31C}">
      <dgm:prSet/>
      <dgm:spPr/>
      <dgm:t>
        <a:bodyPr/>
        <a:lstStyle/>
        <a:p>
          <a:endParaRPr lang="en-US"/>
        </a:p>
      </dgm:t>
    </dgm:pt>
    <dgm:pt modelId="{93F9529F-4EEC-43BC-8F6C-593209221057}" type="sibTrans" cxnId="{6BD3DAB2-8B7F-412E-BBA0-49176493E31C}">
      <dgm:prSet/>
      <dgm:spPr/>
      <dgm:t>
        <a:bodyPr/>
        <a:lstStyle/>
        <a:p>
          <a:endParaRPr lang="en-US"/>
        </a:p>
      </dgm:t>
    </dgm:pt>
    <dgm:pt modelId="{47E311B6-AE56-4EB8-BE69-7076387931D3}" type="pres">
      <dgm:prSet presAssocID="{EFC33CCF-A9B7-40F0-9612-2D26A7A335C8}" presName="Name0" presStyleCnt="0">
        <dgm:presLayoutVars>
          <dgm:dir/>
          <dgm:animLvl val="lvl"/>
          <dgm:resizeHandles val="exact"/>
        </dgm:presLayoutVars>
      </dgm:prSet>
      <dgm:spPr/>
    </dgm:pt>
    <dgm:pt modelId="{BF4D18AC-7AB7-4A80-82FE-BCAEBBE61BB5}" type="pres">
      <dgm:prSet presAssocID="{2B780B04-6531-4A3E-917B-C64792D3F553}" presName="composite" presStyleCnt="0"/>
      <dgm:spPr/>
    </dgm:pt>
    <dgm:pt modelId="{A30CDA6A-B6F0-47B2-8026-492A86E700BE}" type="pres">
      <dgm:prSet presAssocID="{2B780B04-6531-4A3E-917B-C64792D3F553}" presName="parTx" presStyleLbl="alignNode1" presStyleIdx="0" presStyleCnt="3">
        <dgm:presLayoutVars>
          <dgm:chMax val="0"/>
          <dgm:chPref val="0"/>
          <dgm:bulletEnabled val="1"/>
        </dgm:presLayoutVars>
      </dgm:prSet>
      <dgm:spPr/>
    </dgm:pt>
    <dgm:pt modelId="{7C14EAAE-F003-4631-9D27-E5D74EDCFBE0}" type="pres">
      <dgm:prSet presAssocID="{2B780B04-6531-4A3E-917B-C64792D3F553}" presName="desTx" presStyleLbl="alignAccFollowNode1" presStyleIdx="0" presStyleCnt="3">
        <dgm:presLayoutVars>
          <dgm:bulletEnabled val="1"/>
        </dgm:presLayoutVars>
      </dgm:prSet>
      <dgm:spPr/>
    </dgm:pt>
    <dgm:pt modelId="{5156C736-185D-494A-9B23-D6668F3348EC}" type="pres">
      <dgm:prSet presAssocID="{16159D5B-1AD8-43DF-846C-5650D561995C}" presName="space" presStyleCnt="0"/>
      <dgm:spPr/>
    </dgm:pt>
    <dgm:pt modelId="{7168685C-2862-40F3-9F2C-C98066F60199}" type="pres">
      <dgm:prSet presAssocID="{7EA61E6D-FAD2-42DF-B8AB-449FD3287734}" presName="composite" presStyleCnt="0"/>
      <dgm:spPr/>
    </dgm:pt>
    <dgm:pt modelId="{7F200149-E9D4-4884-81B8-B2C689C8848E}" type="pres">
      <dgm:prSet presAssocID="{7EA61E6D-FAD2-42DF-B8AB-449FD3287734}" presName="parTx" presStyleLbl="alignNode1" presStyleIdx="1" presStyleCnt="3">
        <dgm:presLayoutVars>
          <dgm:chMax val="0"/>
          <dgm:chPref val="0"/>
          <dgm:bulletEnabled val="1"/>
        </dgm:presLayoutVars>
      </dgm:prSet>
      <dgm:spPr/>
    </dgm:pt>
    <dgm:pt modelId="{5C9B8DCD-EE24-4C56-B75F-453A42904592}" type="pres">
      <dgm:prSet presAssocID="{7EA61E6D-FAD2-42DF-B8AB-449FD3287734}" presName="desTx" presStyleLbl="alignAccFollowNode1" presStyleIdx="1" presStyleCnt="3">
        <dgm:presLayoutVars>
          <dgm:bulletEnabled val="1"/>
        </dgm:presLayoutVars>
      </dgm:prSet>
      <dgm:spPr/>
    </dgm:pt>
    <dgm:pt modelId="{9EE80371-1EA8-4318-A356-FB0CC6AB58E6}" type="pres">
      <dgm:prSet presAssocID="{36A8BFA6-FB2D-40BF-8752-794E201B5B7C}" presName="space" presStyleCnt="0"/>
      <dgm:spPr/>
    </dgm:pt>
    <dgm:pt modelId="{1062A720-8083-4F9E-9528-A5001C0C963C}" type="pres">
      <dgm:prSet presAssocID="{38E13AC9-F787-49CA-B626-5D393444FA97}" presName="composite" presStyleCnt="0"/>
      <dgm:spPr/>
    </dgm:pt>
    <dgm:pt modelId="{6A546515-2279-47CB-8FB7-3EDCC199AF4F}" type="pres">
      <dgm:prSet presAssocID="{38E13AC9-F787-49CA-B626-5D393444FA97}" presName="parTx" presStyleLbl="alignNode1" presStyleIdx="2" presStyleCnt="3">
        <dgm:presLayoutVars>
          <dgm:chMax val="0"/>
          <dgm:chPref val="0"/>
          <dgm:bulletEnabled val="1"/>
        </dgm:presLayoutVars>
      </dgm:prSet>
      <dgm:spPr/>
    </dgm:pt>
    <dgm:pt modelId="{B8CBE545-7CEF-4084-9E75-AF4FD07156A7}" type="pres">
      <dgm:prSet presAssocID="{38E13AC9-F787-49CA-B626-5D393444FA97}" presName="desTx" presStyleLbl="alignAccFollowNode1" presStyleIdx="2" presStyleCnt="3">
        <dgm:presLayoutVars>
          <dgm:bulletEnabled val="1"/>
        </dgm:presLayoutVars>
      </dgm:prSet>
      <dgm:spPr/>
    </dgm:pt>
  </dgm:ptLst>
  <dgm:cxnLst>
    <dgm:cxn modelId="{E9099509-738F-455F-BEA2-C1F4009265F2}" type="presOf" srcId="{7EA61E6D-FAD2-42DF-B8AB-449FD3287734}" destId="{7F200149-E9D4-4884-81B8-B2C689C8848E}" srcOrd="0" destOrd="0" presId="urn:microsoft.com/office/officeart/2005/8/layout/hList1"/>
    <dgm:cxn modelId="{996CB214-9E63-4B8E-A7EF-4E6ABDD2BB8E}" type="presOf" srcId="{A7BA0CDF-8852-4C24-9336-59621422770C}" destId="{B8CBE545-7CEF-4084-9E75-AF4FD07156A7}" srcOrd="0" destOrd="0" presId="urn:microsoft.com/office/officeart/2005/8/layout/hList1"/>
    <dgm:cxn modelId="{26745917-3BF8-4C6E-8A62-C81BDE35472B}" type="presOf" srcId="{EFC33CCF-A9B7-40F0-9612-2D26A7A335C8}" destId="{47E311B6-AE56-4EB8-BE69-7076387931D3}" srcOrd="0" destOrd="0" presId="urn:microsoft.com/office/officeart/2005/8/layout/hList1"/>
    <dgm:cxn modelId="{02CEA226-9191-492F-A8BD-F3DB9E7D28E4}" srcId="{38E13AC9-F787-49CA-B626-5D393444FA97}" destId="{A7BA0CDF-8852-4C24-9336-59621422770C}" srcOrd="0" destOrd="0" parTransId="{7326223E-F3C3-4153-B5BF-EFF2FAA977EA}" sibTransId="{F1C4B6F2-67D4-4096-B515-D3B16EACAB89}"/>
    <dgm:cxn modelId="{02C4303F-EE2A-4401-A15B-2E3104FEB5CB}" srcId="{2B780B04-6531-4A3E-917B-C64792D3F553}" destId="{AD1967AF-D829-45E7-9CB9-F47805048BCB}" srcOrd="0" destOrd="0" parTransId="{7C07FA77-96A9-4195-9DBB-EEF459B3BB0B}" sibTransId="{329437DB-00A7-4736-AD4F-30F2D80AD851}"/>
    <dgm:cxn modelId="{7E6E3446-8001-4DC6-ACF4-6AA4058FBE06}" type="presOf" srcId="{2B780B04-6531-4A3E-917B-C64792D3F553}" destId="{A30CDA6A-B6F0-47B2-8026-492A86E700BE}" srcOrd="0" destOrd="0" presId="urn:microsoft.com/office/officeart/2005/8/layout/hList1"/>
    <dgm:cxn modelId="{23F9FA46-9A06-496C-A990-B22D2EA0600D}" srcId="{EFC33CCF-A9B7-40F0-9612-2D26A7A335C8}" destId="{38E13AC9-F787-49CA-B626-5D393444FA97}" srcOrd="2" destOrd="0" parTransId="{5CEF7942-5459-49EC-B2E3-16E1C797D17B}" sibTransId="{4D28D252-EA75-4EC2-B53D-9CF5DBCA1FC3}"/>
    <dgm:cxn modelId="{CBF95968-2E88-401F-B490-1AFD97FAD16A}" type="presOf" srcId="{3F470A26-EFCF-44B1-8383-99F638FFBD5C}" destId="{B8CBE545-7CEF-4084-9E75-AF4FD07156A7}" srcOrd="0" destOrd="2" presId="urn:microsoft.com/office/officeart/2005/8/layout/hList1"/>
    <dgm:cxn modelId="{A28BAF50-879B-4295-AFAE-7F09C714FB9E}" type="presOf" srcId="{38E13AC9-F787-49CA-B626-5D393444FA97}" destId="{6A546515-2279-47CB-8FB7-3EDCC199AF4F}" srcOrd="0" destOrd="0" presId="urn:microsoft.com/office/officeart/2005/8/layout/hList1"/>
    <dgm:cxn modelId="{A58B8B5A-61AD-4119-BEAD-7C903BBEEA46}" type="presOf" srcId="{7958867D-8BE7-4503-B625-BC05F1A7BBC5}" destId="{7C14EAAE-F003-4631-9D27-E5D74EDCFBE0}" srcOrd="0" destOrd="1" presId="urn:microsoft.com/office/officeart/2005/8/layout/hList1"/>
    <dgm:cxn modelId="{E583ED81-69BF-4AD6-9CAB-E529617BFCEC}" srcId="{EFC33CCF-A9B7-40F0-9612-2D26A7A335C8}" destId="{7EA61E6D-FAD2-42DF-B8AB-449FD3287734}" srcOrd="1" destOrd="0" parTransId="{BF4D381C-265D-4F1E-BD4D-22BFB95A4FD0}" sibTransId="{36A8BFA6-FB2D-40BF-8752-794E201B5B7C}"/>
    <dgm:cxn modelId="{2201CC9F-E880-4B4A-B881-FC7EE01D1A5D}" type="presOf" srcId="{BEB3121A-61D0-43CD-84CD-ED99217E5AA8}" destId="{5C9B8DCD-EE24-4C56-B75F-453A42904592}" srcOrd="0" destOrd="1" presId="urn:microsoft.com/office/officeart/2005/8/layout/hList1"/>
    <dgm:cxn modelId="{68CF98AE-58FE-4A1D-B4A3-CE09F17D79B0}" srcId="{7EA61E6D-FAD2-42DF-B8AB-449FD3287734}" destId="{879CF883-C96E-40A0-80C4-5EA6EA256D2F}" srcOrd="0" destOrd="0" parTransId="{2A0469FB-F5AA-4F93-81F2-861D44A3CC48}" sibTransId="{1349356A-15DE-4B12-BE38-3F553E270F7C}"/>
    <dgm:cxn modelId="{D29EE1B0-19F5-4F8A-A490-159EA08C8727}" type="presOf" srcId="{879CF883-C96E-40A0-80C4-5EA6EA256D2F}" destId="{5C9B8DCD-EE24-4C56-B75F-453A42904592}" srcOrd="0" destOrd="0" presId="urn:microsoft.com/office/officeart/2005/8/layout/hList1"/>
    <dgm:cxn modelId="{6BD3DAB2-8B7F-412E-BBA0-49176493E31C}" srcId="{38E13AC9-F787-49CA-B626-5D393444FA97}" destId="{3F470A26-EFCF-44B1-8383-99F638FFBD5C}" srcOrd="2" destOrd="0" parTransId="{297ADB73-DEF1-4745-AEAD-1A483537BD85}" sibTransId="{93F9529F-4EEC-43BC-8F6C-593209221057}"/>
    <dgm:cxn modelId="{2BB8D5C8-02D3-4C29-9019-3FE04C3522D2}" srcId="{EFC33CCF-A9B7-40F0-9612-2D26A7A335C8}" destId="{2B780B04-6531-4A3E-917B-C64792D3F553}" srcOrd="0" destOrd="0" parTransId="{54673F4F-14C0-47C2-868D-170CBF7C52C3}" sibTransId="{16159D5B-1AD8-43DF-846C-5650D561995C}"/>
    <dgm:cxn modelId="{510902D2-C5B4-412B-B88A-0EE10ABAE80C}" type="presOf" srcId="{5B65F265-AA78-4AA0-B0A1-0871EC036A1B}" destId="{B8CBE545-7CEF-4084-9E75-AF4FD07156A7}" srcOrd="0" destOrd="1" presId="urn:microsoft.com/office/officeart/2005/8/layout/hList1"/>
    <dgm:cxn modelId="{11FAABD8-49FD-4835-9282-37B1C98CF4DE}" srcId="{38E13AC9-F787-49CA-B626-5D393444FA97}" destId="{5B65F265-AA78-4AA0-B0A1-0871EC036A1B}" srcOrd="1" destOrd="0" parTransId="{4B645487-BE3B-425F-A6FD-737D0F3D8DA1}" sibTransId="{229267A1-7CB2-4247-B062-2732A7389C9E}"/>
    <dgm:cxn modelId="{CFDE63DE-3700-49B1-818E-A9A400AD1AF5}" srcId="{7EA61E6D-FAD2-42DF-B8AB-449FD3287734}" destId="{FD831DBE-4DEA-4ADF-ADAA-FE5003C49B70}" srcOrd="2" destOrd="0" parTransId="{5254F15E-ABD0-46C6-926E-E0F95357919D}" sibTransId="{A4B778B9-624E-49BE-B099-C8BB2EECB0A2}"/>
    <dgm:cxn modelId="{6688A6E1-5150-4143-88E0-1D5ED2A457C3}" srcId="{2B780B04-6531-4A3E-917B-C64792D3F553}" destId="{7958867D-8BE7-4503-B625-BC05F1A7BBC5}" srcOrd="1" destOrd="0" parTransId="{E4A31D69-51C5-4A68-AFCE-F18D98526B13}" sibTransId="{91B1A287-18AA-4B77-8D9B-17EB4248F8C2}"/>
    <dgm:cxn modelId="{7CBD78EA-F12B-4DF8-8455-7E7ABC1F5F77}" type="presOf" srcId="{AD1967AF-D829-45E7-9CB9-F47805048BCB}" destId="{7C14EAAE-F003-4631-9D27-E5D74EDCFBE0}" srcOrd="0" destOrd="0" presId="urn:microsoft.com/office/officeart/2005/8/layout/hList1"/>
    <dgm:cxn modelId="{0A6D85EE-2110-4AF9-9A35-6F9EB82AC14E}" type="presOf" srcId="{FD831DBE-4DEA-4ADF-ADAA-FE5003C49B70}" destId="{5C9B8DCD-EE24-4C56-B75F-453A42904592}" srcOrd="0" destOrd="2" presId="urn:microsoft.com/office/officeart/2005/8/layout/hList1"/>
    <dgm:cxn modelId="{89EEE6FE-B6AA-4A6C-A480-EB7DBF6CA5AA}" srcId="{7EA61E6D-FAD2-42DF-B8AB-449FD3287734}" destId="{BEB3121A-61D0-43CD-84CD-ED99217E5AA8}" srcOrd="1" destOrd="0" parTransId="{EC532BA3-0DE4-4CBF-8ECD-FFD14297A7A0}" sibTransId="{8746666D-D879-4D50-B800-7C14863A924C}"/>
    <dgm:cxn modelId="{689AAC3C-3B4B-4E08-9EF3-842B2FC03E40}" type="presParOf" srcId="{47E311B6-AE56-4EB8-BE69-7076387931D3}" destId="{BF4D18AC-7AB7-4A80-82FE-BCAEBBE61BB5}" srcOrd="0" destOrd="0" presId="urn:microsoft.com/office/officeart/2005/8/layout/hList1"/>
    <dgm:cxn modelId="{8C238DDB-6284-4A97-8E3B-4A72F1CBD039}" type="presParOf" srcId="{BF4D18AC-7AB7-4A80-82FE-BCAEBBE61BB5}" destId="{A30CDA6A-B6F0-47B2-8026-492A86E700BE}" srcOrd="0" destOrd="0" presId="urn:microsoft.com/office/officeart/2005/8/layout/hList1"/>
    <dgm:cxn modelId="{6448F9BF-F761-4614-8065-19256D78A2C1}" type="presParOf" srcId="{BF4D18AC-7AB7-4A80-82FE-BCAEBBE61BB5}" destId="{7C14EAAE-F003-4631-9D27-E5D74EDCFBE0}" srcOrd="1" destOrd="0" presId="urn:microsoft.com/office/officeart/2005/8/layout/hList1"/>
    <dgm:cxn modelId="{5BC7D70E-E0C4-4A59-B3AD-BAA0C81B69A0}" type="presParOf" srcId="{47E311B6-AE56-4EB8-BE69-7076387931D3}" destId="{5156C736-185D-494A-9B23-D6668F3348EC}" srcOrd="1" destOrd="0" presId="urn:microsoft.com/office/officeart/2005/8/layout/hList1"/>
    <dgm:cxn modelId="{71AB4D31-504C-4AB7-A44A-80500A1B2706}" type="presParOf" srcId="{47E311B6-AE56-4EB8-BE69-7076387931D3}" destId="{7168685C-2862-40F3-9F2C-C98066F60199}" srcOrd="2" destOrd="0" presId="urn:microsoft.com/office/officeart/2005/8/layout/hList1"/>
    <dgm:cxn modelId="{09815A98-6F42-418F-9CE3-D351138A2DD4}" type="presParOf" srcId="{7168685C-2862-40F3-9F2C-C98066F60199}" destId="{7F200149-E9D4-4884-81B8-B2C689C8848E}" srcOrd="0" destOrd="0" presId="urn:microsoft.com/office/officeart/2005/8/layout/hList1"/>
    <dgm:cxn modelId="{2E065A10-9989-43FE-B07B-B1A5B733DEFE}" type="presParOf" srcId="{7168685C-2862-40F3-9F2C-C98066F60199}" destId="{5C9B8DCD-EE24-4C56-B75F-453A42904592}" srcOrd="1" destOrd="0" presId="urn:microsoft.com/office/officeart/2005/8/layout/hList1"/>
    <dgm:cxn modelId="{CE052D89-1C93-4774-B5B7-3B1C86DBBB0D}" type="presParOf" srcId="{47E311B6-AE56-4EB8-BE69-7076387931D3}" destId="{9EE80371-1EA8-4318-A356-FB0CC6AB58E6}" srcOrd="3" destOrd="0" presId="urn:microsoft.com/office/officeart/2005/8/layout/hList1"/>
    <dgm:cxn modelId="{0B8A13B0-4816-4057-A2E0-498FE609BB2B}" type="presParOf" srcId="{47E311B6-AE56-4EB8-BE69-7076387931D3}" destId="{1062A720-8083-4F9E-9528-A5001C0C963C}" srcOrd="4" destOrd="0" presId="urn:microsoft.com/office/officeart/2005/8/layout/hList1"/>
    <dgm:cxn modelId="{98970AE1-CE9F-4BCD-AA74-25CA8726AF86}" type="presParOf" srcId="{1062A720-8083-4F9E-9528-A5001C0C963C}" destId="{6A546515-2279-47CB-8FB7-3EDCC199AF4F}" srcOrd="0" destOrd="0" presId="urn:microsoft.com/office/officeart/2005/8/layout/hList1"/>
    <dgm:cxn modelId="{03DBCD4E-E348-4475-9653-EA72FF435250}" type="presParOf" srcId="{1062A720-8083-4F9E-9528-A5001C0C963C}" destId="{B8CBE545-7CEF-4084-9E75-AF4FD07156A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0052E4-7943-42E8-A18A-BA97F040023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F4CDBF0-F5C2-46B0-9390-6E89E404A857}">
      <dgm:prSet phldrT="[Text]" custT="1"/>
      <dgm:spPr/>
      <dgm:t>
        <a:bodyPr vert="horz"/>
        <a:lstStyle/>
        <a:p>
          <a:br>
            <a:rPr lang="en-US" sz="900" b="1" dirty="0"/>
          </a:br>
          <a:r>
            <a:rPr lang="en-US" sz="900" b="1" dirty="0"/>
            <a:t>What is CIAM</a:t>
          </a:r>
        </a:p>
      </dgm:t>
    </dgm:pt>
    <dgm:pt modelId="{91020F89-148B-4772-8B3A-7D107EF49949}" type="parTrans" cxnId="{08D1C768-7E14-4EF9-931F-91561055A2E6}">
      <dgm:prSet/>
      <dgm:spPr/>
      <dgm:t>
        <a:bodyPr/>
        <a:lstStyle/>
        <a:p>
          <a:endParaRPr lang="en-US"/>
        </a:p>
      </dgm:t>
    </dgm:pt>
    <dgm:pt modelId="{A4CEF13C-C41A-4768-AA0E-1A7BF762DD6B}" type="sibTrans" cxnId="{08D1C768-7E14-4EF9-931F-91561055A2E6}">
      <dgm:prSet/>
      <dgm:spPr/>
      <dgm:t>
        <a:bodyPr/>
        <a:lstStyle/>
        <a:p>
          <a:endParaRPr lang="en-US"/>
        </a:p>
      </dgm:t>
    </dgm:pt>
    <dgm:pt modelId="{F574687B-502D-4735-8F04-078BAA770929}">
      <dgm:prSet phldrT="[Text]" custT="1"/>
      <dgm:spPr/>
      <dgm:t>
        <a:bodyPr/>
        <a:lstStyle/>
        <a:p>
          <a:r>
            <a:rPr lang="en-US" sz="900" b="1" dirty="0"/>
            <a:t>Differences between IAM and CIAM</a:t>
          </a:r>
        </a:p>
      </dgm:t>
    </dgm:pt>
    <dgm:pt modelId="{AE97C2CE-DFF9-4143-8763-89DB5895B2EC}" type="parTrans" cxnId="{4442766D-C9A1-45B1-92E5-DCE54243F51E}">
      <dgm:prSet/>
      <dgm:spPr/>
      <dgm:t>
        <a:bodyPr/>
        <a:lstStyle/>
        <a:p>
          <a:endParaRPr lang="en-US"/>
        </a:p>
      </dgm:t>
    </dgm:pt>
    <dgm:pt modelId="{F7DEAFE0-82A9-4BE6-8AB2-AE23A581DF34}" type="sibTrans" cxnId="{4442766D-C9A1-45B1-92E5-DCE54243F51E}">
      <dgm:prSet/>
      <dgm:spPr/>
      <dgm:t>
        <a:bodyPr/>
        <a:lstStyle/>
        <a:p>
          <a:endParaRPr lang="en-US"/>
        </a:p>
      </dgm:t>
    </dgm:pt>
    <dgm:pt modelId="{C2453A6C-F213-4A82-9671-639F9D8C3C0F}">
      <dgm:prSet custT="1"/>
      <dgm:spPr/>
      <dgm:t>
        <a:bodyPr/>
        <a:lstStyle/>
        <a:p>
          <a:r>
            <a:rPr lang="en-US" sz="900" b="1" dirty="0"/>
            <a:t>Importance of CIAM</a:t>
          </a:r>
        </a:p>
      </dgm:t>
    </dgm:pt>
    <dgm:pt modelId="{E90290C2-8EAB-4478-8DB8-2026123EAA04}" type="parTrans" cxnId="{5556CAED-9AFE-4B73-A26D-633EC8A63C4F}">
      <dgm:prSet/>
      <dgm:spPr/>
      <dgm:t>
        <a:bodyPr/>
        <a:lstStyle/>
        <a:p>
          <a:endParaRPr lang="en-US"/>
        </a:p>
      </dgm:t>
    </dgm:pt>
    <dgm:pt modelId="{5232C623-2C2A-4323-86F1-888284CD71A1}" type="sibTrans" cxnId="{5556CAED-9AFE-4B73-A26D-633EC8A63C4F}">
      <dgm:prSet/>
      <dgm:spPr/>
      <dgm:t>
        <a:bodyPr/>
        <a:lstStyle/>
        <a:p>
          <a:endParaRPr lang="en-US"/>
        </a:p>
      </dgm:t>
    </dgm:pt>
    <dgm:pt modelId="{9095E82F-BC08-466E-8C9A-FD2AC701D086}">
      <dgm:prSet/>
      <dgm:spPr/>
      <dgm:t>
        <a:bodyPr/>
        <a:lstStyle/>
        <a:p>
          <a:r>
            <a:rPr lang="en-US" dirty="0"/>
            <a:t>Customer Identity and Access Management (CIAM) refers to managing external customer identities for a business’s apps and websites, focusing on providing seamless, secure access to users. </a:t>
          </a:r>
        </a:p>
      </dgm:t>
    </dgm:pt>
    <dgm:pt modelId="{17AFE39D-C0C4-4C8A-9AB4-7AF46D2A3117}" type="parTrans" cxnId="{7721C5D7-0333-4B7C-809D-0007052FCE44}">
      <dgm:prSet/>
      <dgm:spPr/>
      <dgm:t>
        <a:bodyPr/>
        <a:lstStyle/>
        <a:p>
          <a:endParaRPr lang="en-US"/>
        </a:p>
      </dgm:t>
    </dgm:pt>
    <dgm:pt modelId="{1299B2A7-92FD-485F-8D79-BCCABD4DC14C}" type="sibTrans" cxnId="{7721C5D7-0333-4B7C-809D-0007052FCE44}">
      <dgm:prSet/>
      <dgm:spPr/>
      <dgm:t>
        <a:bodyPr/>
        <a:lstStyle/>
        <a:p>
          <a:endParaRPr lang="en-US"/>
        </a:p>
      </dgm:t>
    </dgm:pt>
    <dgm:pt modelId="{ADA5B21F-DFFB-4F7B-858B-E272F98E9517}">
      <dgm:prSet/>
      <dgm:spPr/>
      <dgm:t>
        <a:bodyPr/>
        <a:lstStyle/>
        <a:p>
          <a:r>
            <a:rPr lang="en-US" dirty="0"/>
            <a:t>CIAM is tailored to customer-facing scenarios – enabling users to self-register, log in, authenticate, and manage their profiles and consent preferences on their own. </a:t>
          </a:r>
        </a:p>
      </dgm:t>
    </dgm:pt>
    <dgm:pt modelId="{001EF920-8F4D-431E-9AFE-CAC9B7D8BD83}" type="parTrans" cxnId="{AAF876F7-630D-4FD9-8443-0963F506DB5C}">
      <dgm:prSet/>
      <dgm:spPr/>
      <dgm:t>
        <a:bodyPr/>
        <a:lstStyle/>
        <a:p>
          <a:endParaRPr lang="en-US"/>
        </a:p>
      </dgm:t>
    </dgm:pt>
    <dgm:pt modelId="{94867C70-C948-44A3-980D-847C45300DAB}" type="sibTrans" cxnId="{AAF876F7-630D-4FD9-8443-0963F506DB5C}">
      <dgm:prSet/>
      <dgm:spPr/>
      <dgm:t>
        <a:bodyPr/>
        <a:lstStyle/>
        <a:p>
          <a:endParaRPr lang="en-US"/>
        </a:p>
      </dgm:t>
    </dgm:pt>
    <dgm:pt modelId="{B855CAC4-7205-441D-87F8-A8D26C10E778}">
      <dgm:prSet/>
      <dgm:spPr/>
      <dgm:t>
        <a:bodyPr/>
        <a:lstStyle/>
        <a:p>
          <a:r>
            <a:rPr lang="en-US" dirty="0"/>
            <a:t>It combines security and user experience: CIAM helps organizations deliver frictionless login experiences across web and mobile channels while protecting customer data and accounts.</a:t>
          </a:r>
        </a:p>
      </dgm:t>
    </dgm:pt>
    <dgm:pt modelId="{8852B004-FF32-4106-9C95-54CB552361B8}" type="parTrans" cxnId="{54D2B73A-DF88-4E39-9D46-03B9A4A4D691}">
      <dgm:prSet/>
      <dgm:spPr/>
      <dgm:t>
        <a:bodyPr/>
        <a:lstStyle/>
        <a:p>
          <a:endParaRPr lang="en-US"/>
        </a:p>
      </dgm:t>
    </dgm:pt>
    <dgm:pt modelId="{3BD0BC05-6207-4EF1-A4B9-270F301958D8}" type="sibTrans" cxnId="{54D2B73A-DF88-4E39-9D46-03B9A4A4D691}">
      <dgm:prSet/>
      <dgm:spPr/>
      <dgm:t>
        <a:bodyPr/>
        <a:lstStyle/>
        <a:p>
          <a:endParaRPr lang="en-US"/>
        </a:p>
      </dgm:t>
    </dgm:pt>
    <dgm:pt modelId="{B9429DD0-31A7-4112-80F0-873B1F3C2046}">
      <dgm:prSet/>
      <dgm:spPr/>
      <dgm:t>
        <a:bodyPr/>
        <a:lstStyle/>
        <a:p>
          <a:r>
            <a:rPr lang="en-US" b="1" dirty="0"/>
            <a:t>Seamless User Experience: </a:t>
          </a:r>
          <a:r>
            <a:rPr lang="en-US" dirty="0"/>
            <a:t>Smooth registration and login processes (e.g. social login, single sign-on) reduce friction for customers, leading to higher satisfaction and loyalty.</a:t>
          </a:r>
        </a:p>
      </dgm:t>
    </dgm:pt>
    <dgm:pt modelId="{4241620D-1705-4215-AD4C-422D5532EF26}" type="parTrans" cxnId="{E5F60B9F-1D97-4808-81DF-554B719CD9EC}">
      <dgm:prSet/>
      <dgm:spPr/>
      <dgm:t>
        <a:bodyPr/>
        <a:lstStyle/>
        <a:p>
          <a:endParaRPr lang="en-US"/>
        </a:p>
      </dgm:t>
    </dgm:pt>
    <dgm:pt modelId="{CB522928-20CE-4EA3-B720-106C17A29BD1}" type="sibTrans" cxnId="{E5F60B9F-1D97-4808-81DF-554B719CD9EC}">
      <dgm:prSet/>
      <dgm:spPr/>
      <dgm:t>
        <a:bodyPr/>
        <a:lstStyle/>
        <a:p>
          <a:endParaRPr lang="en-US"/>
        </a:p>
      </dgm:t>
    </dgm:pt>
    <dgm:pt modelId="{81F60DB0-39C6-472F-8BC2-42C0DAD04C68}">
      <dgm:prSet/>
      <dgm:spPr/>
      <dgm:t>
        <a:bodyPr/>
        <a:lstStyle/>
        <a:p>
          <a:r>
            <a:rPr lang="en-US" b="1" dirty="0"/>
            <a:t>Robust Security: </a:t>
          </a:r>
          <a:r>
            <a:rPr lang="en-US" dirty="0"/>
            <a:t>Enhanced authentication (MFA, risk-based checks) helps prevent fraud and account takeovers without overly burdening users. CIAM creates secure, trusted interactions between customers and the business.</a:t>
          </a:r>
        </a:p>
      </dgm:t>
    </dgm:pt>
    <dgm:pt modelId="{6FA90C90-EDAF-49B9-AE0B-B268F28D3764}" type="parTrans" cxnId="{BF90022E-4220-457B-A4F1-EDEF5ACD1AE9}">
      <dgm:prSet/>
      <dgm:spPr/>
      <dgm:t>
        <a:bodyPr/>
        <a:lstStyle/>
        <a:p>
          <a:endParaRPr lang="en-US"/>
        </a:p>
      </dgm:t>
    </dgm:pt>
    <dgm:pt modelId="{96C5A65A-DDB8-4C19-861C-96FB4120B833}" type="sibTrans" cxnId="{BF90022E-4220-457B-A4F1-EDEF5ACD1AE9}">
      <dgm:prSet/>
      <dgm:spPr/>
      <dgm:t>
        <a:bodyPr/>
        <a:lstStyle/>
        <a:p>
          <a:endParaRPr lang="en-US"/>
        </a:p>
      </dgm:t>
    </dgm:pt>
    <dgm:pt modelId="{3191E2E3-D2DA-4E07-BB42-F92E8C768981}">
      <dgm:prSet/>
      <dgm:spPr/>
      <dgm:t>
        <a:bodyPr/>
        <a:lstStyle/>
        <a:p>
          <a:r>
            <a:rPr lang="en-US" b="1" dirty="0"/>
            <a:t>Scalability: </a:t>
          </a:r>
          <a:r>
            <a:rPr lang="en-US" dirty="0"/>
            <a:t>Designed to handle millions of users and unpredictable traffic spikes, unlike internal IAM which only supports a fixed employee count. CIAM systems can grow with business demand.</a:t>
          </a:r>
        </a:p>
      </dgm:t>
    </dgm:pt>
    <dgm:pt modelId="{7B7946B7-20CD-4A22-B7C9-46286EFB9AD4}" type="parTrans" cxnId="{C86FA82F-F146-4AB1-8FD3-15224A28B738}">
      <dgm:prSet/>
      <dgm:spPr/>
      <dgm:t>
        <a:bodyPr/>
        <a:lstStyle/>
        <a:p>
          <a:endParaRPr lang="en-US"/>
        </a:p>
      </dgm:t>
    </dgm:pt>
    <dgm:pt modelId="{DAC6E7FD-9F03-4892-BC29-CD7400ECD504}" type="sibTrans" cxnId="{C86FA82F-F146-4AB1-8FD3-15224A28B738}">
      <dgm:prSet/>
      <dgm:spPr/>
      <dgm:t>
        <a:bodyPr/>
        <a:lstStyle/>
        <a:p>
          <a:endParaRPr lang="en-US"/>
        </a:p>
      </dgm:t>
    </dgm:pt>
    <dgm:pt modelId="{55DE8AE6-BFCD-4DFA-B1D9-49FBA0718FAD}">
      <dgm:prSet/>
      <dgm:spPr/>
      <dgm:t>
        <a:bodyPr/>
        <a:lstStyle/>
        <a:p>
          <a:r>
            <a:rPr lang="en-US" b="1" dirty="0"/>
            <a:t>Compliance: </a:t>
          </a:r>
          <a:r>
            <a:rPr lang="en-US" dirty="0"/>
            <a:t>Built-in consent and privacy management to meet regulatory requirements (users give consent for data use, data is handled per GDPR/CCPA guidelines) – avoiding legal risks and building user trust through transparency.</a:t>
          </a:r>
        </a:p>
      </dgm:t>
    </dgm:pt>
    <dgm:pt modelId="{F008031C-C64C-44C1-ACF2-CFA7A14DDDC0}" type="parTrans" cxnId="{E1DEAAD6-2B4C-4CC1-BE10-21136CFFCEE1}">
      <dgm:prSet/>
      <dgm:spPr/>
      <dgm:t>
        <a:bodyPr/>
        <a:lstStyle/>
        <a:p>
          <a:endParaRPr lang="en-US"/>
        </a:p>
      </dgm:t>
    </dgm:pt>
    <dgm:pt modelId="{C81A95A9-96DE-4C27-B994-5493788D1FFF}" type="sibTrans" cxnId="{E1DEAAD6-2B4C-4CC1-BE10-21136CFFCEE1}">
      <dgm:prSet/>
      <dgm:spPr/>
      <dgm:t>
        <a:bodyPr/>
        <a:lstStyle/>
        <a:p>
          <a:endParaRPr lang="en-US"/>
        </a:p>
      </dgm:t>
    </dgm:pt>
    <dgm:pt modelId="{28C0F9E9-B632-4224-A066-54805626BA51}">
      <dgm:prSet/>
      <dgm:spPr/>
      <dgm:t>
        <a:bodyPr/>
        <a:lstStyle/>
        <a:p>
          <a:r>
            <a:rPr lang="en-US" b="1" dirty="0"/>
            <a:t>Scope of Users: </a:t>
          </a:r>
          <a:r>
            <a:rPr lang="en-US" dirty="0"/>
            <a:t>Traditional IAM (Identity &amp; Access Management) is internal-facing, managing access for an organization’s employees and workforce. Its primary goal is to enforce security and proper access inside the company. CIAM, on the other hand, is external-facing, dealing with customers or consumers who use the company’s digital services. </a:t>
          </a:r>
        </a:p>
      </dgm:t>
    </dgm:pt>
    <dgm:pt modelId="{0F383657-4E28-447B-95A9-DE80B0A682F3}" type="parTrans" cxnId="{F4D3CE87-0B1A-4A9B-B591-D35309F32D94}">
      <dgm:prSet/>
      <dgm:spPr/>
      <dgm:t>
        <a:bodyPr/>
        <a:lstStyle/>
        <a:p>
          <a:endParaRPr lang="en-US"/>
        </a:p>
      </dgm:t>
    </dgm:pt>
    <dgm:pt modelId="{E5CBC2B6-B6F9-4FB3-810D-7A3B7BDF4EE7}" type="sibTrans" cxnId="{F4D3CE87-0B1A-4A9B-B591-D35309F32D94}">
      <dgm:prSet/>
      <dgm:spPr/>
      <dgm:t>
        <a:bodyPr/>
        <a:lstStyle/>
        <a:p>
          <a:endParaRPr lang="en-US"/>
        </a:p>
      </dgm:t>
    </dgm:pt>
    <dgm:pt modelId="{002C2815-A94D-45F7-A7A7-8D5C03986AE4}">
      <dgm:prSet/>
      <dgm:spPr/>
      <dgm:t>
        <a:bodyPr/>
        <a:lstStyle/>
        <a:p>
          <a:r>
            <a:rPr lang="en-US" b="1" dirty="0"/>
            <a:t>User Experience vs. Control: </a:t>
          </a:r>
          <a:r>
            <a:rPr lang="en-US" dirty="0"/>
            <a:t>IAM deals with employees who are trained to handle extra steps as it protects company data. In contrast, customers will not tolerate friction – a complicated sign-up or login process means they may give up and go elsewhere. Thus, CIAM places a greater emphasis on user experience and self-service. Customers can register themselves, reset passwords, and use familiar logins (like Google/Facebook) without calling IT support. </a:t>
          </a:r>
        </a:p>
      </dgm:t>
    </dgm:pt>
    <dgm:pt modelId="{A971A464-F431-4BE1-B5BC-3D127DBB8975}" type="parTrans" cxnId="{77C71EE2-60DC-4003-BDC4-A3D2EAD0BE05}">
      <dgm:prSet/>
      <dgm:spPr/>
      <dgm:t>
        <a:bodyPr/>
        <a:lstStyle/>
        <a:p>
          <a:endParaRPr lang="en-US"/>
        </a:p>
      </dgm:t>
    </dgm:pt>
    <dgm:pt modelId="{502F2889-4EC7-493D-A13A-4EA6A57CB3DD}" type="sibTrans" cxnId="{77C71EE2-60DC-4003-BDC4-A3D2EAD0BE05}">
      <dgm:prSet/>
      <dgm:spPr/>
      <dgm:t>
        <a:bodyPr/>
        <a:lstStyle/>
        <a:p>
          <a:endParaRPr lang="en-US"/>
        </a:p>
      </dgm:t>
    </dgm:pt>
    <dgm:pt modelId="{7A446A2A-62BB-4785-B14C-CC173B698E7F}">
      <dgm:prSet/>
      <dgm:spPr/>
      <dgm:t>
        <a:bodyPr/>
        <a:lstStyle/>
        <a:p>
          <a:r>
            <a:rPr lang="en-US" b="1" dirty="0"/>
            <a:t>Scale and Performance: </a:t>
          </a:r>
          <a:r>
            <a:rPr lang="en-US" dirty="0"/>
            <a:t>An IAM system might support a workforce of, say, 5,000 employees, with predictable login patterns. CIAM must support possibly 5 million customers with spiky, 24/7 usage. </a:t>
          </a:r>
        </a:p>
      </dgm:t>
    </dgm:pt>
    <dgm:pt modelId="{2CB33F13-28FC-4214-A83E-3B7059F51C3E}" type="parTrans" cxnId="{08D2CEAE-1FF1-45EE-AB37-19F4E4C9E666}">
      <dgm:prSet/>
      <dgm:spPr/>
      <dgm:t>
        <a:bodyPr/>
        <a:lstStyle/>
        <a:p>
          <a:endParaRPr lang="en-US"/>
        </a:p>
      </dgm:t>
    </dgm:pt>
    <dgm:pt modelId="{A621C202-92E6-4B1F-AE1F-6153C57355B3}" type="sibTrans" cxnId="{08D2CEAE-1FF1-45EE-AB37-19F4E4C9E666}">
      <dgm:prSet/>
      <dgm:spPr/>
      <dgm:t>
        <a:bodyPr/>
        <a:lstStyle/>
        <a:p>
          <a:endParaRPr lang="en-US"/>
        </a:p>
      </dgm:t>
    </dgm:pt>
    <dgm:pt modelId="{4D2A194C-722F-46BA-8906-C869163F75F1}">
      <dgm:prSet/>
      <dgm:spPr/>
      <dgm:t>
        <a:bodyPr/>
        <a:lstStyle/>
        <a:p>
          <a:r>
            <a:rPr lang="en-US" b="1" dirty="0"/>
            <a:t>Features and Compliance: </a:t>
          </a:r>
          <a:r>
            <a:rPr lang="en-US" dirty="0"/>
            <a:t>Both IAM and CIAM involve authentication, authorization, and directory services, but CIAM extends functionality to meet consumer needs. For example, CIAM commonly offers social login integration, consumer privacy consent, and marketing profile data – features not needed in internal IAM.</a:t>
          </a:r>
        </a:p>
      </dgm:t>
    </dgm:pt>
    <dgm:pt modelId="{928B6E89-DC36-449B-B4BC-FD7ED4692A5A}" type="parTrans" cxnId="{A417E7B3-4855-4F9C-AF0B-FA504EE094CE}">
      <dgm:prSet/>
      <dgm:spPr/>
      <dgm:t>
        <a:bodyPr/>
        <a:lstStyle/>
        <a:p>
          <a:endParaRPr lang="en-US"/>
        </a:p>
      </dgm:t>
    </dgm:pt>
    <dgm:pt modelId="{4523FDA2-DE7C-4151-8E8B-D86F51D28492}" type="sibTrans" cxnId="{A417E7B3-4855-4F9C-AF0B-FA504EE094CE}">
      <dgm:prSet/>
      <dgm:spPr/>
      <dgm:t>
        <a:bodyPr/>
        <a:lstStyle/>
        <a:p>
          <a:endParaRPr lang="en-US"/>
        </a:p>
      </dgm:t>
    </dgm:pt>
    <dgm:pt modelId="{0E798F42-7E3A-4F5A-9042-E7F3278B3D84}" type="pres">
      <dgm:prSet presAssocID="{1D0052E4-7943-42E8-A18A-BA97F0400234}" presName="linear" presStyleCnt="0">
        <dgm:presLayoutVars>
          <dgm:dir/>
          <dgm:animLvl val="lvl"/>
          <dgm:resizeHandles val="exact"/>
        </dgm:presLayoutVars>
      </dgm:prSet>
      <dgm:spPr/>
    </dgm:pt>
    <dgm:pt modelId="{66DF2B2F-BE2B-47BF-9AF9-9FD2C900C4DE}" type="pres">
      <dgm:prSet presAssocID="{4F4CDBF0-F5C2-46B0-9390-6E89E404A857}" presName="parentLin" presStyleCnt="0"/>
      <dgm:spPr/>
    </dgm:pt>
    <dgm:pt modelId="{1FAB64F4-5A4D-4E96-9FB5-58CD3E925CFA}" type="pres">
      <dgm:prSet presAssocID="{4F4CDBF0-F5C2-46B0-9390-6E89E404A857}" presName="parentLeftMargin" presStyleLbl="node1" presStyleIdx="0" presStyleCnt="3"/>
      <dgm:spPr/>
    </dgm:pt>
    <dgm:pt modelId="{D03FC9D2-CC08-4EAF-9207-B7330BF62ED6}" type="pres">
      <dgm:prSet presAssocID="{4F4CDBF0-F5C2-46B0-9390-6E89E404A857}" presName="parentText" presStyleLbl="node1" presStyleIdx="0" presStyleCnt="3">
        <dgm:presLayoutVars>
          <dgm:chMax val="0"/>
          <dgm:bulletEnabled val="1"/>
        </dgm:presLayoutVars>
      </dgm:prSet>
      <dgm:spPr>
        <a:xfrm>
          <a:off x="441454" y="194264"/>
          <a:ext cx="6180362" cy="269321"/>
        </a:xfrm>
      </dgm:spPr>
    </dgm:pt>
    <dgm:pt modelId="{A04A8F32-64A7-4CDD-A79D-A737B3E57439}" type="pres">
      <dgm:prSet presAssocID="{4F4CDBF0-F5C2-46B0-9390-6E89E404A857}" presName="negativeSpace" presStyleCnt="0"/>
      <dgm:spPr/>
    </dgm:pt>
    <dgm:pt modelId="{B7AE4153-02FE-4840-9B5B-5006B2A16538}" type="pres">
      <dgm:prSet presAssocID="{4F4CDBF0-F5C2-46B0-9390-6E89E404A857}" presName="childText" presStyleLbl="conFgAcc1" presStyleIdx="0" presStyleCnt="3">
        <dgm:presLayoutVars>
          <dgm:bulletEnabled val="1"/>
        </dgm:presLayoutVars>
      </dgm:prSet>
      <dgm:spPr/>
    </dgm:pt>
    <dgm:pt modelId="{8BD1AD0C-FC83-4C43-AE44-C1BAA56BBAA2}" type="pres">
      <dgm:prSet presAssocID="{A4CEF13C-C41A-4768-AA0E-1A7BF762DD6B}" presName="spaceBetweenRectangles" presStyleCnt="0"/>
      <dgm:spPr/>
    </dgm:pt>
    <dgm:pt modelId="{967D64DE-AF7B-476C-AED8-1E443DEC248F}" type="pres">
      <dgm:prSet presAssocID="{C2453A6C-F213-4A82-9671-639F9D8C3C0F}" presName="parentLin" presStyleCnt="0"/>
      <dgm:spPr/>
    </dgm:pt>
    <dgm:pt modelId="{A89742FF-36EC-44E1-9633-165438B5475D}" type="pres">
      <dgm:prSet presAssocID="{C2453A6C-F213-4A82-9671-639F9D8C3C0F}" presName="parentLeftMargin" presStyleLbl="node1" presStyleIdx="0" presStyleCnt="3"/>
      <dgm:spPr/>
    </dgm:pt>
    <dgm:pt modelId="{A2C2BF64-81CA-48B0-8DA0-283469050145}" type="pres">
      <dgm:prSet presAssocID="{C2453A6C-F213-4A82-9671-639F9D8C3C0F}" presName="parentText" presStyleLbl="node1" presStyleIdx="1" presStyleCnt="3">
        <dgm:presLayoutVars>
          <dgm:chMax val="0"/>
          <dgm:bulletEnabled val="1"/>
        </dgm:presLayoutVars>
      </dgm:prSet>
      <dgm:spPr/>
    </dgm:pt>
    <dgm:pt modelId="{ED049CA4-8CF3-4F16-8E64-9EDA4BC72F9F}" type="pres">
      <dgm:prSet presAssocID="{C2453A6C-F213-4A82-9671-639F9D8C3C0F}" presName="negativeSpace" presStyleCnt="0"/>
      <dgm:spPr/>
    </dgm:pt>
    <dgm:pt modelId="{B571B7B5-3AAB-453D-9616-8C1D824CEC0D}" type="pres">
      <dgm:prSet presAssocID="{C2453A6C-F213-4A82-9671-639F9D8C3C0F}" presName="childText" presStyleLbl="conFgAcc1" presStyleIdx="1" presStyleCnt="3">
        <dgm:presLayoutVars>
          <dgm:bulletEnabled val="1"/>
        </dgm:presLayoutVars>
      </dgm:prSet>
      <dgm:spPr/>
    </dgm:pt>
    <dgm:pt modelId="{B685A810-2589-4E26-96C2-3FDE0BE5FF8F}" type="pres">
      <dgm:prSet presAssocID="{5232C623-2C2A-4323-86F1-888284CD71A1}" presName="spaceBetweenRectangles" presStyleCnt="0"/>
      <dgm:spPr/>
    </dgm:pt>
    <dgm:pt modelId="{1BAB7654-28AD-4115-83F9-A66BD20E3DAA}" type="pres">
      <dgm:prSet presAssocID="{F574687B-502D-4735-8F04-078BAA770929}" presName="parentLin" presStyleCnt="0"/>
      <dgm:spPr/>
    </dgm:pt>
    <dgm:pt modelId="{8BA0FDAE-5360-4958-A102-3539CC398D56}" type="pres">
      <dgm:prSet presAssocID="{F574687B-502D-4735-8F04-078BAA770929}" presName="parentLeftMargin" presStyleLbl="node1" presStyleIdx="1" presStyleCnt="3"/>
      <dgm:spPr/>
    </dgm:pt>
    <dgm:pt modelId="{3C48C465-92D1-4ABC-AF01-5869090B38FE}" type="pres">
      <dgm:prSet presAssocID="{F574687B-502D-4735-8F04-078BAA770929}" presName="parentText" presStyleLbl="node1" presStyleIdx="2" presStyleCnt="3">
        <dgm:presLayoutVars>
          <dgm:chMax val="0"/>
          <dgm:bulletEnabled val="1"/>
        </dgm:presLayoutVars>
      </dgm:prSet>
      <dgm:spPr/>
    </dgm:pt>
    <dgm:pt modelId="{AF7F0E3F-D821-49D6-B5E9-9AE7351B75FA}" type="pres">
      <dgm:prSet presAssocID="{F574687B-502D-4735-8F04-078BAA770929}" presName="negativeSpace" presStyleCnt="0"/>
      <dgm:spPr/>
    </dgm:pt>
    <dgm:pt modelId="{B457C918-85AC-40C6-83AD-DBD295256969}" type="pres">
      <dgm:prSet presAssocID="{F574687B-502D-4735-8F04-078BAA770929}" presName="childText" presStyleLbl="conFgAcc1" presStyleIdx="2" presStyleCnt="3">
        <dgm:presLayoutVars>
          <dgm:bulletEnabled val="1"/>
        </dgm:presLayoutVars>
      </dgm:prSet>
      <dgm:spPr/>
    </dgm:pt>
  </dgm:ptLst>
  <dgm:cxnLst>
    <dgm:cxn modelId="{7C27E709-82C5-469D-B2C2-ECFFB7362B58}" type="presOf" srcId="{ADA5B21F-DFFB-4F7B-858B-E272F98E9517}" destId="{B7AE4153-02FE-4840-9B5B-5006B2A16538}" srcOrd="0" destOrd="1" presId="urn:microsoft.com/office/officeart/2005/8/layout/list1"/>
    <dgm:cxn modelId="{10ACF010-0F3C-4FC2-BF9F-72FB7FDEB68B}" type="presOf" srcId="{1D0052E4-7943-42E8-A18A-BA97F0400234}" destId="{0E798F42-7E3A-4F5A-9042-E7F3278B3D84}" srcOrd="0" destOrd="0" presId="urn:microsoft.com/office/officeart/2005/8/layout/list1"/>
    <dgm:cxn modelId="{41D5881D-2B05-4819-A81B-47BB233BBB71}" type="presOf" srcId="{3191E2E3-D2DA-4E07-BB42-F92E8C768981}" destId="{B571B7B5-3AAB-453D-9616-8C1D824CEC0D}" srcOrd="0" destOrd="2" presId="urn:microsoft.com/office/officeart/2005/8/layout/list1"/>
    <dgm:cxn modelId="{BF90022E-4220-457B-A4F1-EDEF5ACD1AE9}" srcId="{C2453A6C-F213-4A82-9671-639F9D8C3C0F}" destId="{81F60DB0-39C6-472F-8BC2-42C0DAD04C68}" srcOrd="1" destOrd="0" parTransId="{6FA90C90-EDAF-49B9-AE0B-B268F28D3764}" sibTransId="{96C5A65A-DDB8-4C19-861C-96FB4120B833}"/>
    <dgm:cxn modelId="{C86FA82F-F146-4AB1-8FD3-15224A28B738}" srcId="{C2453A6C-F213-4A82-9671-639F9D8C3C0F}" destId="{3191E2E3-D2DA-4E07-BB42-F92E8C768981}" srcOrd="2" destOrd="0" parTransId="{7B7946B7-20CD-4A22-B7C9-46286EFB9AD4}" sibTransId="{DAC6E7FD-9F03-4892-BC29-CD7400ECD504}"/>
    <dgm:cxn modelId="{54D2B73A-DF88-4E39-9D46-03B9A4A4D691}" srcId="{4F4CDBF0-F5C2-46B0-9390-6E89E404A857}" destId="{B855CAC4-7205-441D-87F8-A8D26C10E778}" srcOrd="2" destOrd="0" parTransId="{8852B004-FF32-4106-9C95-54CB552361B8}" sibTransId="{3BD0BC05-6207-4EF1-A4B9-270F301958D8}"/>
    <dgm:cxn modelId="{68E3165D-9EE5-4314-85B4-086E54BECD20}" type="presOf" srcId="{7A446A2A-62BB-4785-B14C-CC173B698E7F}" destId="{B457C918-85AC-40C6-83AD-DBD295256969}" srcOrd="0" destOrd="2" presId="urn:microsoft.com/office/officeart/2005/8/layout/list1"/>
    <dgm:cxn modelId="{6A36CF61-A502-4101-99A9-4101A73003F1}" type="presOf" srcId="{4F4CDBF0-F5C2-46B0-9390-6E89E404A857}" destId="{D03FC9D2-CC08-4EAF-9207-B7330BF62ED6}" srcOrd="1" destOrd="0" presId="urn:microsoft.com/office/officeart/2005/8/layout/list1"/>
    <dgm:cxn modelId="{08D1C768-7E14-4EF9-931F-91561055A2E6}" srcId="{1D0052E4-7943-42E8-A18A-BA97F0400234}" destId="{4F4CDBF0-F5C2-46B0-9390-6E89E404A857}" srcOrd="0" destOrd="0" parTransId="{91020F89-148B-4772-8B3A-7D107EF49949}" sibTransId="{A4CEF13C-C41A-4768-AA0E-1A7BF762DD6B}"/>
    <dgm:cxn modelId="{971A5B49-0C3B-4139-B6D9-D9A6B92117A8}" type="presOf" srcId="{C2453A6C-F213-4A82-9671-639F9D8C3C0F}" destId="{A89742FF-36EC-44E1-9633-165438B5475D}" srcOrd="0" destOrd="0" presId="urn:microsoft.com/office/officeart/2005/8/layout/list1"/>
    <dgm:cxn modelId="{4905964B-917A-4763-8C0F-58519503CAE3}" type="presOf" srcId="{002C2815-A94D-45F7-A7A7-8D5C03986AE4}" destId="{B457C918-85AC-40C6-83AD-DBD295256969}" srcOrd="0" destOrd="1" presId="urn:microsoft.com/office/officeart/2005/8/layout/list1"/>
    <dgm:cxn modelId="{4442766D-C9A1-45B1-92E5-DCE54243F51E}" srcId="{1D0052E4-7943-42E8-A18A-BA97F0400234}" destId="{F574687B-502D-4735-8F04-078BAA770929}" srcOrd="2" destOrd="0" parTransId="{AE97C2CE-DFF9-4143-8763-89DB5895B2EC}" sibTransId="{F7DEAFE0-82A9-4BE6-8AB2-AE23A581DF34}"/>
    <dgm:cxn modelId="{5983FB6E-9561-4384-B408-FF1EB5DF0C5A}" type="presOf" srcId="{9095E82F-BC08-466E-8C9A-FD2AC701D086}" destId="{B7AE4153-02FE-4840-9B5B-5006B2A16538}" srcOrd="0" destOrd="0" presId="urn:microsoft.com/office/officeart/2005/8/layout/list1"/>
    <dgm:cxn modelId="{559D3052-A17E-4306-BEC4-0D183374ED76}" type="presOf" srcId="{F574687B-502D-4735-8F04-078BAA770929}" destId="{3C48C465-92D1-4ABC-AF01-5869090B38FE}" srcOrd="1" destOrd="0" presId="urn:microsoft.com/office/officeart/2005/8/layout/list1"/>
    <dgm:cxn modelId="{987D3377-EC90-4B30-A50C-03E91BF07C2A}" type="presOf" srcId="{81F60DB0-39C6-472F-8BC2-42C0DAD04C68}" destId="{B571B7B5-3AAB-453D-9616-8C1D824CEC0D}" srcOrd="0" destOrd="1" presId="urn:microsoft.com/office/officeart/2005/8/layout/list1"/>
    <dgm:cxn modelId="{65A34D79-A373-443C-8DCF-01E23CFECF3B}" type="presOf" srcId="{55DE8AE6-BFCD-4DFA-B1D9-49FBA0718FAD}" destId="{B571B7B5-3AAB-453D-9616-8C1D824CEC0D}" srcOrd="0" destOrd="3" presId="urn:microsoft.com/office/officeart/2005/8/layout/list1"/>
    <dgm:cxn modelId="{F4D3CE87-0B1A-4A9B-B591-D35309F32D94}" srcId="{F574687B-502D-4735-8F04-078BAA770929}" destId="{28C0F9E9-B632-4224-A066-54805626BA51}" srcOrd="0" destOrd="0" parTransId="{0F383657-4E28-447B-95A9-DE80B0A682F3}" sibTransId="{E5CBC2B6-B6F9-4FB3-810D-7A3B7BDF4EE7}"/>
    <dgm:cxn modelId="{035BCA8C-C0FA-4F7C-9F2F-A74262C78D6A}" type="presOf" srcId="{B855CAC4-7205-441D-87F8-A8D26C10E778}" destId="{B7AE4153-02FE-4840-9B5B-5006B2A16538}" srcOrd="0" destOrd="2" presId="urn:microsoft.com/office/officeart/2005/8/layout/list1"/>
    <dgm:cxn modelId="{E5F60B9F-1D97-4808-81DF-554B719CD9EC}" srcId="{C2453A6C-F213-4A82-9671-639F9D8C3C0F}" destId="{B9429DD0-31A7-4112-80F0-873B1F3C2046}" srcOrd="0" destOrd="0" parTransId="{4241620D-1705-4215-AD4C-422D5532EF26}" sibTransId="{CB522928-20CE-4EA3-B720-106C17A29BD1}"/>
    <dgm:cxn modelId="{52161DAE-28C2-4FA9-9E4B-05315EBA27C0}" type="presOf" srcId="{4D2A194C-722F-46BA-8906-C869163F75F1}" destId="{B457C918-85AC-40C6-83AD-DBD295256969}" srcOrd="0" destOrd="3" presId="urn:microsoft.com/office/officeart/2005/8/layout/list1"/>
    <dgm:cxn modelId="{08D2CEAE-1FF1-45EE-AB37-19F4E4C9E666}" srcId="{F574687B-502D-4735-8F04-078BAA770929}" destId="{7A446A2A-62BB-4785-B14C-CC173B698E7F}" srcOrd="2" destOrd="0" parTransId="{2CB33F13-28FC-4214-A83E-3B7059F51C3E}" sibTransId="{A621C202-92E6-4B1F-AE1F-6153C57355B3}"/>
    <dgm:cxn modelId="{A417E7B3-4855-4F9C-AF0B-FA504EE094CE}" srcId="{F574687B-502D-4735-8F04-078BAA770929}" destId="{4D2A194C-722F-46BA-8906-C869163F75F1}" srcOrd="3" destOrd="0" parTransId="{928B6E89-DC36-449B-B4BC-FD7ED4692A5A}" sibTransId="{4523FDA2-DE7C-4151-8E8B-D86F51D28492}"/>
    <dgm:cxn modelId="{14E6BDBD-397D-4F93-BB7F-9FC5005BC67D}" type="presOf" srcId="{4F4CDBF0-F5C2-46B0-9390-6E89E404A857}" destId="{1FAB64F4-5A4D-4E96-9FB5-58CD3E925CFA}" srcOrd="0" destOrd="0" presId="urn:microsoft.com/office/officeart/2005/8/layout/list1"/>
    <dgm:cxn modelId="{8DEB5FC1-519E-424C-8740-3384CEDB677D}" type="presOf" srcId="{28C0F9E9-B632-4224-A066-54805626BA51}" destId="{B457C918-85AC-40C6-83AD-DBD295256969}" srcOrd="0" destOrd="0" presId="urn:microsoft.com/office/officeart/2005/8/layout/list1"/>
    <dgm:cxn modelId="{5044C3CC-FB56-49A0-B52E-158EB0A85D65}" type="presOf" srcId="{B9429DD0-31A7-4112-80F0-873B1F3C2046}" destId="{B571B7B5-3AAB-453D-9616-8C1D824CEC0D}" srcOrd="0" destOrd="0" presId="urn:microsoft.com/office/officeart/2005/8/layout/list1"/>
    <dgm:cxn modelId="{C83C01CD-4E0F-432D-846A-D4E0A461F67C}" type="presOf" srcId="{C2453A6C-F213-4A82-9671-639F9D8C3C0F}" destId="{A2C2BF64-81CA-48B0-8DA0-283469050145}" srcOrd="1" destOrd="0" presId="urn:microsoft.com/office/officeart/2005/8/layout/list1"/>
    <dgm:cxn modelId="{E1DEAAD6-2B4C-4CC1-BE10-21136CFFCEE1}" srcId="{C2453A6C-F213-4A82-9671-639F9D8C3C0F}" destId="{55DE8AE6-BFCD-4DFA-B1D9-49FBA0718FAD}" srcOrd="3" destOrd="0" parTransId="{F008031C-C64C-44C1-ACF2-CFA7A14DDDC0}" sibTransId="{C81A95A9-96DE-4C27-B994-5493788D1FFF}"/>
    <dgm:cxn modelId="{7721C5D7-0333-4B7C-809D-0007052FCE44}" srcId="{4F4CDBF0-F5C2-46B0-9390-6E89E404A857}" destId="{9095E82F-BC08-466E-8C9A-FD2AC701D086}" srcOrd="0" destOrd="0" parTransId="{17AFE39D-C0C4-4C8A-9AB4-7AF46D2A3117}" sibTransId="{1299B2A7-92FD-485F-8D79-BCCABD4DC14C}"/>
    <dgm:cxn modelId="{77C71EE2-60DC-4003-BDC4-A3D2EAD0BE05}" srcId="{F574687B-502D-4735-8F04-078BAA770929}" destId="{002C2815-A94D-45F7-A7A7-8D5C03986AE4}" srcOrd="1" destOrd="0" parTransId="{A971A464-F431-4BE1-B5BC-3D127DBB8975}" sibTransId="{502F2889-4EC7-493D-A13A-4EA6A57CB3DD}"/>
    <dgm:cxn modelId="{5556CAED-9AFE-4B73-A26D-633EC8A63C4F}" srcId="{1D0052E4-7943-42E8-A18A-BA97F0400234}" destId="{C2453A6C-F213-4A82-9671-639F9D8C3C0F}" srcOrd="1" destOrd="0" parTransId="{E90290C2-8EAB-4478-8DB8-2026123EAA04}" sibTransId="{5232C623-2C2A-4323-86F1-888284CD71A1}"/>
    <dgm:cxn modelId="{D6D2F8ED-02F1-4C98-A6E9-7E70E4414FBB}" type="presOf" srcId="{F574687B-502D-4735-8F04-078BAA770929}" destId="{8BA0FDAE-5360-4958-A102-3539CC398D56}" srcOrd="0" destOrd="0" presId="urn:microsoft.com/office/officeart/2005/8/layout/list1"/>
    <dgm:cxn modelId="{AAF876F7-630D-4FD9-8443-0963F506DB5C}" srcId="{4F4CDBF0-F5C2-46B0-9390-6E89E404A857}" destId="{ADA5B21F-DFFB-4F7B-858B-E272F98E9517}" srcOrd="1" destOrd="0" parTransId="{001EF920-8F4D-431E-9AFE-CAC9B7D8BD83}" sibTransId="{94867C70-C948-44A3-980D-847C45300DAB}"/>
    <dgm:cxn modelId="{A931E220-FD80-442C-A47C-97A94A721A6E}" type="presParOf" srcId="{0E798F42-7E3A-4F5A-9042-E7F3278B3D84}" destId="{66DF2B2F-BE2B-47BF-9AF9-9FD2C900C4DE}" srcOrd="0" destOrd="0" presId="urn:microsoft.com/office/officeart/2005/8/layout/list1"/>
    <dgm:cxn modelId="{AEE86B8A-23BC-4511-8153-4F52B6DF27D4}" type="presParOf" srcId="{66DF2B2F-BE2B-47BF-9AF9-9FD2C900C4DE}" destId="{1FAB64F4-5A4D-4E96-9FB5-58CD3E925CFA}" srcOrd="0" destOrd="0" presId="urn:microsoft.com/office/officeart/2005/8/layout/list1"/>
    <dgm:cxn modelId="{57F9C5E2-A8A7-4194-9EF8-E52C0AC3CB75}" type="presParOf" srcId="{66DF2B2F-BE2B-47BF-9AF9-9FD2C900C4DE}" destId="{D03FC9D2-CC08-4EAF-9207-B7330BF62ED6}" srcOrd="1" destOrd="0" presId="urn:microsoft.com/office/officeart/2005/8/layout/list1"/>
    <dgm:cxn modelId="{E3122733-B83E-49CC-98D8-05FDC79DDA5A}" type="presParOf" srcId="{0E798F42-7E3A-4F5A-9042-E7F3278B3D84}" destId="{A04A8F32-64A7-4CDD-A79D-A737B3E57439}" srcOrd="1" destOrd="0" presId="urn:microsoft.com/office/officeart/2005/8/layout/list1"/>
    <dgm:cxn modelId="{84DEF169-E070-4BDF-97D5-5C45FBB63EE5}" type="presParOf" srcId="{0E798F42-7E3A-4F5A-9042-E7F3278B3D84}" destId="{B7AE4153-02FE-4840-9B5B-5006B2A16538}" srcOrd="2" destOrd="0" presId="urn:microsoft.com/office/officeart/2005/8/layout/list1"/>
    <dgm:cxn modelId="{825AECD3-F2E3-4F9A-8606-93355FB739FB}" type="presParOf" srcId="{0E798F42-7E3A-4F5A-9042-E7F3278B3D84}" destId="{8BD1AD0C-FC83-4C43-AE44-C1BAA56BBAA2}" srcOrd="3" destOrd="0" presId="urn:microsoft.com/office/officeart/2005/8/layout/list1"/>
    <dgm:cxn modelId="{49863052-8C01-4F75-B7CA-98D810F8970A}" type="presParOf" srcId="{0E798F42-7E3A-4F5A-9042-E7F3278B3D84}" destId="{967D64DE-AF7B-476C-AED8-1E443DEC248F}" srcOrd="4" destOrd="0" presId="urn:microsoft.com/office/officeart/2005/8/layout/list1"/>
    <dgm:cxn modelId="{2E85B3D6-6852-4A16-B6C1-083E66734061}" type="presParOf" srcId="{967D64DE-AF7B-476C-AED8-1E443DEC248F}" destId="{A89742FF-36EC-44E1-9633-165438B5475D}" srcOrd="0" destOrd="0" presId="urn:microsoft.com/office/officeart/2005/8/layout/list1"/>
    <dgm:cxn modelId="{328A6580-C0A4-49F6-A443-2DCB28A5EF5A}" type="presParOf" srcId="{967D64DE-AF7B-476C-AED8-1E443DEC248F}" destId="{A2C2BF64-81CA-48B0-8DA0-283469050145}" srcOrd="1" destOrd="0" presId="urn:microsoft.com/office/officeart/2005/8/layout/list1"/>
    <dgm:cxn modelId="{D0E26F42-C0EB-49B5-AE28-0E3CCB6A12D7}" type="presParOf" srcId="{0E798F42-7E3A-4F5A-9042-E7F3278B3D84}" destId="{ED049CA4-8CF3-4F16-8E64-9EDA4BC72F9F}" srcOrd="5" destOrd="0" presId="urn:microsoft.com/office/officeart/2005/8/layout/list1"/>
    <dgm:cxn modelId="{5B69DA76-C288-4641-A65C-0EFD5A9DD2E4}" type="presParOf" srcId="{0E798F42-7E3A-4F5A-9042-E7F3278B3D84}" destId="{B571B7B5-3AAB-453D-9616-8C1D824CEC0D}" srcOrd="6" destOrd="0" presId="urn:microsoft.com/office/officeart/2005/8/layout/list1"/>
    <dgm:cxn modelId="{9FF7DCD8-6B62-46FC-9720-3108818F7C65}" type="presParOf" srcId="{0E798F42-7E3A-4F5A-9042-E7F3278B3D84}" destId="{B685A810-2589-4E26-96C2-3FDE0BE5FF8F}" srcOrd="7" destOrd="0" presId="urn:microsoft.com/office/officeart/2005/8/layout/list1"/>
    <dgm:cxn modelId="{2307A98F-0CC6-4588-A810-46ACF83BEB16}" type="presParOf" srcId="{0E798F42-7E3A-4F5A-9042-E7F3278B3D84}" destId="{1BAB7654-28AD-4115-83F9-A66BD20E3DAA}" srcOrd="8" destOrd="0" presId="urn:microsoft.com/office/officeart/2005/8/layout/list1"/>
    <dgm:cxn modelId="{FCF00CB9-0097-4D73-B5E3-9B630AAB2D73}" type="presParOf" srcId="{1BAB7654-28AD-4115-83F9-A66BD20E3DAA}" destId="{8BA0FDAE-5360-4958-A102-3539CC398D56}" srcOrd="0" destOrd="0" presId="urn:microsoft.com/office/officeart/2005/8/layout/list1"/>
    <dgm:cxn modelId="{2D3316C8-925D-4C3A-83D0-CD965DA31787}" type="presParOf" srcId="{1BAB7654-28AD-4115-83F9-A66BD20E3DAA}" destId="{3C48C465-92D1-4ABC-AF01-5869090B38FE}" srcOrd="1" destOrd="0" presId="urn:microsoft.com/office/officeart/2005/8/layout/list1"/>
    <dgm:cxn modelId="{BED173DC-3904-4277-93D3-D64640C873BF}" type="presParOf" srcId="{0E798F42-7E3A-4F5A-9042-E7F3278B3D84}" destId="{AF7F0E3F-D821-49D6-B5E9-9AE7351B75FA}" srcOrd="9" destOrd="0" presId="urn:microsoft.com/office/officeart/2005/8/layout/list1"/>
    <dgm:cxn modelId="{6F6940E0-0409-4FB3-BCDE-48C6EDBDA097}" type="presParOf" srcId="{0E798F42-7E3A-4F5A-9042-E7F3278B3D84}" destId="{B457C918-85AC-40C6-83AD-DBD29525696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53360A-A765-4950-AA0F-05DC8967C99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38A054FC-6267-417B-9A81-12F9E73EA515}">
      <dgm:prSet custT="1"/>
      <dgm:spPr/>
      <dgm:t>
        <a:bodyPr/>
        <a:lstStyle/>
        <a:p>
          <a:pPr rtl="0"/>
          <a:r>
            <a:rPr lang="en-US" sz="1000" b="0" dirty="0"/>
            <a:t>Implement strong authentication and monitoring. Use modern password policies (or go </a:t>
          </a:r>
          <a:r>
            <a:rPr lang="en-US" sz="1000" b="0" dirty="0" err="1"/>
            <a:t>passwordless</a:t>
          </a:r>
          <a:r>
            <a:rPr lang="en-US" sz="1000" b="0" dirty="0"/>
            <a:t> where feasible) and enable MFA options – educate users on why MFA benefits them (protects their account). </a:t>
          </a:r>
        </a:p>
      </dgm:t>
    </dgm:pt>
    <dgm:pt modelId="{5692E8D5-7324-46E5-A453-64547CC8CB32}" type="parTrans" cxnId="{05AFC001-BB84-4EFE-85AB-D7A448366ED7}">
      <dgm:prSet/>
      <dgm:spPr/>
      <dgm:t>
        <a:bodyPr/>
        <a:lstStyle/>
        <a:p>
          <a:endParaRPr lang="en-US"/>
        </a:p>
      </dgm:t>
    </dgm:pt>
    <dgm:pt modelId="{70A5D374-8218-40EF-AD17-9CF680292855}" type="sibTrans" cxnId="{05AFC001-BB84-4EFE-85AB-D7A448366ED7}">
      <dgm:prSet/>
      <dgm:spPr/>
      <dgm:t>
        <a:bodyPr/>
        <a:lstStyle/>
        <a:p>
          <a:endParaRPr lang="en-US"/>
        </a:p>
      </dgm:t>
    </dgm:pt>
    <dgm:pt modelId="{6531298E-1F56-4443-94CD-1289C3031500}">
      <dgm:prSet custT="1"/>
      <dgm:spPr/>
      <dgm:t>
        <a:bodyPr/>
        <a:lstStyle/>
        <a:p>
          <a:pPr rtl="0"/>
          <a:r>
            <a:rPr lang="en-US" sz="1000" b="0" dirty="0"/>
            <a:t>CIAM is essential for businesses engaging customers online – It provides the secure, seamless digital experiences that modern consumers expect. Unlike internal IAM, CIAM directly impacts customer satisfaction and trust, which in turn drives business growth. </a:t>
          </a:r>
        </a:p>
      </dgm:t>
    </dgm:pt>
    <dgm:pt modelId="{62C18662-D1DE-430E-9A0E-29E839B50DCA}" type="parTrans" cxnId="{D239B70F-02EF-496A-8B19-0D7E1DEA6736}">
      <dgm:prSet/>
      <dgm:spPr/>
      <dgm:t>
        <a:bodyPr/>
        <a:lstStyle/>
        <a:p>
          <a:endParaRPr lang="en-US"/>
        </a:p>
      </dgm:t>
    </dgm:pt>
    <dgm:pt modelId="{D81281D7-CFC5-4F5E-8B3C-F944375D231A}" type="sibTrans" cxnId="{D239B70F-02EF-496A-8B19-0D7E1DEA6736}">
      <dgm:prSet/>
      <dgm:spPr/>
      <dgm:t>
        <a:bodyPr/>
        <a:lstStyle/>
        <a:p>
          <a:endParaRPr lang="en-US"/>
        </a:p>
      </dgm:t>
    </dgm:pt>
    <dgm:pt modelId="{E29B5D7C-DBB2-490F-A14F-C6CEB4139E71}">
      <dgm:prSet custT="1"/>
      <dgm:spPr/>
      <dgm:t>
        <a:bodyPr/>
        <a:lstStyle/>
        <a:p>
          <a:pPr rtl="0"/>
          <a:r>
            <a:rPr lang="en-US" sz="1000" b="0" dirty="0"/>
            <a:t>The best practice in CIAM is to minimize friction at every step of the user journey – from registration to login to account recovery. Use features like social login, single sign-on, and remember-me to streamline access. </a:t>
          </a:r>
        </a:p>
      </dgm:t>
    </dgm:pt>
    <dgm:pt modelId="{DD766EA3-D067-4DE8-B13D-E3B00BB233F8}" type="parTrans" cxnId="{0F8559A3-5527-4312-B574-F8C37C83C724}">
      <dgm:prSet/>
      <dgm:spPr/>
      <dgm:t>
        <a:bodyPr/>
        <a:lstStyle/>
        <a:p>
          <a:endParaRPr lang="en-US"/>
        </a:p>
      </dgm:t>
    </dgm:pt>
    <dgm:pt modelId="{BD57487C-C226-4335-B815-248B51B77C6D}" type="sibTrans" cxnId="{0F8559A3-5527-4312-B574-F8C37C83C724}">
      <dgm:prSet/>
      <dgm:spPr/>
      <dgm:t>
        <a:bodyPr/>
        <a:lstStyle/>
        <a:p>
          <a:endParaRPr lang="en-US"/>
        </a:p>
      </dgm:t>
    </dgm:pt>
    <dgm:pt modelId="{4577F102-909D-47B4-AF03-B14A9C592A2F}">
      <dgm:prSet custT="1"/>
      <dgm:spPr/>
      <dgm:t>
        <a:bodyPr/>
        <a:lstStyle/>
        <a:p>
          <a:pPr rtl="0"/>
          <a:r>
            <a:rPr lang="en-US" sz="1000" b="0" dirty="0"/>
            <a:t>Make privacy compliance a core part of your CIAM implementation from the start. Always ask for user consent for data collection and clearly explain how their data will be used. </a:t>
          </a:r>
        </a:p>
      </dgm:t>
    </dgm:pt>
    <dgm:pt modelId="{AEDC92BE-C80B-4CBF-8A39-9840E7BFF914}" type="parTrans" cxnId="{7ED790DA-0E48-45CB-852B-BB67A7105453}">
      <dgm:prSet/>
      <dgm:spPr/>
      <dgm:t>
        <a:bodyPr/>
        <a:lstStyle/>
        <a:p>
          <a:endParaRPr lang="en-US"/>
        </a:p>
      </dgm:t>
    </dgm:pt>
    <dgm:pt modelId="{C2F3068A-FE87-453E-B726-9B8DA793CCA7}" type="sibTrans" cxnId="{7ED790DA-0E48-45CB-852B-BB67A7105453}">
      <dgm:prSet/>
      <dgm:spPr/>
      <dgm:t>
        <a:bodyPr/>
        <a:lstStyle/>
        <a:p>
          <a:endParaRPr lang="en-US"/>
        </a:p>
      </dgm:t>
    </dgm:pt>
    <dgm:pt modelId="{91121126-DC78-44F0-894C-0121C805E5E4}">
      <dgm:prSet custT="1"/>
      <dgm:spPr/>
      <dgm:t>
        <a:bodyPr/>
        <a:lstStyle/>
        <a:p>
          <a:pPr rtl="0"/>
          <a:r>
            <a:rPr lang="en-US" sz="1000" b="0" dirty="0"/>
            <a:t>When rolling out CIAM, design for the “best case scenario” – i.e., if the user base growing rapidly we need to choose architectures (or vendors) that can scale to millions of accounts and handle spikes (like a product launch causing thousands of logins per second).</a:t>
          </a:r>
        </a:p>
      </dgm:t>
    </dgm:pt>
    <dgm:pt modelId="{465B0425-3EB7-4493-BBA0-C8214CCED188}" type="parTrans" cxnId="{8DC97E8F-96CE-4190-B001-AD2EDF1587CA}">
      <dgm:prSet/>
      <dgm:spPr/>
      <dgm:t>
        <a:bodyPr/>
        <a:lstStyle/>
        <a:p>
          <a:endParaRPr lang="en-US"/>
        </a:p>
      </dgm:t>
    </dgm:pt>
    <dgm:pt modelId="{53B3D68F-FFE2-4336-861F-457C028B0673}" type="sibTrans" cxnId="{8DC97E8F-96CE-4190-B001-AD2EDF1587CA}">
      <dgm:prSet/>
      <dgm:spPr/>
      <dgm:t>
        <a:bodyPr/>
        <a:lstStyle/>
        <a:p>
          <a:endParaRPr lang="en-US"/>
        </a:p>
      </dgm:t>
    </dgm:pt>
    <dgm:pt modelId="{5476D189-5825-45E5-A850-F19A4E9D2F5E}">
      <dgm:prSet custT="1"/>
      <dgm:spPr/>
      <dgm:t>
        <a:bodyPr/>
        <a:lstStyle/>
        <a:p>
          <a:r>
            <a:rPr lang="en-US" sz="1000" b="0" dirty="0"/>
            <a:t>Zero Trust mindset: just because it’s a customer doesn’t mean you trust their device or network – always verify and use context to make access decisions. Also ensure proper API security if your CIAM exposes APIs (use rate limiting, OAuth scopes, etc., to prevent abuse).</a:t>
          </a:r>
        </a:p>
      </dgm:t>
    </dgm:pt>
    <dgm:pt modelId="{E985B73E-E0E1-4EFC-8F4D-66D74E07A95A}" type="parTrans" cxnId="{5D796246-C015-4201-844C-C1BE0B910ED1}">
      <dgm:prSet/>
      <dgm:spPr/>
      <dgm:t>
        <a:bodyPr/>
        <a:lstStyle/>
        <a:p>
          <a:endParaRPr lang="en-US"/>
        </a:p>
      </dgm:t>
    </dgm:pt>
    <dgm:pt modelId="{04EF3F6E-7023-4AED-BA66-01AF6EF8ABDC}" type="sibTrans" cxnId="{5D796246-C015-4201-844C-C1BE0B910ED1}">
      <dgm:prSet/>
      <dgm:spPr/>
      <dgm:t>
        <a:bodyPr/>
        <a:lstStyle/>
        <a:p>
          <a:endParaRPr lang="en-US"/>
        </a:p>
      </dgm:t>
    </dgm:pt>
    <dgm:pt modelId="{574C55DA-0FB9-411F-B1BD-3BB369F35877}" type="pres">
      <dgm:prSet presAssocID="{DC53360A-A765-4950-AA0F-05DC8967C995}" presName="Name0" presStyleCnt="0">
        <dgm:presLayoutVars>
          <dgm:chMax val="7"/>
          <dgm:chPref val="7"/>
          <dgm:dir/>
        </dgm:presLayoutVars>
      </dgm:prSet>
      <dgm:spPr/>
    </dgm:pt>
    <dgm:pt modelId="{02C64250-DB2A-46A0-ACF1-D5FC36A0B232}" type="pres">
      <dgm:prSet presAssocID="{DC53360A-A765-4950-AA0F-05DC8967C995}" presName="Name1" presStyleCnt="0"/>
      <dgm:spPr/>
    </dgm:pt>
    <dgm:pt modelId="{477EFA25-6BDC-4F21-9931-CC7E811805CB}" type="pres">
      <dgm:prSet presAssocID="{DC53360A-A765-4950-AA0F-05DC8967C995}" presName="cycle" presStyleCnt="0"/>
      <dgm:spPr/>
    </dgm:pt>
    <dgm:pt modelId="{C4B04ADD-3B78-4C5E-BBD2-E2BC36716F64}" type="pres">
      <dgm:prSet presAssocID="{DC53360A-A765-4950-AA0F-05DC8967C995}" presName="srcNode" presStyleLbl="node1" presStyleIdx="0" presStyleCnt="6"/>
      <dgm:spPr/>
    </dgm:pt>
    <dgm:pt modelId="{FC61EA74-94F5-4BF5-A0AE-96739714FCC7}" type="pres">
      <dgm:prSet presAssocID="{DC53360A-A765-4950-AA0F-05DC8967C995}" presName="conn" presStyleLbl="parChTrans1D2" presStyleIdx="0" presStyleCnt="1"/>
      <dgm:spPr/>
    </dgm:pt>
    <dgm:pt modelId="{03BC7076-6316-4C84-BF4F-709CFDF62194}" type="pres">
      <dgm:prSet presAssocID="{DC53360A-A765-4950-AA0F-05DC8967C995}" presName="extraNode" presStyleLbl="node1" presStyleIdx="0" presStyleCnt="6"/>
      <dgm:spPr/>
    </dgm:pt>
    <dgm:pt modelId="{5A4C5756-E775-4297-8AC9-86CE3980A932}" type="pres">
      <dgm:prSet presAssocID="{DC53360A-A765-4950-AA0F-05DC8967C995}" presName="dstNode" presStyleLbl="node1" presStyleIdx="0" presStyleCnt="6"/>
      <dgm:spPr/>
    </dgm:pt>
    <dgm:pt modelId="{83CC2A4F-9DD4-40D0-9FC0-6E4CF655611D}" type="pres">
      <dgm:prSet presAssocID="{6531298E-1F56-4443-94CD-1289C3031500}" presName="text_1" presStyleLbl="node1" presStyleIdx="0" presStyleCnt="6">
        <dgm:presLayoutVars>
          <dgm:bulletEnabled val="1"/>
        </dgm:presLayoutVars>
      </dgm:prSet>
      <dgm:spPr/>
    </dgm:pt>
    <dgm:pt modelId="{6B0AF360-53C8-46D9-A609-44C52ACCBE41}" type="pres">
      <dgm:prSet presAssocID="{6531298E-1F56-4443-94CD-1289C3031500}" presName="accent_1" presStyleCnt="0"/>
      <dgm:spPr/>
    </dgm:pt>
    <dgm:pt modelId="{F345BADF-44A0-437A-9ECC-960EC8801978}" type="pres">
      <dgm:prSet presAssocID="{6531298E-1F56-4443-94CD-1289C3031500}" presName="accentRepeatNode" presStyleLbl="solidFgAcc1" presStyleIdx="0" presStyleCnt="6"/>
      <dgm:spPr/>
    </dgm:pt>
    <dgm:pt modelId="{716E62BC-656C-4E3B-ABCB-7DB2C599101C}" type="pres">
      <dgm:prSet presAssocID="{E29B5D7C-DBB2-490F-A14F-C6CEB4139E71}" presName="text_2" presStyleLbl="node1" presStyleIdx="1" presStyleCnt="6">
        <dgm:presLayoutVars>
          <dgm:bulletEnabled val="1"/>
        </dgm:presLayoutVars>
      </dgm:prSet>
      <dgm:spPr/>
    </dgm:pt>
    <dgm:pt modelId="{DBEDC2FC-08C6-423A-8277-85367C146C91}" type="pres">
      <dgm:prSet presAssocID="{E29B5D7C-DBB2-490F-A14F-C6CEB4139E71}" presName="accent_2" presStyleCnt="0"/>
      <dgm:spPr/>
    </dgm:pt>
    <dgm:pt modelId="{F2E0E361-8315-4049-A2C5-CE25F338A606}" type="pres">
      <dgm:prSet presAssocID="{E29B5D7C-DBB2-490F-A14F-C6CEB4139E71}" presName="accentRepeatNode" presStyleLbl="solidFgAcc1" presStyleIdx="1" presStyleCnt="6"/>
      <dgm:spPr/>
    </dgm:pt>
    <dgm:pt modelId="{AEDA3FFD-BF1E-423E-9770-8E849273AC67}" type="pres">
      <dgm:prSet presAssocID="{4577F102-909D-47B4-AF03-B14A9C592A2F}" presName="text_3" presStyleLbl="node1" presStyleIdx="2" presStyleCnt="6" custLinFactNeighborX="-87">
        <dgm:presLayoutVars>
          <dgm:bulletEnabled val="1"/>
        </dgm:presLayoutVars>
      </dgm:prSet>
      <dgm:spPr/>
    </dgm:pt>
    <dgm:pt modelId="{3BB3C20F-FAB6-46AF-8822-3D18D7A7AFB8}" type="pres">
      <dgm:prSet presAssocID="{4577F102-909D-47B4-AF03-B14A9C592A2F}" presName="accent_3" presStyleCnt="0"/>
      <dgm:spPr/>
    </dgm:pt>
    <dgm:pt modelId="{F0CB814E-FC3C-4776-A109-A6A588559DF9}" type="pres">
      <dgm:prSet presAssocID="{4577F102-909D-47B4-AF03-B14A9C592A2F}" presName="accentRepeatNode" presStyleLbl="solidFgAcc1" presStyleIdx="2" presStyleCnt="6"/>
      <dgm:spPr/>
    </dgm:pt>
    <dgm:pt modelId="{A1D48190-C646-4AA9-8E1B-63A6C40EB7E7}" type="pres">
      <dgm:prSet presAssocID="{91121126-DC78-44F0-894C-0121C805E5E4}" presName="text_4" presStyleLbl="node1" presStyleIdx="3" presStyleCnt="6" custLinFactNeighborX="-131" custLinFactNeighborY="7972">
        <dgm:presLayoutVars>
          <dgm:bulletEnabled val="1"/>
        </dgm:presLayoutVars>
      </dgm:prSet>
      <dgm:spPr/>
    </dgm:pt>
    <dgm:pt modelId="{FD7BC891-6017-48C9-950F-DA292737A19A}" type="pres">
      <dgm:prSet presAssocID="{91121126-DC78-44F0-894C-0121C805E5E4}" presName="accent_4" presStyleCnt="0"/>
      <dgm:spPr/>
    </dgm:pt>
    <dgm:pt modelId="{ECF3EFD6-0245-4EA7-8282-ED6CDB9A153B}" type="pres">
      <dgm:prSet presAssocID="{91121126-DC78-44F0-894C-0121C805E5E4}" presName="accentRepeatNode" presStyleLbl="solidFgAcc1" presStyleIdx="3" presStyleCnt="6"/>
      <dgm:spPr/>
    </dgm:pt>
    <dgm:pt modelId="{604CF2AF-7495-4172-9F1C-129B01FBB739}" type="pres">
      <dgm:prSet presAssocID="{38A054FC-6267-417B-9A81-12F9E73EA515}" presName="text_5" presStyleLbl="node1" presStyleIdx="4" presStyleCnt="6">
        <dgm:presLayoutVars>
          <dgm:bulletEnabled val="1"/>
        </dgm:presLayoutVars>
      </dgm:prSet>
      <dgm:spPr/>
    </dgm:pt>
    <dgm:pt modelId="{9B3DB8A7-A965-4B6C-AE29-660D593D3805}" type="pres">
      <dgm:prSet presAssocID="{38A054FC-6267-417B-9A81-12F9E73EA515}" presName="accent_5" presStyleCnt="0"/>
      <dgm:spPr/>
    </dgm:pt>
    <dgm:pt modelId="{517EF9E0-23A5-4DB1-B338-CED7DAE69343}" type="pres">
      <dgm:prSet presAssocID="{38A054FC-6267-417B-9A81-12F9E73EA515}" presName="accentRepeatNode" presStyleLbl="solidFgAcc1" presStyleIdx="4" presStyleCnt="6"/>
      <dgm:spPr/>
    </dgm:pt>
    <dgm:pt modelId="{2C31A0D1-E356-4D36-8C2F-A3C8FD808B07}" type="pres">
      <dgm:prSet presAssocID="{5476D189-5825-45E5-A850-F19A4E9D2F5E}" presName="text_6" presStyleLbl="node1" presStyleIdx="5" presStyleCnt="6">
        <dgm:presLayoutVars>
          <dgm:bulletEnabled val="1"/>
        </dgm:presLayoutVars>
      </dgm:prSet>
      <dgm:spPr/>
    </dgm:pt>
    <dgm:pt modelId="{8E25BF26-81B8-4715-A69C-8435535919E9}" type="pres">
      <dgm:prSet presAssocID="{5476D189-5825-45E5-A850-F19A4E9D2F5E}" presName="accent_6" presStyleCnt="0"/>
      <dgm:spPr/>
    </dgm:pt>
    <dgm:pt modelId="{C97E34F7-C468-4CF7-8AA2-465E67A17282}" type="pres">
      <dgm:prSet presAssocID="{5476D189-5825-45E5-A850-F19A4E9D2F5E}" presName="accentRepeatNode" presStyleLbl="solidFgAcc1" presStyleIdx="5" presStyleCnt="6"/>
      <dgm:spPr/>
    </dgm:pt>
  </dgm:ptLst>
  <dgm:cxnLst>
    <dgm:cxn modelId="{05AFC001-BB84-4EFE-85AB-D7A448366ED7}" srcId="{DC53360A-A765-4950-AA0F-05DC8967C995}" destId="{38A054FC-6267-417B-9A81-12F9E73EA515}" srcOrd="4" destOrd="0" parTransId="{5692E8D5-7324-46E5-A453-64547CC8CB32}" sibTransId="{70A5D374-8218-40EF-AD17-9CF680292855}"/>
    <dgm:cxn modelId="{2D1E8203-8468-4EBF-9737-5850F40F8316}" type="presOf" srcId="{DC53360A-A765-4950-AA0F-05DC8967C995}" destId="{574C55DA-0FB9-411F-B1BD-3BB369F35877}" srcOrd="0" destOrd="0" presId="urn:microsoft.com/office/officeart/2008/layout/VerticalCurvedList"/>
    <dgm:cxn modelId="{96AABF09-E468-4260-8644-14E088F494C3}" type="presOf" srcId="{5476D189-5825-45E5-A850-F19A4E9D2F5E}" destId="{2C31A0D1-E356-4D36-8C2F-A3C8FD808B07}" srcOrd="0" destOrd="0" presId="urn:microsoft.com/office/officeart/2008/layout/VerticalCurvedList"/>
    <dgm:cxn modelId="{D239B70F-02EF-496A-8B19-0D7E1DEA6736}" srcId="{DC53360A-A765-4950-AA0F-05DC8967C995}" destId="{6531298E-1F56-4443-94CD-1289C3031500}" srcOrd="0" destOrd="0" parTransId="{62C18662-D1DE-430E-9A0E-29E839B50DCA}" sibTransId="{D81281D7-CFC5-4F5E-8B3C-F944375D231A}"/>
    <dgm:cxn modelId="{D89CBD1A-6B31-46AA-ADD5-83EE76595658}" type="presOf" srcId="{38A054FC-6267-417B-9A81-12F9E73EA515}" destId="{604CF2AF-7495-4172-9F1C-129B01FBB739}" srcOrd="0" destOrd="0" presId="urn:microsoft.com/office/officeart/2008/layout/VerticalCurvedList"/>
    <dgm:cxn modelId="{E185AF1C-1216-4A2F-9762-6905E1AAF21F}" type="presOf" srcId="{E29B5D7C-DBB2-490F-A14F-C6CEB4139E71}" destId="{716E62BC-656C-4E3B-ABCB-7DB2C599101C}" srcOrd="0" destOrd="0" presId="urn:microsoft.com/office/officeart/2008/layout/VerticalCurvedList"/>
    <dgm:cxn modelId="{5D796246-C015-4201-844C-C1BE0B910ED1}" srcId="{DC53360A-A765-4950-AA0F-05DC8967C995}" destId="{5476D189-5825-45E5-A850-F19A4E9D2F5E}" srcOrd="5" destOrd="0" parTransId="{E985B73E-E0E1-4EFC-8F4D-66D74E07A95A}" sibTransId="{04EF3F6E-7023-4AED-BA66-01AF6EF8ABDC}"/>
    <dgm:cxn modelId="{467E0054-FC50-4B42-9225-D4DFA97A5AD4}" type="presOf" srcId="{D81281D7-CFC5-4F5E-8B3C-F944375D231A}" destId="{FC61EA74-94F5-4BF5-A0AE-96739714FCC7}" srcOrd="0" destOrd="0" presId="urn:microsoft.com/office/officeart/2008/layout/VerticalCurvedList"/>
    <dgm:cxn modelId="{8DC97E8F-96CE-4190-B001-AD2EDF1587CA}" srcId="{DC53360A-A765-4950-AA0F-05DC8967C995}" destId="{91121126-DC78-44F0-894C-0121C805E5E4}" srcOrd="3" destOrd="0" parTransId="{465B0425-3EB7-4493-BBA0-C8214CCED188}" sibTransId="{53B3D68F-FFE2-4336-861F-457C028B0673}"/>
    <dgm:cxn modelId="{68E8B692-A920-4AB5-A04C-72254B073EEC}" type="presOf" srcId="{91121126-DC78-44F0-894C-0121C805E5E4}" destId="{A1D48190-C646-4AA9-8E1B-63A6C40EB7E7}" srcOrd="0" destOrd="0" presId="urn:microsoft.com/office/officeart/2008/layout/VerticalCurvedList"/>
    <dgm:cxn modelId="{0F8559A3-5527-4312-B574-F8C37C83C724}" srcId="{DC53360A-A765-4950-AA0F-05DC8967C995}" destId="{E29B5D7C-DBB2-490F-A14F-C6CEB4139E71}" srcOrd="1" destOrd="0" parTransId="{DD766EA3-D067-4DE8-B13D-E3B00BB233F8}" sibTransId="{BD57487C-C226-4335-B815-248B51B77C6D}"/>
    <dgm:cxn modelId="{BBF077B3-B302-4D0A-9C7A-21EE714B7E7E}" type="presOf" srcId="{4577F102-909D-47B4-AF03-B14A9C592A2F}" destId="{AEDA3FFD-BF1E-423E-9770-8E849273AC67}" srcOrd="0" destOrd="0" presId="urn:microsoft.com/office/officeart/2008/layout/VerticalCurvedList"/>
    <dgm:cxn modelId="{7ED790DA-0E48-45CB-852B-BB67A7105453}" srcId="{DC53360A-A765-4950-AA0F-05DC8967C995}" destId="{4577F102-909D-47B4-AF03-B14A9C592A2F}" srcOrd="2" destOrd="0" parTransId="{AEDC92BE-C80B-4CBF-8A39-9840E7BFF914}" sibTransId="{C2F3068A-FE87-453E-B726-9B8DA793CCA7}"/>
    <dgm:cxn modelId="{7785B0E3-1702-4720-BB91-D3534DB8BA0C}" type="presOf" srcId="{6531298E-1F56-4443-94CD-1289C3031500}" destId="{83CC2A4F-9DD4-40D0-9FC0-6E4CF655611D}" srcOrd="0" destOrd="0" presId="urn:microsoft.com/office/officeart/2008/layout/VerticalCurvedList"/>
    <dgm:cxn modelId="{7FECCDCF-FC3A-416E-BC37-6E78F863920A}" type="presParOf" srcId="{574C55DA-0FB9-411F-B1BD-3BB369F35877}" destId="{02C64250-DB2A-46A0-ACF1-D5FC36A0B232}" srcOrd="0" destOrd="0" presId="urn:microsoft.com/office/officeart/2008/layout/VerticalCurvedList"/>
    <dgm:cxn modelId="{1EA97FE4-D85B-46AC-B5F9-6D3C04B0FC2A}" type="presParOf" srcId="{02C64250-DB2A-46A0-ACF1-D5FC36A0B232}" destId="{477EFA25-6BDC-4F21-9931-CC7E811805CB}" srcOrd="0" destOrd="0" presId="urn:microsoft.com/office/officeart/2008/layout/VerticalCurvedList"/>
    <dgm:cxn modelId="{E5E5B465-D091-47C5-8EBE-4978B20FFF81}" type="presParOf" srcId="{477EFA25-6BDC-4F21-9931-CC7E811805CB}" destId="{C4B04ADD-3B78-4C5E-BBD2-E2BC36716F64}" srcOrd="0" destOrd="0" presId="urn:microsoft.com/office/officeart/2008/layout/VerticalCurvedList"/>
    <dgm:cxn modelId="{7FCAAEA2-B734-4593-B040-7230983AD24A}" type="presParOf" srcId="{477EFA25-6BDC-4F21-9931-CC7E811805CB}" destId="{FC61EA74-94F5-4BF5-A0AE-96739714FCC7}" srcOrd="1" destOrd="0" presId="urn:microsoft.com/office/officeart/2008/layout/VerticalCurvedList"/>
    <dgm:cxn modelId="{EEC43153-077B-483F-9EF8-35320253D977}" type="presParOf" srcId="{477EFA25-6BDC-4F21-9931-CC7E811805CB}" destId="{03BC7076-6316-4C84-BF4F-709CFDF62194}" srcOrd="2" destOrd="0" presId="urn:microsoft.com/office/officeart/2008/layout/VerticalCurvedList"/>
    <dgm:cxn modelId="{B4AA0E36-DA76-4DED-9BF7-ED240CA2D321}" type="presParOf" srcId="{477EFA25-6BDC-4F21-9931-CC7E811805CB}" destId="{5A4C5756-E775-4297-8AC9-86CE3980A932}" srcOrd="3" destOrd="0" presId="urn:microsoft.com/office/officeart/2008/layout/VerticalCurvedList"/>
    <dgm:cxn modelId="{F6E1F687-EB14-488B-A44B-0733C29708FF}" type="presParOf" srcId="{02C64250-DB2A-46A0-ACF1-D5FC36A0B232}" destId="{83CC2A4F-9DD4-40D0-9FC0-6E4CF655611D}" srcOrd="1" destOrd="0" presId="urn:microsoft.com/office/officeart/2008/layout/VerticalCurvedList"/>
    <dgm:cxn modelId="{5A28B9E8-614A-41D2-8532-511BFFEFAED2}" type="presParOf" srcId="{02C64250-DB2A-46A0-ACF1-D5FC36A0B232}" destId="{6B0AF360-53C8-46D9-A609-44C52ACCBE41}" srcOrd="2" destOrd="0" presId="urn:microsoft.com/office/officeart/2008/layout/VerticalCurvedList"/>
    <dgm:cxn modelId="{DB149ACA-49E9-4312-A735-2E85B49F72D1}" type="presParOf" srcId="{6B0AF360-53C8-46D9-A609-44C52ACCBE41}" destId="{F345BADF-44A0-437A-9ECC-960EC8801978}" srcOrd="0" destOrd="0" presId="urn:microsoft.com/office/officeart/2008/layout/VerticalCurvedList"/>
    <dgm:cxn modelId="{CDC0C51C-DFD3-498A-93E7-FA5E15015454}" type="presParOf" srcId="{02C64250-DB2A-46A0-ACF1-D5FC36A0B232}" destId="{716E62BC-656C-4E3B-ABCB-7DB2C599101C}" srcOrd="3" destOrd="0" presId="urn:microsoft.com/office/officeart/2008/layout/VerticalCurvedList"/>
    <dgm:cxn modelId="{2671BE52-05C9-406D-8FC9-73E032AEBC80}" type="presParOf" srcId="{02C64250-DB2A-46A0-ACF1-D5FC36A0B232}" destId="{DBEDC2FC-08C6-423A-8277-85367C146C91}" srcOrd="4" destOrd="0" presId="urn:microsoft.com/office/officeart/2008/layout/VerticalCurvedList"/>
    <dgm:cxn modelId="{FCD5F286-EF88-473C-851F-9FEC2AACB9E2}" type="presParOf" srcId="{DBEDC2FC-08C6-423A-8277-85367C146C91}" destId="{F2E0E361-8315-4049-A2C5-CE25F338A606}" srcOrd="0" destOrd="0" presId="urn:microsoft.com/office/officeart/2008/layout/VerticalCurvedList"/>
    <dgm:cxn modelId="{89A7EFC8-5389-4DC2-AE16-AA2E2DB211B4}" type="presParOf" srcId="{02C64250-DB2A-46A0-ACF1-D5FC36A0B232}" destId="{AEDA3FFD-BF1E-423E-9770-8E849273AC67}" srcOrd="5" destOrd="0" presId="urn:microsoft.com/office/officeart/2008/layout/VerticalCurvedList"/>
    <dgm:cxn modelId="{5ECEF238-38F8-49AF-B5A5-E314D1F194B5}" type="presParOf" srcId="{02C64250-DB2A-46A0-ACF1-D5FC36A0B232}" destId="{3BB3C20F-FAB6-46AF-8822-3D18D7A7AFB8}" srcOrd="6" destOrd="0" presId="urn:microsoft.com/office/officeart/2008/layout/VerticalCurvedList"/>
    <dgm:cxn modelId="{BA56FC0B-0F9E-4360-A324-717D07943EE2}" type="presParOf" srcId="{3BB3C20F-FAB6-46AF-8822-3D18D7A7AFB8}" destId="{F0CB814E-FC3C-4776-A109-A6A588559DF9}" srcOrd="0" destOrd="0" presId="urn:microsoft.com/office/officeart/2008/layout/VerticalCurvedList"/>
    <dgm:cxn modelId="{525B7B6C-05A0-44F3-BDA4-A32CC723586F}" type="presParOf" srcId="{02C64250-DB2A-46A0-ACF1-D5FC36A0B232}" destId="{A1D48190-C646-4AA9-8E1B-63A6C40EB7E7}" srcOrd="7" destOrd="0" presId="urn:microsoft.com/office/officeart/2008/layout/VerticalCurvedList"/>
    <dgm:cxn modelId="{A351504B-5492-4BEF-83A9-B1EAE8FA44FB}" type="presParOf" srcId="{02C64250-DB2A-46A0-ACF1-D5FC36A0B232}" destId="{FD7BC891-6017-48C9-950F-DA292737A19A}" srcOrd="8" destOrd="0" presId="urn:microsoft.com/office/officeart/2008/layout/VerticalCurvedList"/>
    <dgm:cxn modelId="{C02DE30A-E4C8-44ED-B331-C9AC6AA0BFE0}" type="presParOf" srcId="{FD7BC891-6017-48C9-950F-DA292737A19A}" destId="{ECF3EFD6-0245-4EA7-8282-ED6CDB9A153B}" srcOrd="0" destOrd="0" presId="urn:microsoft.com/office/officeart/2008/layout/VerticalCurvedList"/>
    <dgm:cxn modelId="{5EA1DC70-A267-40EE-AAA5-08DEC70855DF}" type="presParOf" srcId="{02C64250-DB2A-46A0-ACF1-D5FC36A0B232}" destId="{604CF2AF-7495-4172-9F1C-129B01FBB739}" srcOrd="9" destOrd="0" presId="urn:microsoft.com/office/officeart/2008/layout/VerticalCurvedList"/>
    <dgm:cxn modelId="{D4A52144-74A7-4F18-91ED-766E6A459C23}" type="presParOf" srcId="{02C64250-DB2A-46A0-ACF1-D5FC36A0B232}" destId="{9B3DB8A7-A965-4B6C-AE29-660D593D3805}" srcOrd="10" destOrd="0" presId="urn:microsoft.com/office/officeart/2008/layout/VerticalCurvedList"/>
    <dgm:cxn modelId="{F39CE26B-3C1A-49B5-8FB0-5774A4370D56}" type="presParOf" srcId="{9B3DB8A7-A965-4B6C-AE29-660D593D3805}" destId="{517EF9E0-23A5-4DB1-B338-CED7DAE69343}" srcOrd="0" destOrd="0" presId="urn:microsoft.com/office/officeart/2008/layout/VerticalCurvedList"/>
    <dgm:cxn modelId="{C4860F62-DE85-40D0-8C00-024B9F53BA20}" type="presParOf" srcId="{02C64250-DB2A-46A0-ACF1-D5FC36A0B232}" destId="{2C31A0D1-E356-4D36-8C2F-A3C8FD808B07}" srcOrd="11" destOrd="0" presId="urn:microsoft.com/office/officeart/2008/layout/VerticalCurvedList"/>
    <dgm:cxn modelId="{8C9FF456-7C7E-4E74-BC3F-C24C4509BC71}" type="presParOf" srcId="{02C64250-DB2A-46A0-ACF1-D5FC36A0B232}" destId="{8E25BF26-81B8-4715-A69C-8435535919E9}" srcOrd="12" destOrd="0" presId="urn:microsoft.com/office/officeart/2008/layout/VerticalCurvedList"/>
    <dgm:cxn modelId="{BE38E1A7-D117-46C8-A7C2-F12FD1B6BDC6}" type="presParOf" srcId="{8E25BF26-81B8-4715-A69C-8435535919E9}" destId="{C97E34F7-C468-4CF7-8AA2-465E67A1728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C1FE58-BFDF-4C2A-BDF7-BAF06D8610D0}" type="doc">
      <dgm:prSet loTypeId="urn:microsoft.com/office/officeart/2005/8/layout/vList5" loCatId="list" qsTypeId="urn:microsoft.com/office/officeart/2005/8/quickstyle/simple5" qsCatId="simple" csTypeId="urn:microsoft.com/office/officeart/2005/8/colors/accent1_2" csCatId="accent1" phldr="1"/>
      <dgm:spPr/>
      <dgm:t>
        <a:bodyPr/>
        <a:lstStyle/>
        <a:p>
          <a:endParaRPr lang="en-US"/>
        </a:p>
      </dgm:t>
    </dgm:pt>
    <dgm:pt modelId="{75992A6E-333D-40A8-A0E8-F322F18B0F93}">
      <dgm:prSet phldrT="[Text]" custT="1"/>
      <dgm:spPr/>
      <dgm:t>
        <a:bodyPr/>
        <a:lstStyle/>
        <a:p>
          <a:r>
            <a:rPr lang="en-IN" sz="2500" b="1" dirty="0"/>
            <a:t>Definition</a:t>
          </a:r>
          <a:endParaRPr lang="en-US" sz="2500" b="1" dirty="0"/>
        </a:p>
      </dgm:t>
    </dgm:pt>
    <dgm:pt modelId="{A3F467D1-9035-476F-AEFD-9933D2CA960C}" type="parTrans" cxnId="{6D2751D3-CB52-46D4-A93C-0C8C48D85C15}">
      <dgm:prSet/>
      <dgm:spPr/>
      <dgm:t>
        <a:bodyPr/>
        <a:lstStyle/>
        <a:p>
          <a:endParaRPr lang="en-US"/>
        </a:p>
      </dgm:t>
    </dgm:pt>
    <dgm:pt modelId="{A959E98B-3126-4526-A9EA-04A08BDCB597}" type="sibTrans" cxnId="{6D2751D3-CB52-46D4-A93C-0C8C48D85C15}">
      <dgm:prSet/>
      <dgm:spPr/>
      <dgm:t>
        <a:bodyPr/>
        <a:lstStyle/>
        <a:p>
          <a:endParaRPr lang="en-US"/>
        </a:p>
      </dgm:t>
    </dgm:pt>
    <dgm:pt modelId="{7445F6DC-8B9D-4D65-BC1B-C5F6D7A7C55C}">
      <dgm:prSet phldrT="[Text]"/>
      <dgm:spPr/>
      <dgm:t>
        <a:bodyPr/>
        <a:lstStyle/>
        <a:p>
          <a:r>
            <a:rPr lang="en-US" dirty="0"/>
            <a:t>Identity Governance and Administration (IGA) is about managing who has access to what within an organization, ensuring users have the right access at the right time and nothing more.</a:t>
          </a:r>
        </a:p>
      </dgm:t>
    </dgm:pt>
    <dgm:pt modelId="{DD6739C7-C23A-43CD-A70A-E1496A4ABB46}" type="parTrans" cxnId="{71443B5E-7EC6-4AF1-B47D-08B841BE0E34}">
      <dgm:prSet/>
      <dgm:spPr/>
      <dgm:t>
        <a:bodyPr/>
        <a:lstStyle/>
        <a:p>
          <a:endParaRPr lang="en-US"/>
        </a:p>
      </dgm:t>
    </dgm:pt>
    <dgm:pt modelId="{E1097740-40AF-4D84-A52D-61A6371DC2A2}" type="sibTrans" cxnId="{71443B5E-7EC6-4AF1-B47D-08B841BE0E34}">
      <dgm:prSet/>
      <dgm:spPr/>
      <dgm:t>
        <a:bodyPr/>
        <a:lstStyle/>
        <a:p>
          <a:endParaRPr lang="en-US"/>
        </a:p>
      </dgm:t>
    </dgm:pt>
    <dgm:pt modelId="{D78312D1-C0E5-4561-9523-CA8D3826B4D6}">
      <dgm:prSet phldrT="[Text]" custT="1"/>
      <dgm:spPr/>
      <dgm:t>
        <a:bodyPr/>
        <a:lstStyle/>
        <a:p>
          <a:r>
            <a:rPr lang="en-IN" sz="2500" b="1" dirty="0"/>
            <a:t>Why It Matters</a:t>
          </a:r>
          <a:endParaRPr lang="en-US" sz="2500" b="1" dirty="0"/>
        </a:p>
      </dgm:t>
    </dgm:pt>
    <dgm:pt modelId="{CC222A49-3372-4AEB-8034-C9065AE817F5}" type="parTrans" cxnId="{98CEDDDF-04FE-4D2F-831F-29CCCF388E7D}">
      <dgm:prSet/>
      <dgm:spPr/>
      <dgm:t>
        <a:bodyPr/>
        <a:lstStyle/>
        <a:p>
          <a:endParaRPr lang="en-US"/>
        </a:p>
      </dgm:t>
    </dgm:pt>
    <dgm:pt modelId="{DE4E9FFB-F867-457D-BB71-E466E3D9EFF5}" type="sibTrans" cxnId="{98CEDDDF-04FE-4D2F-831F-29CCCF388E7D}">
      <dgm:prSet/>
      <dgm:spPr/>
      <dgm:t>
        <a:bodyPr/>
        <a:lstStyle/>
        <a:p>
          <a:endParaRPr lang="en-US"/>
        </a:p>
      </dgm:t>
    </dgm:pt>
    <dgm:pt modelId="{B45E5921-5537-48C5-8508-2E51CB9A6634}">
      <dgm:prSet phldrT="[Text]"/>
      <dgm:spPr/>
      <dgm:t>
        <a:bodyPr/>
        <a:lstStyle/>
        <a:p>
          <a:r>
            <a:rPr lang="en-US" dirty="0"/>
            <a:t>Prevents unauthorized access and data breaches.</a:t>
          </a:r>
        </a:p>
      </dgm:t>
    </dgm:pt>
    <dgm:pt modelId="{5E6E149E-7D0D-487F-9E0C-C407D6B0D561}" type="parTrans" cxnId="{495A4B7D-CBA0-4C3F-9B5B-16CEC6B77CA4}">
      <dgm:prSet/>
      <dgm:spPr/>
      <dgm:t>
        <a:bodyPr/>
        <a:lstStyle/>
        <a:p>
          <a:endParaRPr lang="en-US"/>
        </a:p>
      </dgm:t>
    </dgm:pt>
    <dgm:pt modelId="{2479453F-BA10-4119-88E3-460A56A5AF64}" type="sibTrans" cxnId="{495A4B7D-CBA0-4C3F-9B5B-16CEC6B77CA4}">
      <dgm:prSet/>
      <dgm:spPr/>
      <dgm:t>
        <a:bodyPr/>
        <a:lstStyle/>
        <a:p>
          <a:endParaRPr lang="en-US"/>
        </a:p>
      </dgm:t>
    </dgm:pt>
    <dgm:pt modelId="{F3EB0819-C75E-49C4-8056-73DAF77C412A}">
      <dgm:prSet phldrT="[Text]" custT="1"/>
      <dgm:spPr/>
      <dgm:t>
        <a:bodyPr/>
        <a:lstStyle/>
        <a:p>
          <a:r>
            <a:rPr lang="en-IN" sz="2500" b="1" dirty="0"/>
            <a:t>Key Idea</a:t>
          </a:r>
          <a:endParaRPr lang="en-US" sz="2500" b="1" dirty="0"/>
        </a:p>
      </dgm:t>
    </dgm:pt>
    <dgm:pt modelId="{E9C64C8E-5501-4581-94C9-09F0F72F0F3C}" type="parTrans" cxnId="{FBAD8F55-B1BC-43C9-9089-36CC1DB07627}">
      <dgm:prSet/>
      <dgm:spPr/>
      <dgm:t>
        <a:bodyPr/>
        <a:lstStyle/>
        <a:p>
          <a:endParaRPr lang="en-US"/>
        </a:p>
      </dgm:t>
    </dgm:pt>
    <dgm:pt modelId="{13A6B9FB-3758-430D-95FA-9454746C159A}" type="sibTrans" cxnId="{FBAD8F55-B1BC-43C9-9089-36CC1DB07627}">
      <dgm:prSet/>
      <dgm:spPr/>
      <dgm:t>
        <a:bodyPr/>
        <a:lstStyle/>
        <a:p>
          <a:endParaRPr lang="en-US"/>
        </a:p>
      </dgm:t>
    </dgm:pt>
    <dgm:pt modelId="{F8F7F39F-C4D2-48B9-9251-5E879E1C72CD}">
      <dgm:prSet phldrT="[Text]"/>
      <dgm:spPr/>
      <dgm:t>
        <a:bodyPr/>
        <a:lstStyle/>
        <a:p>
          <a:r>
            <a:rPr lang="en-US" dirty="0"/>
            <a:t>Centralize &amp; automate access lifecycle (joiners, movers, leavers).</a:t>
          </a:r>
        </a:p>
      </dgm:t>
    </dgm:pt>
    <dgm:pt modelId="{4208A373-4F96-4E68-BABF-5B42EACC0351}" type="parTrans" cxnId="{D2333204-EBC0-4E99-B103-9E1AF694ED70}">
      <dgm:prSet/>
      <dgm:spPr/>
      <dgm:t>
        <a:bodyPr/>
        <a:lstStyle/>
        <a:p>
          <a:endParaRPr lang="en-US"/>
        </a:p>
      </dgm:t>
    </dgm:pt>
    <dgm:pt modelId="{F7754A67-036F-4AA1-98CE-8C5268D033F9}" type="sibTrans" cxnId="{D2333204-EBC0-4E99-B103-9E1AF694ED70}">
      <dgm:prSet/>
      <dgm:spPr/>
      <dgm:t>
        <a:bodyPr/>
        <a:lstStyle/>
        <a:p>
          <a:endParaRPr lang="en-US"/>
        </a:p>
      </dgm:t>
    </dgm:pt>
    <dgm:pt modelId="{F7068EAB-F27D-48AA-9264-44049A7E9574}">
      <dgm:prSet/>
      <dgm:spPr/>
      <dgm:t>
        <a:bodyPr/>
        <a:lstStyle/>
        <a:p>
          <a:r>
            <a:rPr lang="en-US" dirty="0"/>
            <a:t>Satisfies compliance with regulations (e.g., GDPR, SOX).</a:t>
          </a:r>
        </a:p>
      </dgm:t>
    </dgm:pt>
    <dgm:pt modelId="{30309BF9-A767-4E87-BE40-60F6F37DC516}" type="parTrans" cxnId="{7E11D2E8-5745-4137-9562-87C744F9C71F}">
      <dgm:prSet/>
      <dgm:spPr/>
      <dgm:t>
        <a:bodyPr/>
        <a:lstStyle/>
        <a:p>
          <a:endParaRPr lang="en-US"/>
        </a:p>
      </dgm:t>
    </dgm:pt>
    <dgm:pt modelId="{51A15DCB-8C55-4FBA-83B6-26005176D3C5}" type="sibTrans" cxnId="{7E11D2E8-5745-4137-9562-87C744F9C71F}">
      <dgm:prSet/>
      <dgm:spPr/>
      <dgm:t>
        <a:bodyPr/>
        <a:lstStyle/>
        <a:p>
          <a:endParaRPr lang="en-US"/>
        </a:p>
      </dgm:t>
    </dgm:pt>
    <dgm:pt modelId="{6A215ECF-792A-4708-A04D-B639D60F73DB}">
      <dgm:prSet/>
      <dgm:spPr/>
      <dgm:t>
        <a:bodyPr/>
        <a:lstStyle/>
        <a:p>
          <a:r>
            <a:rPr lang="en-US" dirty="0"/>
            <a:t>Reduces risk by removing excessive or outdated privileges.</a:t>
          </a:r>
        </a:p>
      </dgm:t>
    </dgm:pt>
    <dgm:pt modelId="{5695BD28-7E16-45B0-BFF6-4E2840AFD508}" type="parTrans" cxnId="{3C0AA128-B2C5-4469-9D23-6EA4B1E8BEC7}">
      <dgm:prSet/>
      <dgm:spPr/>
      <dgm:t>
        <a:bodyPr/>
        <a:lstStyle/>
        <a:p>
          <a:endParaRPr lang="en-US"/>
        </a:p>
      </dgm:t>
    </dgm:pt>
    <dgm:pt modelId="{2877F100-5485-4607-ADC7-5CA792157A69}" type="sibTrans" cxnId="{3C0AA128-B2C5-4469-9D23-6EA4B1E8BEC7}">
      <dgm:prSet/>
      <dgm:spPr/>
      <dgm:t>
        <a:bodyPr/>
        <a:lstStyle/>
        <a:p>
          <a:endParaRPr lang="en-US"/>
        </a:p>
      </dgm:t>
    </dgm:pt>
    <dgm:pt modelId="{4433763C-B582-4685-9253-43AA04049353}">
      <dgm:prSet/>
      <dgm:spPr/>
      <dgm:t>
        <a:bodyPr/>
        <a:lstStyle/>
        <a:p>
          <a:r>
            <a:rPr lang="en-US" dirty="0"/>
            <a:t>Track and review access privileges regularly to maintain security.</a:t>
          </a:r>
        </a:p>
      </dgm:t>
    </dgm:pt>
    <dgm:pt modelId="{70D8568F-63FF-415F-835D-B07A208A82B5}" type="parTrans" cxnId="{1478375B-E1C8-4E64-BD40-7C06B497AEC1}">
      <dgm:prSet/>
      <dgm:spPr/>
      <dgm:t>
        <a:bodyPr/>
        <a:lstStyle/>
        <a:p>
          <a:endParaRPr lang="en-US"/>
        </a:p>
      </dgm:t>
    </dgm:pt>
    <dgm:pt modelId="{AFBF8F23-F5AF-4AFE-93A2-A6150B7892B6}" type="sibTrans" cxnId="{1478375B-E1C8-4E64-BD40-7C06B497AEC1}">
      <dgm:prSet/>
      <dgm:spPr/>
      <dgm:t>
        <a:bodyPr/>
        <a:lstStyle/>
        <a:p>
          <a:endParaRPr lang="en-US"/>
        </a:p>
      </dgm:t>
    </dgm:pt>
    <dgm:pt modelId="{7F4C6C52-DBE4-4365-A301-514B90F3D89F}" type="pres">
      <dgm:prSet presAssocID="{1FC1FE58-BFDF-4C2A-BDF7-BAF06D8610D0}" presName="Name0" presStyleCnt="0">
        <dgm:presLayoutVars>
          <dgm:dir/>
          <dgm:animLvl val="lvl"/>
          <dgm:resizeHandles val="exact"/>
        </dgm:presLayoutVars>
      </dgm:prSet>
      <dgm:spPr/>
    </dgm:pt>
    <dgm:pt modelId="{CF569ECA-01AC-4CE0-8A05-9310FE21CB5F}" type="pres">
      <dgm:prSet presAssocID="{75992A6E-333D-40A8-A0E8-F322F18B0F93}" presName="linNode" presStyleCnt="0"/>
      <dgm:spPr/>
    </dgm:pt>
    <dgm:pt modelId="{98A80F7A-8434-438D-9B3C-8B96EAFCE853}" type="pres">
      <dgm:prSet presAssocID="{75992A6E-333D-40A8-A0E8-F322F18B0F93}" presName="parentText" presStyleLbl="node1" presStyleIdx="0" presStyleCnt="3">
        <dgm:presLayoutVars>
          <dgm:chMax val="1"/>
          <dgm:bulletEnabled val="1"/>
        </dgm:presLayoutVars>
      </dgm:prSet>
      <dgm:spPr/>
    </dgm:pt>
    <dgm:pt modelId="{595CAAB2-4B0A-417A-92D0-CFF8DD65345A}" type="pres">
      <dgm:prSet presAssocID="{75992A6E-333D-40A8-A0E8-F322F18B0F93}" presName="descendantText" presStyleLbl="alignAccFollowNode1" presStyleIdx="0" presStyleCnt="3">
        <dgm:presLayoutVars>
          <dgm:bulletEnabled val="1"/>
        </dgm:presLayoutVars>
      </dgm:prSet>
      <dgm:spPr/>
    </dgm:pt>
    <dgm:pt modelId="{30BC43BA-9A33-4D05-88D9-4B77573D8227}" type="pres">
      <dgm:prSet presAssocID="{A959E98B-3126-4526-A9EA-04A08BDCB597}" presName="sp" presStyleCnt="0"/>
      <dgm:spPr/>
    </dgm:pt>
    <dgm:pt modelId="{8A0EF57D-90C4-42A7-9B05-3C21D3F89D42}" type="pres">
      <dgm:prSet presAssocID="{D78312D1-C0E5-4561-9523-CA8D3826B4D6}" presName="linNode" presStyleCnt="0"/>
      <dgm:spPr/>
    </dgm:pt>
    <dgm:pt modelId="{86070A82-A761-4669-85EE-25FB5DB75320}" type="pres">
      <dgm:prSet presAssocID="{D78312D1-C0E5-4561-9523-CA8D3826B4D6}" presName="parentText" presStyleLbl="node1" presStyleIdx="1" presStyleCnt="3">
        <dgm:presLayoutVars>
          <dgm:chMax val="1"/>
          <dgm:bulletEnabled val="1"/>
        </dgm:presLayoutVars>
      </dgm:prSet>
      <dgm:spPr/>
    </dgm:pt>
    <dgm:pt modelId="{2EFAF58C-5374-4F94-A8B3-D3734150E13C}" type="pres">
      <dgm:prSet presAssocID="{D78312D1-C0E5-4561-9523-CA8D3826B4D6}" presName="descendantText" presStyleLbl="alignAccFollowNode1" presStyleIdx="1" presStyleCnt="3">
        <dgm:presLayoutVars>
          <dgm:bulletEnabled val="1"/>
        </dgm:presLayoutVars>
      </dgm:prSet>
      <dgm:spPr/>
    </dgm:pt>
    <dgm:pt modelId="{5DC0569A-83E8-40C3-AFF4-180C3EC7058D}" type="pres">
      <dgm:prSet presAssocID="{DE4E9FFB-F867-457D-BB71-E466E3D9EFF5}" presName="sp" presStyleCnt="0"/>
      <dgm:spPr/>
    </dgm:pt>
    <dgm:pt modelId="{2B59F396-06B1-4C6F-BC2C-194B6465432F}" type="pres">
      <dgm:prSet presAssocID="{F3EB0819-C75E-49C4-8056-73DAF77C412A}" presName="linNode" presStyleCnt="0"/>
      <dgm:spPr/>
    </dgm:pt>
    <dgm:pt modelId="{01C4A589-F1DF-48F0-84EF-D1690C67BE3A}" type="pres">
      <dgm:prSet presAssocID="{F3EB0819-C75E-49C4-8056-73DAF77C412A}" presName="parentText" presStyleLbl="node1" presStyleIdx="2" presStyleCnt="3">
        <dgm:presLayoutVars>
          <dgm:chMax val="1"/>
          <dgm:bulletEnabled val="1"/>
        </dgm:presLayoutVars>
      </dgm:prSet>
      <dgm:spPr/>
    </dgm:pt>
    <dgm:pt modelId="{8EC659A4-B3B0-481D-ABBB-B74938376DF0}" type="pres">
      <dgm:prSet presAssocID="{F3EB0819-C75E-49C4-8056-73DAF77C412A}" presName="descendantText" presStyleLbl="alignAccFollowNode1" presStyleIdx="2" presStyleCnt="3">
        <dgm:presLayoutVars>
          <dgm:bulletEnabled val="1"/>
        </dgm:presLayoutVars>
      </dgm:prSet>
      <dgm:spPr/>
    </dgm:pt>
  </dgm:ptLst>
  <dgm:cxnLst>
    <dgm:cxn modelId="{8A4DFB01-8ABE-4621-8D81-3D5B60EF9FFB}" type="presOf" srcId="{75992A6E-333D-40A8-A0E8-F322F18B0F93}" destId="{98A80F7A-8434-438D-9B3C-8B96EAFCE853}" srcOrd="0" destOrd="0" presId="urn:microsoft.com/office/officeart/2005/8/layout/vList5"/>
    <dgm:cxn modelId="{D2333204-EBC0-4E99-B103-9E1AF694ED70}" srcId="{F3EB0819-C75E-49C4-8056-73DAF77C412A}" destId="{F8F7F39F-C4D2-48B9-9251-5E879E1C72CD}" srcOrd="0" destOrd="0" parTransId="{4208A373-4F96-4E68-BABF-5B42EACC0351}" sibTransId="{F7754A67-036F-4AA1-98CE-8C5268D033F9}"/>
    <dgm:cxn modelId="{5FE0B404-1BB4-48E2-9270-8639BE890D01}" type="presOf" srcId="{6A215ECF-792A-4708-A04D-B639D60F73DB}" destId="{2EFAF58C-5374-4F94-A8B3-D3734150E13C}" srcOrd="0" destOrd="2" presId="urn:microsoft.com/office/officeart/2005/8/layout/vList5"/>
    <dgm:cxn modelId="{2D320F27-CE65-44D5-B6E4-2E068A2722AB}" type="presOf" srcId="{B45E5921-5537-48C5-8508-2E51CB9A6634}" destId="{2EFAF58C-5374-4F94-A8B3-D3734150E13C}" srcOrd="0" destOrd="0" presId="urn:microsoft.com/office/officeart/2005/8/layout/vList5"/>
    <dgm:cxn modelId="{3C0AA128-B2C5-4469-9D23-6EA4B1E8BEC7}" srcId="{D78312D1-C0E5-4561-9523-CA8D3826B4D6}" destId="{6A215ECF-792A-4708-A04D-B639D60F73DB}" srcOrd="2" destOrd="0" parTransId="{5695BD28-7E16-45B0-BFF6-4E2840AFD508}" sibTransId="{2877F100-5485-4607-ADC7-5CA792157A69}"/>
    <dgm:cxn modelId="{D3C22333-8E4F-40A0-81BC-DB55B9B59BA1}" type="presOf" srcId="{D78312D1-C0E5-4561-9523-CA8D3826B4D6}" destId="{86070A82-A761-4669-85EE-25FB5DB75320}" srcOrd="0" destOrd="0" presId="urn:microsoft.com/office/officeart/2005/8/layout/vList5"/>
    <dgm:cxn modelId="{1478375B-E1C8-4E64-BD40-7C06B497AEC1}" srcId="{F3EB0819-C75E-49C4-8056-73DAF77C412A}" destId="{4433763C-B582-4685-9253-43AA04049353}" srcOrd="1" destOrd="0" parTransId="{70D8568F-63FF-415F-835D-B07A208A82B5}" sibTransId="{AFBF8F23-F5AF-4AFE-93A2-A6150B7892B6}"/>
    <dgm:cxn modelId="{71443B5E-7EC6-4AF1-B47D-08B841BE0E34}" srcId="{75992A6E-333D-40A8-A0E8-F322F18B0F93}" destId="{7445F6DC-8B9D-4D65-BC1B-C5F6D7A7C55C}" srcOrd="0" destOrd="0" parTransId="{DD6739C7-C23A-43CD-A70A-E1496A4ABB46}" sibTransId="{E1097740-40AF-4D84-A52D-61A6371DC2A2}"/>
    <dgm:cxn modelId="{4669476D-4BBC-4CDE-AA61-8B3BED4E2029}" type="presOf" srcId="{4433763C-B582-4685-9253-43AA04049353}" destId="{8EC659A4-B3B0-481D-ABBB-B74938376DF0}" srcOrd="0" destOrd="1" presId="urn:microsoft.com/office/officeart/2005/8/layout/vList5"/>
    <dgm:cxn modelId="{FBAD8F55-B1BC-43C9-9089-36CC1DB07627}" srcId="{1FC1FE58-BFDF-4C2A-BDF7-BAF06D8610D0}" destId="{F3EB0819-C75E-49C4-8056-73DAF77C412A}" srcOrd="2" destOrd="0" parTransId="{E9C64C8E-5501-4581-94C9-09F0F72F0F3C}" sibTransId="{13A6B9FB-3758-430D-95FA-9454746C159A}"/>
    <dgm:cxn modelId="{A9B80277-3A6E-43BA-8F4B-BBD28182FA60}" type="presOf" srcId="{F8F7F39F-C4D2-48B9-9251-5E879E1C72CD}" destId="{8EC659A4-B3B0-481D-ABBB-B74938376DF0}" srcOrd="0" destOrd="0" presId="urn:microsoft.com/office/officeart/2005/8/layout/vList5"/>
    <dgm:cxn modelId="{4535C878-4541-4BD4-851E-013095FADC4E}" type="presOf" srcId="{7445F6DC-8B9D-4D65-BC1B-C5F6D7A7C55C}" destId="{595CAAB2-4B0A-417A-92D0-CFF8DD65345A}" srcOrd="0" destOrd="0" presId="urn:microsoft.com/office/officeart/2005/8/layout/vList5"/>
    <dgm:cxn modelId="{495A4B7D-CBA0-4C3F-9B5B-16CEC6B77CA4}" srcId="{D78312D1-C0E5-4561-9523-CA8D3826B4D6}" destId="{B45E5921-5537-48C5-8508-2E51CB9A6634}" srcOrd="0" destOrd="0" parTransId="{5E6E149E-7D0D-487F-9E0C-C407D6B0D561}" sibTransId="{2479453F-BA10-4119-88E3-460A56A5AF64}"/>
    <dgm:cxn modelId="{429E479D-FCC4-42EA-8139-5584BE8B3955}" type="presOf" srcId="{F7068EAB-F27D-48AA-9264-44049A7E9574}" destId="{2EFAF58C-5374-4F94-A8B3-D3734150E13C}" srcOrd="0" destOrd="1" presId="urn:microsoft.com/office/officeart/2005/8/layout/vList5"/>
    <dgm:cxn modelId="{CCDDDBC0-51D4-4A3D-8EBB-F88642FAA4AB}" type="presOf" srcId="{1FC1FE58-BFDF-4C2A-BDF7-BAF06D8610D0}" destId="{7F4C6C52-DBE4-4365-A301-514B90F3D89F}" srcOrd="0" destOrd="0" presId="urn:microsoft.com/office/officeart/2005/8/layout/vList5"/>
    <dgm:cxn modelId="{6D2751D3-CB52-46D4-A93C-0C8C48D85C15}" srcId="{1FC1FE58-BFDF-4C2A-BDF7-BAF06D8610D0}" destId="{75992A6E-333D-40A8-A0E8-F322F18B0F93}" srcOrd="0" destOrd="0" parTransId="{A3F467D1-9035-476F-AEFD-9933D2CA960C}" sibTransId="{A959E98B-3126-4526-A9EA-04A08BDCB597}"/>
    <dgm:cxn modelId="{98CEDDDF-04FE-4D2F-831F-29CCCF388E7D}" srcId="{1FC1FE58-BFDF-4C2A-BDF7-BAF06D8610D0}" destId="{D78312D1-C0E5-4561-9523-CA8D3826B4D6}" srcOrd="1" destOrd="0" parTransId="{CC222A49-3372-4AEB-8034-C9065AE817F5}" sibTransId="{DE4E9FFB-F867-457D-BB71-E466E3D9EFF5}"/>
    <dgm:cxn modelId="{7E11D2E8-5745-4137-9562-87C744F9C71F}" srcId="{D78312D1-C0E5-4561-9523-CA8D3826B4D6}" destId="{F7068EAB-F27D-48AA-9264-44049A7E9574}" srcOrd="1" destOrd="0" parTransId="{30309BF9-A767-4E87-BE40-60F6F37DC516}" sibTransId="{51A15DCB-8C55-4FBA-83B6-26005176D3C5}"/>
    <dgm:cxn modelId="{43F738FB-17CB-4590-9F0F-46DBEDE532C9}" type="presOf" srcId="{F3EB0819-C75E-49C4-8056-73DAF77C412A}" destId="{01C4A589-F1DF-48F0-84EF-D1690C67BE3A}" srcOrd="0" destOrd="0" presId="urn:microsoft.com/office/officeart/2005/8/layout/vList5"/>
    <dgm:cxn modelId="{43D8585A-D36F-4647-A442-65CF36F9580E}" type="presParOf" srcId="{7F4C6C52-DBE4-4365-A301-514B90F3D89F}" destId="{CF569ECA-01AC-4CE0-8A05-9310FE21CB5F}" srcOrd="0" destOrd="0" presId="urn:microsoft.com/office/officeart/2005/8/layout/vList5"/>
    <dgm:cxn modelId="{4DB09ED6-BA1F-4C89-BA82-B8B298704FD2}" type="presParOf" srcId="{CF569ECA-01AC-4CE0-8A05-9310FE21CB5F}" destId="{98A80F7A-8434-438D-9B3C-8B96EAFCE853}" srcOrd="0" destOrd="0" presId="urn:microsoft.com/office/officeart/2005/8/layout/vList5"/>
    <dgm:cxn modelId="{766CAED3-E9F9-4E8E-879C-982AAA446802}" type="presParOf" srcId="{CF569ECA-01AC-4CE0-8A05-9310FE21CB5F}" destId="{595CAAB2-4B0A-417A-92D0-CFF8DD65345A}" srcOrd="1" destOrd="0" presId="urn:microsoft.com/office/officeart/2005/8/layout/vList5"/>
    <dgm:cxn modelId="{394414AD-AF3E-4D7F-AD13-9F56F318D93D}" type="presParOf" srcId="{7F4C6C52-DBE4-4365-A301-514B90F3D89F}" destId="{30BC43BA-9A33-4D05-88D9-4B77573D8227}" srcOrd="1" destOrd="0" presId="urn:microsoft.com/office/officeart/2005/8/layout/vList5"/>
    <dgm:cxn modelId="{33D0E7DD-C5E1-46D2-A22B-3430764A2A77}" type="presParOf" srcId="{7F4C6C52-DBE4-4365-A301-514B90F3D89F}" destId="{8A0EF57D-90C4-42A7-9B05-3C21D3F89D42}" srcOrd="2" destOrd="0" presId="urn:microsoft.com/office/officeart/2005/8/layout/vList5"/>
    <dgm:cxn modelId="{9D37DDAD-C388-492D-BAC3-CB437C96B0E1}" type="presParOf" srcId="{8A0EF57D-90C4-42A7-9B05-3C21D3F89D42}" destId="{86070A82-A761-4669-85EE-25FB5DB75320}" srcOrd="0" destOrd="0" presId="urn:microsoft.com/office/officeart/2005/8/layout/vList5"/>
    <dgm:cxn modelId="{B8BB8DBE-88E3-4D26-846B-45EC49003340}" type="presParOf" srcId="{8A0EF57D-90C4-42A7-9B05-3C21D3F89D42}" destId="{2EFAF58C-5374-4F94-A8B3-D3734150E13C}" srcOrd="1" destOrd="0" presId="urn:microsoft.com/office/officeart/2005/8/layout/vList5"/>
    <dgm:cxn modelId="{F14AC00A-9039-46C6-B8CD-A1B1D75D66C2}" type="presParOf" srcId="{7F4C6C52-DBE4-4365-A301-514B90F3D89F}" destId="{5DC0569A-83E8-40C3-AFF4-180C3EC7058D}" srcOrd="3" destOrd="0" presId="urn:microsoft.com/office/officeart/2005/8/layout/vList5"/>
    <dgm:cxn modelId="{0218F532-3F63-4A0C-B540-1AE34FA092D6}" type="presParOf" srcId="{7F4C6C52-DBE4-4365-A301-514B90F3D89F}" destId="{2B59F396-06B1-4C6F-BC2C-194B6465432F}" srcOrd="4" destOrd="0" presId="urn:microsoft.com/office/officeart/2005/8/layout/vList5"/>
    <dgm:cxn modelId="{5EEEC760-7862-4023-8F01-03EE8EA4849B}" type="presParOf" srcId="{2B59F396-06B1-4C6F-BC2C-194B6465432F}" destId="{01C4A589-F1DF-48F0-84EF-D1690C67BE3A}" srcOrd="0" destOrd="0" presId="urn:microsoft.com/office/officeart/2005/8/layout/vList5"/>
    <dgm:cxn modelId="{F35AEE5F-E825-4367-B262-873E60293B64}" type="presParOf" srcId="{2B59F396-06B1-4C6F-BC2C-194B6465432F}" destId="{8EC659A4-B3B0-481D-ABBB-B74938376DF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FC190D-613C-4FE7-BA2A-FC31F6DB812F}"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US"/>
        </a:p>
      </dgm:t>
    </dgm:pt>
    <dgm:pt modelId="{8633710B-B97F-4E55-B097-65A8673497C9}">
      <dgm:prSet phldrT="[Text]"/>
      <dgm:spPr/>
      <dgm:t>
        <a:bodyPr/>
        <a:lstStyle/>
        <a:p>
          <a:pPr>
            <a:buClrTx/>
            <a:buSzTx/>
            <a:buFontTx/>
            <a:buNone/>
          </a:pPr>
          <a:r>
            <a:rPr kumimoji="0" lang="en-US" b="1" i="0" u="none" strike="noStrike" cap="none" spc="0" normalizeH="0" baseline="0" noProof="0">
              <a:ln/>
              <a:effectLst/>
              <a:uLnTx/>
              <a:uFillTx/>
              <a:latin typeface="Calibri" panose="020F0502020204030204"/>
              <a:ea typeface="+mn-ea"/>
              <a:cs typeface="+mn-cs"/>
            </a:rPr>
            <a:t>Real-World Example</a:t>
          </a:r>
          <a:endParaRPr lang="en-US" dirty="0"/>
        </a:p>
      </dgm:t>
    </dgm:pt>
    <dgm:pt modelId="{25746157-0802-4D4E-9E32-AB3291E3A610}" type="parTrans" cxnId="{EEDDF761-466C-4A2E-A0AD-D8C2FF8DED8F}">
      <dgm:prSet/>
      <dgm:spPr/>
      <dgm:t>
        <a:bodyPr/>
        <a:lstStyle/>
        <a:p>
          <a:endParaRPr lang="en-US"/>
        </a:p>
      </dgm:t>
    </dgm:pt>
    <dgm:pt modelId="{D7E59D74-83F2-479E-9EF8-136E435313A7}" type="sibTrans" cxnId="{EEDDF761-466C-4A2E-A0AD-D8C2FF8DED8F}">
      <dgm:prSet/>
      <dgm:spPr/>
      <dgm:t>
        <a:bodyPr/>
        <a:lstStyle/>
        <a:p>
          <a:endParaRPr lang="en-US"/>
        </a:p>
      </dgm:t>
    </dgm:pt>
    <dgm:pt modelId="{81434276-8AEC-431E-912B-6AE1A2D4B936}">
      <dgm:prSet phldrT="[Text]"/>
      <dgm:spPr/>
      <dgm:t>
        <a:bodyPr/>
        <a:lstStyle/>
        <a:p>
          <a:pPr>
            <a:buClrTx/>
            <a:buSzTx/>
            <a:buFont typeface="Arial" panose="020B0604020202020204" pitchFamily="34" charset="0"/>
            <a:buChar char="•"/>
          </a:pPr>
          <a:r>
            <a:rPr kumimoji="0" lang="en-US" b="0" i="0" u="none" strike="noStrike" cap="none" spc="0" normalizeH="0" baseline="0" noProof="0" dirty="0">
              <a:ln/>
              <a:effectLst/>
              <a:uLnTx/>
              <a:uFillTx/>
              <a:latin typeface="Calibri" panose="020F0502020204030204"/>
              <a:ea typeface="+mn-ea"/>
              <a:cs typeface="+mn-cs"/>
            </a:rPr>
            <a:t>A large company found many ex-employees still had active accounts—a big security risk!</a:t>
          </a:r>
          <a:endParaRPr lang="en-US" dirty="0"/>
        </a:p>
      </dgm:t>
    </dgm:pt>
    <dgm:pt modelId="{6B7ECD40-CAEF-4C3C-A6BF-B430EE7E5D85}" type="parTrans" cxnId="{1BD1C13F-0EAC-4AB9-A079-3C23C68BDB49}">
      <dgm:prSet/>
      <dgm:spPr/>
      <dgm:t>
        <a:bodyPr/>
        <a:lstStyle/>
        <a:p>
          <a:endParaRPr lang="en-US"/>
        </a:p>
      </dgm:t>
    </dgm:pt>
    <dgm:pt modelId="{2948B523-1D1B-4B9E-9EEB-43FCB0F2C41B}" type="sibTrans" cxnId="{1BD1C13F-0EAC-4AB9-A079-3C23C68BDB49}">
      <dgm:prSet/>
      <dgm:spPr/>
      <dgm:t>
        <a:bodyPr/>
        <a:lstStyle/>
        <a:p>
          <a:endParaRPr lang="en-US"/>
        </a:p>
      </dgm:t>
    </dgm:pt>
    <dgm:pt modelId="{04750B98-A39F-4784-B3AE-7CA2F98F10A4}">
      <dgm:prSet phldrT="[Text]"/>
      <dgm:spPr/>
      <dgm:t>
        <a:bodyPr/>
        <a:lstStyle/>
        <a:p>
          <a:pPr>
            <a:buClrTx/>
            <a:buSzTx/>
            <a:buFontTx/>
            <a:buNone/>
          </a:pPr>
          <a:r>
            <a:rPr kumimoji="0" lang="en-US" b="1" i="0" u="none" strike="noStrike" cap="none" spc="0" normalizeH="0" baseline="0" noProof="0">
              <a:ln/>
              <a:effectLst/>
              <a:uLnTx/>
              <a:uFillTx/>
              <a:latin typeface="Calibri" panose="020F0502020204030204"/>
              <a:ea typeface="+mn-ea"/>
              <a:cs typeface="+mn-cs"/>
            </a:rPr>
            <a:t>Leading IGA Solutions</a:t>
          </a:r>
          <a:endParaRPr lang="en-US" dirty="0"/>
        </a:p>
      </dgm:t>
    </dgm:pt>
    <dgm:pt modelId="{B167AED1-6824-42D1-9D32-0CE0EA392068}" type="parTrans" cxnId="{28241893-911B-4871-AADC-91723E44343C}">
      <dgm:prSet/>
      <dgm:spPr/>
      <dgm:t>
        <a:bodyPr/>
        <a:lstStyle/>
        <a:p>
          <a:endParaRPr lang="en-US"/>
        </a:p>
      </dgm:t>
    </dgm:pt>
    <dgm:pt modelId="{B748316D-5139-453B-B15D-A905CC89AF2C}" type="sibTrans" cxnId="{28241893-911B-4871-AADC-91723E44343C}">
      <dgm:prSet/>
      <dgm:spPr/>
      <dgm:t>
        <a:bodyPr/>
        <a:lstStyle/>
        <a:p>
          <a:endParaRPr lang="en-US"/>
        </a:p>
      </dgm:t>
    </dgm:pt>
    <dgm:pt modelId="{432E7A82-F737-40CE-9318-CBDB3D2C4252}">
      <dgm:prSet phldrT="[Text]"/>
      <dgm:spPr/>
      <dgm:t>
        <a:bodyPr/>
        <a:lstStyle/>
        <a:p>
          <a:pPr>
            <a:buClrTx/>
            <a:buSzTx/>
            <a:buFont typeface="Arial" panose="020B0604020202020204" pitchFamily="34" charset="0"/>
            <a:buChar char="•"/>
          </a:pPr>
          <a:r>
            <a:rPr kumimoji="0" lang="en-US" b="1" i="0" u="none" strike="noStrike" cap="none" spc="0" normalizeH="0" baseline="0" noProof="0" dirty="0">
              <a:ln/>
              <a:effectLst/>
              <a:uLnTx/>
              <a:uFillTx/>
              <a:latin typeface="Calibri" panose="020F0502020204030204"/>
              <a:ea typeface="+mn-ea"/>
              <a:cs typeface="+mn-cs"/>
            </a:rPr>
            <a:t>SailPoint: </a:t>
          </a:r>
          <a:r>
            <a:rPr kumimoji="0" lang="en-US" b="0" i="0" u="none" strike="noStrike" cap="none" spc="0" normalizeH="0" baseline="0" noProof="0" dirty="0">
              <a:ln/>
              <a:effectLst/>
              <a:uLnTx/>
              <a:uFillTx/>
              <a:latin typeface="Calibri" panose="020F0502020204030204"/>
              <a:ea typeface="+mn-ea"/>
              <a:cs typeface="+mn-cs"/>
            </a:rPr>
            <a:t>Known for strong access certification features and automated provisioning.</a:t>
          </a:r>
          <a:endParaRPr lang="en-US" dirty="0"/>
        </a:p>
      </dgm:t>
    </dgm:pt>
    <dgm:pt modelId="{9E681CAC-7B71-4DA6-ADB8-EAA108CB2951}" type="parTrans" cxnId="{E619C2C7-D52F-4C0C-BBCE-E68A2BCEEB3C}">
      <dgm:prSet/>
      <dgm:spPr/>
      <dgm:t>
        <a:bodyPr/>
        <a:lstStyle/>
        <a:p>
          <a:endParaRPr lang="en-US"/>
        </a:p>
      </dgm:t>
    </dgm:pt>
    <dgm:pt modelId="{F0B140CB-DC3C-490A-AC89-DF3A5ED9967C}" type="sibTrans" cxnId="{E619C2C7-D52F-4C0C-BBCE-E68A2BCEEB3C}">
      <dgm:prSet/>
      <dgm:spPr/>
      <dgm:t>
        <a:bodyPr/>
        <a:lstStyle/>
        <a:p>
          <a:endParaRPr lang="en-US"/>
        </a:p>
      </dgm:t>
    </dgm:pt>
    <dgm:pt modelId="{3432D0A4-7F22-4D6E-8543-183989DA664B}">
      <dgm:prSet phldrT="[Text]"/>
      <dgm:spPr/>
      <dgm:t>
        <a:bodyPr/>
        <a:lstStyle/>
        <a:p>
          <a:pPr>
            <a:buClrTx/>
            <a:buSzTx/>
            <a:buFontTx/>
            <a:buNone/>
          </a:pPr>
          <a:r>
            <a:rPr kumimoji="0" lang="en-US" b="1" i="0" u="none" strike="noStrike" cap="none" spc="0" normalizeH="0" baseline="0" noProof="0">
              <a:ln/>
              <a:effectLst/>
              <a:uLnTx/>
              <a:uFillTx/>
              <a:latin typeface="Calibri" panose="020F0502020204030204"/>
              <a:ea typeface="+mn-ea"/>
              <a:cs typeface="+mn-cs"/>
            </a:rPr>
            <a:t>Key Takeaways</a:t>
          </a:r>
          <a:endParaRPr lang="en-US" dirty="0"/>
        </a:p>
      </dgm:t>
    </dgm:pt>
    <dgm:pt modelId="{DD7047ED-DB56-481E-A96E-1A41CF318666}" type="parTrans" cxnId="{96523DC2-BBB8-4944-BE22-638819C6CE77}">
      <dgm:prSet/>
      <dgm:spPr/>
      <dgm:t>
        <a:bodyPr/>
        <a:lstStyle/>
        <a:p>
          <a:endParaRPr lang="en-US"/>
        </a:p>
      </dgm:t>
    </dgm:pt>
    <dgm:pt modelId="{38AF1748-B751-499E-B322-2F42476EE5FC}" type="sibTrans" cxnId="{96523DC2-BBB8-4944-BE22-638819C6CE77}">
      <dgm:prSet/>
      <dgm:spPr/>
      <dgm:t>
        <a:bodyPr/>
        <a:lstStyle/>
        <a:p>
          <a:endParaRPr lang="en-US"/>
        </a:p>
      </dgm:t>
    </dgm:pt>
    <dgm:pt modelId="{E97A2BBA-44AC-4F79-8128-845C89B6C4CD}">
      <dgm:prSet phldrT="[Text]"/>
      <dgm:spPr/>
      <dgm:t>
        <a:bodyPr/>
        <a:lstStyle/>
        <a:p>
          <a:pPr>
            <a:buClrTx/>
            <a:buSzTx/>
            <a:buFont typeface="Arial" panose="020B0604020202020204" pitchFamily="34" charset="0"/>
            <a:buChar char="•"/>
          </a:pPr>
          <a:r>
            <a:rPr kumimoji="0" lang="en-US" b="0" i="0" u="none" strike="noStrike" cap="none" spc="0" normalizeH="0" baseline="0" noProof="0" dirty="0">
              <a:ln/>
              <a:effectLst/>
              <a:uLnTx/>
              <a:uFillTx/>
              <a:latin typeface="Calibri" panose="020F0502020204030204"/>
              <a:ea typeface="+mn-ea"/>
              <a:cs typeface="+mn-cs"/>
            </a:rPr>
            <a:t>IGA ensures visibility, control, and compliance for user access.</a:t>
          </a:r>
          <a:endParaRPr lang="en-US" dirty="0"/>
        </a:p>
      </dgm:t>
    </dgm:pt>
    <dgm:pt modelId="{65AE1904-4EEF-4735-9E90-E4AF5C91FBEB}" type="parTrans" cxnId="{DBC6AAFB-8FEB-4C88-8147-8B35ABE86131}">
      <dgm:prSet/>
      <dgm:spPr/>
      <dgm:t>
        <a:bodyPr/>
        <a:lstStyle/>
        <a:p>
          <a:endParaRPr lang="en-US"/>
        </a:p>
      </dgm:t>
    </dgm:pt>
    <dgm:pt modelId="{7390DF87-AEB5-4117-8E91-550BBE0D7DA8}" type="sibTrans" cxnId="{DBC6AAFB-8FEB-4C88-8147-8B35ABE86131}">
      <dgm:prSet/>
      <dgm:spPr/>
      <dgm:t>
        <a:bodyPr/>
        <a:lstStyle/>
        <a:p>
          <a:endParaRPr lang="en-US"/>
        </a:p>
      </dgm:t>
    </dgm:pt>
    <dgm:pt modelId="{0C40DE27-C2B7-4239-ABF7-16AC33D89FA3}">
      <dgm:prSet/>
      <dgm:spPr/>
      <dgm:t>
        <a:bodyPr/>
        <a:lstStyle/>
        <a:p>
          <a:r>
            <a:rPr kumimoji="0" lang="en-US" b="0" i="0" u="none" strike="noStrike" cap="none" spc="0" normalizeH="0" baseline="0" noProof="0" dirty="0">
              <a:ln/>
              <a:effectLst/>
              <a:uLnTx/>
              <a:uFillTx/>
              <a:latin typeface="Calibri" panose="020F0502020204030204"/>
              <a:ea typeface="+mn-ea"/>
              <a:cs typeface="+mn-cs"/>
            </a:rPr>
            <a:t>By deploying an IGA solution, they automated deprovisioning (removing old accounts) and set up regular access reviews.</a:t>
          </a:r>
        </a:p>
      </dgm:t>
    </dgm:pt>
    <dgm:pt modelId="{305550AD-A459-43F6-A106-7AA978FB8DD3}" type="parTrans" cxnId="{303F03C6-D62F-4B41-AEF4-D1D9E51EF980}">
      <dgm:prSet/>
      <dgm:spPr/>
      <dgm:t>
        <a:bodyPr/>
        <a:lstStyle/>
        <a:p>
          <a:endParaRPr lang="en-US"/>
        </a:p>
      </dgm:t>
    </dgm:pt>
    <dgm:pt modelId="{1EEF650C-9A5A-47D6-BCFB-1CAA36C900F5}" type="sibTrans" cxnId="{303F03C6-D62F-4B41-AEF4-D1D9E51EF980}">
      <dgm:prSet/>
      <dgm:spPr/>
      <dgm:t>
        <a:bodyPr/>
        <a:lstStyle/>
        <a:p>
          <a:endParaRPr lang="en-US"/>
        </a:p>
      </dgm:t>
    </dgm:pt>
    <dgm:pt modelId="{D1F0FF0A-0989-40EE-9B6D-1C7FE56C67DE}">
      <dgm:prSet/>
      <dgm:spPr/>
      <dgm:t>
        <a:bodyPr/>
        <a:lstStyle/>
        <a:p>
          <a:r>
            <a:rPr kumimoji="0" lang="en-US" b="0" i="0" u="none" strike="noStrike" cap="none" spc="0" normalizeH="0" baseline="0" noProof="0" dirty="0">
              <a:ln/>
              <a:effectLst/>
              <a:uLnTx/>
              <a:uFillTx/>
              <a:latin typeface="Calibri" panose="020F0502020204030204"/>
              <a:ea typeface="+mn-ea"/>
              <a:cs typeface="+mn-cs"/>
            </a:rPr>
            <a:t>This drastically reduced unauthorized access, closing security gaps.</a:t>
          </a:r>
        </a:p>
      </dgm:t>
    </dgm:pt>
    <dgm:pt modelId="{FBC3E9FF-5A5F-4BC1-A73A-764EDC17C214}" type="parTrans" cxnId="{289C93E7-F13B-4103-A593-C6D700992555}">
      <dgm:prSet/>
      <dgm:spPr/>
      <dgm:t>
        <a:bodyPr/>
        <a:lstStyle/>
        <a:p>
          <a:endParaRPr lang="en-US"/>
        </a:p>
      </dgm:t>
    </dgm:pt>
    <dgm:pt modelId="{F4FB34A8-7266-496F-9E66-B2FDC15E3F81}" type="sibTrans" cxnId="{289C93E7-F13B-4103-A593-C6D700992555}">
      <dgm:prSet/>
      <dgm:spPr/>
      <dgm:t>
        <a:bodyPr/>
        <a:lstStyle/>
        <a:p>
          <a:endParaRPr lang="en-US"/>
        </a:p>
      </dgm:t>
    </dgm:pt>
    <dgm:pt modelId="{0D487E2F-2E79-474D-970C-DC1974B95BC4}">
      <dgm:prSet/>
      <dgm:spPr/>
      <dgm:t>
        <a:bodyPr/>
        <a:lstStyle/>
        <a:p>
          <a:r>
            <a:rPr kumimoji="0" lang="en-US" b="1" i="0" u="none" strike="noStrike" cap="none" spc="0" normalizeH="0" baseline="0" noProof="0" dirty="0">
              <a:ln/>
              <a:effectLst/>
              <a:uLnTx/>
              <a:uFillTx/>
              <a:latin typeface="Calibri" panose="020F0502020204030204"/>
              <a:ea typeface="+mn-ea"/>
              <a:cs typeface="+mn-cs"/>
            </a:rPr>
            <a:t>Saviynt: </a:t>
          </a:r>
          <a:r>
            <a:rPr kumimoji="0" lang="en-US" b="0" i="0" u="none" strike="noStrike" cap="none" spc="0" normalizeH="0" baseline="0" noProof="0" dirty="0">
              <a:ln/>
              <a:effectLst/>
              <a:uLnTx/>
              <a:uFillTx/>
              <a:latin typeface="Calibri" panose="020F0502020204030204"/>
              <a:ea typeface="+mn-ea"/>
              <a:cs typeface="+mn-cs"/>
            </a:rPr>
            <a:t>Cloud-friendly IGA platform offering detailed analytics and governance for apps/databases.</a:t>
          </a:r>
        </a:p>
      </dgm:t>
    </dgm:pt>
    <dgm:pt modelId="{6D7E5478-EFE6-4B05-AD80-9D7F4C2931BC}" type="parTrans" cxnId="{AE1E8837-6AF1-48CC-8FF5-C9335123DD59}">
      <dgm:prSet/>
      <dgm:spPr/>
      <dgm:t>
        <a:bodyPr/>
        <a:lstStyle/>
        <a:p>
          <a:endParaRPr lang="en-US"/>
        </a:p>
      </dgm:t>
    </dgm:pt>
    <dgm:pt modelId="{1A57057F-8BBE-4B2D-A771-C7B4DE13D240}" type="sibTrans" cxnId="{AE1E8837-6AF1-48CC-8FF5-C9335123DD59}">
      <dgm:prSet/>
      <dgm:spPr/>
      <dgm:t>
        <a:bodyPr/>
        <a:lstStyle/>
        <a:p>
          <a:endParaRPr lang="en-US"/>
        </a:p>
      </dgm:t>
    </dgm:pt>
    <dgm:pt modelId="{B4ABCE6D-EAF3-4383-A446-EC6D612054CA}">
      <dgm:prSet/>
      <dgm:spPr/>
      <dgm:t>
        <a:bodyPr/>
        <a:lstStyle/>
        <a:p>
          <a:r>
            <a:rPr kumimoji="0" lang="en-US" b="1" i="0" u="none" strike="noStrike" cap="none" spc="0" normalizeH="0" baseline="0" noProof="0" dirty="0">
              <a:ln/>
              <a:effectLst/>
              <a:uLnTx/>
              <a:uFillTx/>
              <a:latin typeface="Calibri" panose="020F0502020204030204"/>
              <a:ea typeface="+mn-ea"/>
              <a:cs typeface="+mn-cs"/>
            </a:rPr>
            <a:t>One Identity: </a:t>
          </a:r>
          <a:r>
            <a:rPr kumimoji="0" lang="en-US" b="0" i="0" u="none" strike="noStrike" cap="none" spc="0" normalizeH="0" baseline="0" noProof="0" dirty="0">
              <a:ln/>
              <a:effectLst/>
              <a:uLnTx/>
              <a:uFillTx/>
              <a:latin typeface="Calibri" panose="020F0502020204030204"/>
              <a:ea typeface="+mn-ea"/>
              <a:cs typeface="+mn-cs"/>
            </a:rPr>
            <a:t>Offers role-based provisioning, access reviews, and compliance reporting in a unified platform.</a:t>
          </a:r>
        </a:p>
      </dgm:t>
    </dgm:pt>
    <dgm:pt modelId="{525A3A4B-9729-490E-9A5A-7DCBFA75DC6A}" type="parTrans" cxnId="{097C75CA-0070-4102-B331-C5F36311B291}">
      <dgm:prSet/>
      <dgm:spPr/>
      <dgm:t>
        <a:bodyPr/>
        <a:lstStyle/>
        <a:p>
          <a:endParaRPr lang="en-US"/>
        </a:p>
      </dgm:t>
    </dgm:pt>
    <dgm:pt modelId="{AD993081-6B26-42B4-908A-83D225DD6A7F}" type="sibTrans" cxnId="{097C75CA-0070-4102-B331-C5F36311B291}">
      <dgm:prSet/>
      <dgm:spPr/>
      <dgm:t>
        <a:bodyPr/>
        <a:lstStyle/>
        <a:p>
          <a:endParaRPr lang="en-US"/>
        </a:p>
      </dgm:t>
    </dgm:pt>
    <dgm:pt modelId="{C907BDE8-EFB7-4EF8-82B1-5594AFCFB625}">
      <dgm:prSet/>
      <dgm:spPr/>
      <dgm:t>
        <a:bodyPr/>
        <a:lstStyle/>
        <a:p>
          <a:r>
            <a:rPr kumimoji="0" lang="en-US" b="0" i="0" u="none" strike="noStrike" cap="none" spc="0" normalizeH="0" baseline="0" noProof="0">
              <a:ln/>
              <a:effectLst/>
              <a:uLnTx/>
              <a:uFillTx/>
              <a:latin typeface="Calibri" panose="020F0502020204030204"/>
              <a:ea typeface="+mn-ea"/>
              <a:cs typeface="+mn-cs"/>
            </a:rPr>
            <a:t>It brings structure and automation to user onboarding, offboarding, and privilege review.</a:t>
          </a:r>
          <a:endParaRPr lang="en-US" dirty="0">
            <a:latin typeface="Calibri" panose="020F0502020204030204"/>
          </a:endParaRPr>
        </a:p>
      </dgm:t>
    </dgm:pt>
    <dgm:pt modelId="{F08DC790-5F65-410F-88AA-A29559AEE3A5}" type="parTrans" cxnId="{21FCB1A4-4438-4590-8BC0-C7211575F189}">
      <dgm:prSet/>
      <dgm:spPr/>
      <dgm:t>
        <a:bodyPr/>
        <a:lstStyle/>
        <a:p>
          <a:endParaRPr lang="en-US"/>
        </a:p>
      </dgm:t>
    </dgm:pt>
    <dgm:pt modelId="{B577B184-11AD-42DC-A388-A6D33A152069}" type="sibTrans" cxnId="{21FCB1A4-4438-4590-8BC0-C7211575F189}">
      <dgm:prSet/>
      <dgm:spPr/>
      <dgm:t>
        <a:bodyPr/>
        <a:lstStyle/>
        <a:p>
          <a:endParaRPr lang="en-US"/>
        </a:p>
      </dgm:t>
    </dgm:pt>
    <dgm:pt modelId="{2E8B590C-4B25-44F5-AD21-26505A8F0C67}">
      <dgm:prSet/>
      <dgm:spPr/>
      <dgm:t>
        <a:bodyPr/>
        <a:lstStyle/>
        <a:p>
          <a:r>
            <a:rPr kumimoji="0" lang="en-US" b="0" i="0" u="none" strike="noStrike" cap="none" spc="0" normalizeH="0" baseline="0" noProof="0">
              <a:ln/>
              <a:effectLst/>
              <a:uLnTx/>
              <a:uFillTx/>
              <a:latin typeface="Calibri" panose="020F0502020204030204"/>
              <a:ea typeface="+mn-ea"/>
              <a:cs typeface="+mn-cs"/>
            </a:rPr>
            <a:t>A solid IGA strategy protects sensitive data while supporting business operations smoothly.</a:t>
          </a:r>
          <a:endParaRPr kumimoji="0" lang="en-US" b="0" i="0" u="none" strike="noStrike" cap="none" spc="0" normalizeH="0" baseline="0" noProof="0" dirty="0">
            <a:ln/>
            <a:effectLst/>
            <a:uLnTx/>
            <a:uFillTx/>
            <a:latin typeface="Calibri" panose="020F0502020204030204"/>
            <a:ea typeface="+mn-ea"/>
            <a:cs typeface="+mn-cs"/>
          </a:endParaRPr>
        </a:p>
      </dgm:t>
    </dgm:pt>
    <dgm:pt modelId="{DA38168E-B38B-4DE6-83FD-83282D60F668}" type="parTrans" cxnId="{07DE6FBF-4C94-4648-94FF-23CF33B9F347}">
      <dgm:prSet/>
      <dgm:spPr/>
      <dgm:t>
        <a:bodyPr/>
        <a:lstStyle/>
        <a:p>
          <a:endParaRPr lang="en-US"/>
        </a:p>
      </dgm:t>
    </dgm:pt>
    <dgm:pt modelId="{D8498D1E-20A3-4A2A-B6F0-245DC98EC4A7}" type="sibTrans" cxnId="{07DE6FBF-4C94-4648-94FF-23CF33B9F347}">
      <dgm:prSet/>
      <dgm:spPr/>
      <dgm:t>
        <a:bodyPr/>
        <a:lstStyle/>
        <a:p>
          <a:endParaRPr lang="en-US"/>
        </a:p>
      </dgm:t>
    </dgm:pt>
    <dgm:pt modelId="{EAED5755-823A-496D-89C3-615EA1300557}" type="pres">
      <dgm:prSet presAssocID="{24FC190D-613C-4FE7-BA2A-FC31F6DB812F}" presName="Name0" presStyleCnt="0">
        <dgm:presLayoutVars>
          <dgm:dir/>
          <dgm:animLvl val="lvl"/>
          <dgm:resizeHandles val="exact"/>
        </dgm:presLayoutVars>
      </dgm:prSet>
      <dgm:spPr/>
    </dgm:pt>
    <dgm:pt modelId="{ABD8CDA4-E838-4E00-BF8A-25ACA54C3A99}" type="pres">
      <dgm:prSet presAssocID="{8633710B-B97F-4E55-B097-65A8673497C9}" presName="composite" presStyleCnt="0"/>
      <dgm:spPr/>
    </dgm:pt>
    <dgm:pt modelId="{FB03452D-1ED1-4B0F-B98D-CCA7AA9B954B}" type="pres">
      <dgm:prSet presAssocID="{8633710B-B97F-4E55-B097-65A8673497C9}" presName="parTx" presStyleLbl="alignNode1" presStyleIdx="0" presStyleCnt="3">
        <dgm:presLayoutVars>
          <dgm:chMax val="0"/>
          <dgm:chPref val="0"/>
          <dgm:bulletEnabled val="1"/>
        </dgm:presLayoutVars>
      </dgm:prSet>
      <dgm:spPr/>
    </dgm:pt>
    <dgm:pt modelId="{C179FC58-2FB8-4735-92A4-DDBDCEAF16AE}" type="pres">
      <dgm:prSet presAssocID="{8633710B-B97F-4E55-B097-65A8673497C9}" presName="desTx" presStyleLbl="alignAccFollowNode1" presStyleIdx="0" presStyleCnt="3">
        <dgm:presLayoutVars>
          <dgm:bulletEnabled val="1"/>
        </dgm:presLayoutVars>
      </dgm:prSet>
      <dgm:spPr/>
    </dgm:pt>
    <dgm:pt modelId="{3FB83304-5DBF-4871-A064-D9DEFDCE53CA}" type="pres">
      <dgm:prSet presAssocID="{D7E59D74-83F2-479E-9EF8-136E435313A7}" presName="space" presStyleCnt="0"/>
      <dgm:spPr/>
    </dgm:pt>
    <dgm:pt modelId="{C95D4316-0FD4-41BC-8179-E348A2E2E6BD}" type="pres">
      <dgm:prSet presAssocID="{04750B98-A39F-4784-B3AE-7CA2F98F10A4}" presName="composite" presStyleCnt="0"/>
      <dgm:spPr/>
    </dgm:pt>
    <dgm:pt modelId="{71A1E0FE-7734-4563-8EFD-292C28ED6C09}" type="pres">
      <dgm:prSet presAssocID="{04750B98-A39F-4784-B3AE-7CA2F98F10A4}" presName="parTx" presStyleLbl="alignNode1" presStyleIdx="1" presStyleCnt="3">
        <dgm:presLayoutVars>
          <dgm:chMax val="0"/>
          <dgm:chPref val="0"/>
          <dgm:bulletEnabled val="1"/>
        </dgm:presLayoutVars>
      </dgm:prSet>
      <dgm:spPr/>
    </dgm:pt>
    <dgm:pt modelId="{BCEA4EA0-3EEE-404D-8C86-D0A66CC33264}" type="pres">
      <dgm:prSet presAssocID="{04750B98-A39F-4784-B3AE-7CA2F98F10A4}" presName="desTx" presStyleLbl="alignAccFollowNode1" presStyleIdx="1" presStyleCnt="3">
        <dgm:presLayoutVars>
          <dgm:bulletEnabled val="1"/>
        </dgm:presLayoutVars>
      </dgm:prSet>
      <dgm:spPr/>
    </dgm:pt>
    <dgm:pt modelId="{CF15C5A1-8CD7-4F24-9E33-AB3411DE4C97}" type="pres">
      <dgm:prSet presAssocID="{B748316D-5139-453B-B15D-A905CC89AF2C}" presName="space" presStyleCnt="0"/>
      <dgm:spPr/>
    </dgm:pt>
    <dgm:pt modelId="{7CC74646-5926-4440-990F-08B7864F8433}" type="pres">
      <dgm:prSet presAssocID="{3432D0A4-7F22-4D6E-8543-183989DA664B}" presName="composite" presStyleCnt="0"/>
      <dgm:spPr/>
    </dgm:pt>
    <dgm:pt modelId="{E13A303D-F69D-4DD1-BF28-D82C76F920E7}" type="pres">
      <dgm:prSet presAssocID="{3432D0A4-7F22-4D6E-8543-183989DA664B}" presName="parTx" presStyleLbl="alignNode1" presStyleIdx="2" presStyleCnt="3">
        <dgm:presLayoutVars>
          <dgm:chMax val="0"/>
          <dgm:chPref val="0"/>
          <dgm:bulletEnabled val="1"/>
        </dgm:presLayoutVars>
      </dgm:prSet>
      <dgm:spPr/>
    </dgm:pt>
    <dgm:pt modelId="{75D2B4CA-06E5-4643-8E0B-4E152EC4FD08}" type="pres">
      <dgm:prSet presAssocID="{3432D0A4-7F22-4D6E-8543-183989DA664B}" presName="desTx" presStyleLbl="alignAccFollowNode1" presStyleIdx="2" presStyleCnt="3">
        <dgm:presLayoutVars>
          <dgm:bulletEnabled val="1"/>
        </dgm:presLayoutVars>
      </dgm:prSet>
      <dgm:spPr/>
    </dgm:pt>
  </dgm:ptLst>
  <dgm:cxnLst>
    <dgm:cxn modelId="{1EF89C0A-70AD-4CDA-B2B1-2BF49B01F551}" type="presOf" srcId="{24FC190D-613C-4FE7-BA2A-FC31F6DB812F}" destId="{EAED5755-823A-496D-89C3-615EA1300557}" srcOrd="0" destOrd="0" presId="urn:microsoft.com/office/officeart/2005/8/layout/hList1"/>
    <dgm:cxn modelId="{BDA0F60D-3AAC-4E5C-9A7E-921678A95C32}" type="presOf" srcId="{0D487E2F-2E79-474D-970C-DC1974B95BC4}" destId="{BCEA4EA0-3EEE-404D-8C86-D0A66CC33264}" srcOrd="0" destOrd="1" presId="urn:microsoft.com/office/officeart/2005/8/layout/hList1"/>
    <dgm:cxn modelId="{091CA725-2AC3-4ADA-AE72-9AFCD9BB7B55}" type="presOf" srcId="{04750B98-A39F-4784-B3AE-7CA2F98F10A4}" destId="{71A1E0FE-7734-4563-8EFD-292C28ED6C09}" srcOrd="0" destOrd="0" presId="urn:microsoft.com/office/officeart/2005/8/layout/hList1"/>
    <dgm:cxn modelId="{3BDFB227-298C-4733-9C04-C0E78837D264}" type="presOf" srcId="{432E7A82-F737-40CE-9318-CBDB3D2C4252}" destId="{BCEA4EA0-3EEE-404D-8C86-D0A66CC33264}" srcOrd="0" destOrd="0" presId="urn:microsoft.com/office/officeart/2005/8/layout/hList1"/>
    <dgm:cxn modelId="{83ADF82E-C00D-4D58-AD01-606944019534}" type="presOf" srcId="{2E8B590C-4B25-44F5-AD21-26505A8F0C67}" destId="{75D2B4CA-06E5-4643-8E0B-4E152EC4FD08}" srcOrd="0" destOrd="2" presId="urn:microsoft.com/office/officeart/2005/8/layout/hList1"/>
    <dgm:cxn modelId="{AE1E8837-6AF1-48CC-8FF5-C9335123DD59}" srcId="{04750B98-A39F-4784-B3AE-7CA2F98F10A4}" destId="{0D487E2F-2E79-474D-970C-DC1974B95BC4}" srcOrd="1" destOrd="0" parTransId="{6D7E5478-EFE6-4B05-AD80-9D7F4C2931BC}" sibTransId="{1A57057F-8BBE-4B2D-A771-C7B4DE13D240}"/>
    <dgm:cxn modelId="{1BD1C13F-0EAC-4AB9-A079-3C23C68BDB49}" srcId="{8633710B-B97F-4E55-B097-65A8673497C9}" destId="{81434276-8AEC-431E-912B-6AE1A2D4B936}" srcOrd="0" destOrd="0" parTransId="{6B7ECD40-CAEF-4C3C-A6BF-B430EE7E5D85}" sibTransId="{2948B523-1D1B-4B9E-9EEB-43FCB0F2C41B}"/>
    <dgm:cxn modelId="{DAEC4C5C-D76A-4760-AAA0-DBC65C2E0CB4}" type="presOf" srcId="{B4ABCE6D-EAF3-4383-A446-EC6D612054CA}" destId="{BCEA4EA0-3EEE-404D-8C86-D0A66CC33264}" srcOrd="0" destOrd="2" presId="urn:microsoft.com/office/officeart/2005/8/layout/hList1"/>
    <dgm:cxn modelId="{EEDDF761-466C-4A2E-A0AD-D8C2FF8DED8F}" srcId="{24FC190D-613C-4FE7-BA2A-FC31F6DB812F}" destId="{8633710B-B97F-4E55-B097-65A8673497C9}" srcOrd="0" destOrd="0" parTransId="{25746157-0802-4D4E-9E32-AB3291E3A610}" sibTransId="{D7E59D74-83F2-479E-9EF8-136E435313A7}"/>
    <dgm:cxn modelId="{61E0384D-5927-4B85-9100-11A0FDDE5923}" type="presOf" srcId="{3432D0A4-7F22-4D6E-8543-183989DA664B}" destId="{E13A303D-F69D-4DD1-BF28-D82C76F920E7}" srcOrd="0" destOrd="0" presId="urn:microsoft.com/office/officeart/2005/8/layout/hList1"/>
    <dgm:cxn modelId="{AB689277-0F80-45EC-B524-5A5758CC2E3E}" type="presOf" srcId="{C907BDE8-EFB7-4EF8-82B1-5594AFCFB625}" destId="{75D2B4CA-06E5-4643-8E0B-4E152EC4FD08}" srcOrd="0" destOrd="1" presId="urn:microsoft.com/office/officeart/2005/8/layout/hList1"/>
    <dgm:cxn modelId="{5D534884-66AB-4557-AF40-6E84EB206F9B}" type="presOf" srcId="{81434276-8AEC-431E-912B-6AE1A2D4B936}" destId="{C179FC58-2FB8-4735-92A4-DDBDCEAF16AE}" srcOrd="0" destOrd="0" presId="urn:microsoft.com/office/officeart/2005/8/layout/hList1"/>
    <dgm:cxn modelId="{28241893-911B-4871-AADC-91723E44343C}" srcId="{24FC190D-613C-4FE7-BA2A-FC31F6DB812F}" destId="{04750B98-A39F-4784-B3AE-7CA2F98F10A4}" srcOrd="1" destOrd="0" parTransId="{B167AED1-6824-42D1-9D32-0CE0EA392068}" sibTransId="{B748316D-5139-453B-B15D-A905CC89AF2C}"/>
    <dgm:cxn modelId="{26A6FF9B-5F84-4D42-9D3C-ACA5E7E4F754}" type="presOf" srcId="{D1F0FF0A-0989-40EE-9B6D-1C7FE56C67DE}" destId="{C179FC58-2FB8-4735-92A4-DDBDCEAF16AE}" srcOrd="0" destOrd="2" presId="urn:microsoft.com/office/officeart/2005/8/layout/hList1"/>
    <dgm:cxn modelId="{B85DBD9F-DA67-42F8-AEF4-5D50646671F1}" type="presOf" srcId="{0C40DE27-C2B7-4239-ABF7-16AC33D89FA3}" destId="{C179FC58-2FB8-4735-92A4-DDBDCEAF16AE}" srcOrd="0" destOrd="1" presId="urn:microsoft.com/office/officeart/2005/8/layout/hList1"/>
    <dgm:cxn modelId="{21FCB1A4-4438-4590-8BC0-C7211575F189}" srcId="{3432D0A4-7F22-4D6E-8543-183989DA664B}" destId="{C907BDE8-EFB7-4EF8-82B1-5594AFCFB625}" srcOrd="1" destOrd="0" parTransId="{F08DC790-5F65-410F-88AA-A29559AEE3A5}" sibTransId="{B577B184-11AD-42DC-A388-A6D33A152069}"/>
    <dgm:cxn modelId="{D3FD53AB-C294-440C-A37C-58C360079695}" type="presOf" srcId="{8633710B-B97F-4E55-B097-65A8673497C9}" destId="{FB03452D-1ED1-4B0F-B98D-CCA7AA9B954B}" srcOrd="0" destOrd="0" presId="urn:microsoft.com/office/officeart/2005/8/layout/hList1"/>
    <dgm:cxn modelId="{A6E851BA-071D-4825-B038-62C450FC05C8}" type="presOf" srcId="{E97A2BBA-44AC-4F79-8128-845C89B6C4CD}" destId="{75D2B4CA-06E5-4643-8E0B-4E152EC4FD08}" srcOrd="0" destOrd="0" presId="urn:microsoft.com/office/officeart/2005/8/layout/hList1"/>
    <dgm:cxn modelId="{07DE6FBF-4C94-4648-94FF-23CF33B9F347}" srcId="{3432D0A4-7F22-4D6E-8543-183989DA664B}" destId="{2E8B590C-4B25-44F5-AD21-26505A8F0C67}" srcOrd="2" destOrd="0" parTransId="{DA38168E-B38B-4DE6-83FD-83282D60F668}" sibTransId="{D8498D1E-20A3-4A2A-B6F0-245DC98EC4A7}"/>
    <dgm:cxn modelId="{96523DC2-BBB8-4944-BE22-638819C6CE77}" srcId="{24FC190D-613C-4FE7-BA2A-FC31F6DB812F}" destId="{3432D0A4-7F22-4D6E-8543-183989DA664B}" srcOrd="2" destOrd="0" parTransId="{DD7047ED-DB56-481E-A96E-1A41CF318666}" sibTransId="{38AF1748-B751-499E-B322-2F42476EE5FC}"/>
    <dgm:cxn modelId="{303F03C6-D62F-4B41-AEF4-D1D9E51EF980}" srcId="{8633710B-B97F-4E55-B097-65A8673497C9}" destId="{0C40DE27-C2B7-4239-ABF7-16AC33D89FA3}" srcOrd="1" destOrd="0" parTransId="{305550AD-A459-43F6-A106-7AA978FB8DD3}" sibTransId="{1EEF650C-9A5A-47D6-BCFB-1CAA36C900F5}"/>
    <dgm:cxn modelId="{E619C2C7-D52F-4C0C-BBCE-E68A2BCEEB3C}" srcId="{04750B98-A39F-4784-B3AE-7CA2F98F10A4}" destId="{432E7A82-F737-40CE-9318-CBDB3D2C4252}" srcOrd="0" destOrd="0" parTransId="{9E681CAC-7B71-4DA6-ADB8-EAA108CB2951}" sibTransId="{F0B140CB-DC3C-490A-AC89-DF3A5ED9967C}"/>
    <dgm:cxn modelId="{097C75CA-0070-4102-B331-C5F36311B291}" srcId="{04750B98-A39F-4784-B3AE-7CA2F98F10A4}" destId="{B4ABCE6D-EAF3-4383-A446-EC6D612054CA}" srcOrd="2" destOrd="0" parTransId="{525A3A4B-9729-490E-9A5A-7DCBFA75DC6A}" sibTransId="{AD993081-6B26-42B4-908A-83D225DD6A7F}"/>
    <dgm:cxn modelId="{289C93E7-F13B-4103-A593-C6D700992555}" srcId="{8633710B-B97F-4E55-B097-65A8673497C9}" destId="{D1F0FF0A-0989-40EE-9B6D-1C7FE56C67DE}" srcOrd="2" destOrd="0" parTransId="{FBC3E9FF-5A5F-4BC1-A73A-764EDC17C214}" sibTransId="{F4FB34A8-7266-496F-9E66-B2FDC15E3F81}"/>
    <dgm:cxn modelId="{DBC6AAFB-8FEB-4C88-8147-8B35ABE86131}" srcId="{3432D0A4-7F22-4D6E-8543-183989DA664B}" destId="{E97A2BBA-44AC-4F79-8128-845C89B6C4CD}" srcOrd="0" destOrd="0" parTransId="{65AE1904-4EEF-4735-9E90-E4AF5C91FBEB}" sibTransId="{7390DF87-AEB5-4117-8E91-550BBE0D7DA8}"/>
    <dgm:cxn modelId="{D25448EA-57C2-406C-9A72-1A4FBB0CD241}" type="presParOf" srcId="{EAED5755-823A-496D-89C3-615EA1300557}" destId="{ABD8CDA4-E838-4E00-BF8A-25ACA54C3A99}" srcOrd="0" destOrd="0" presId="urn:microsoft.com/office/officeart/2005/8/layout/hList1"/>
    <dgm:cxn modelId="{765FF69D-80FC-4B05-9577-834EF4F981EF}" type="presParOf" srcId="{ABD8CDA4-E838-4E00-BF8A-25ACA54C3A99}" destId="{FB03452D-1ED1-4B0F-B98D-CCA7AA9B954B}" srcOrd="0" destOrd="0" presId="urn:microsoft.com/office/officeart/2005/8/layout/hList1"/>
    <dgm:cxn modelId="{2B352F1A-8F46-465A-B0E2-67C45FD6251E}" type="presParOf" srcId="{ABD8CDA4-E838-4E00-BF8A-25ACA54C3A99}" destId="{C179FC58-2FB8-4735-92A4-DDBDCEAF16AE}" srcOrd="1" destOrd="0" presId="urn:microsoft.com/office/officeart/2005/8/layout/hList1"/>
    <dgm:cxn modelId="{7D3E576B-9BAB-4259-B31D-4BD452B64330}" type="presParOf" srcId="{EAED5755-823A-496D-89C3-615EA1300557}" destId="{3FB83304-5DBF-4871-A064-D9DEFDCE53CA}" srcOrd="1" destOrd="0" presId="urn:microsoft.com/office/officeart/2005/8/layout/hList1"/>
    <dgm:cxn modelId="{B24AABD1-7FD4-44DE-937A-4907D95F802C}" type="presParOf" srcId="{EAED5755-823A-496D-89C3-615EA1300557}" destId="{C95D4316-0FD4-41BC-8179-E348A2E2E6BD}" srcOrd="2" destOrd="0" presId="urn:microsoft.com/office/officeart/2005/8/layout/hList1"/>
    <dgm:cxn modelId="{561377C6-A1B4-459E-BF86-9DB824752404}" type="presParOf" srcId="{C95D4316-0FD4-41BC-8179-E348A2E2E6BD}" destId="{71A1E0FE-7734-4563-8EFD-292C28ED6C09}" srcOrd="0" destOrd="0" presId="urn:microsoft.com/office/officeart/2005/8/layout/hList1"/>
    <dgm:cxn modelId="{294C86D0-6098-4E53-BD83-C7960D85E647}" type="presParOf" srcId="{C95D4316-0FD4-41BC-8179-E348A2E2E6BD}" destId="{BCEA4EA0-3EEE-404D-8C86-D0A66CC33264}" srcOrd="1" destOrd="0" presId="urn:microsoft.com/office/officeart/2005/8/layout/hList1"/>
    <dgm:cxn modelId="{61CC0212-A0AF-4DED-8C24-2F5003A90010}" type="presParOf" srcId="{EAED5755-823A-496D-89C3-615EA1300557}" destId="{CF15C5A1-8CD7-4F24-9E33-AB3411DE4C97}" srcOrd="3" destOrd="0" presId="urn:microsoft.com/office/officeart/2005/8/layout/hList1"/>
    <dgm:cxn modelId="{52950475-0B38-4A5B-8BB1-B97853CB1D9D}" type="presParOf" srcId="{EAED5755-823A-496D-89C3-615EA1300557}" destId="{7CC74646-5926-4440-990F-08B7864F8433}" srcOrd="4" destOrd="0" presId="urn:microsoft.com/office/officeart/2005/8/layout/hList1"/>
    <dgm:cxn modelId="{D902338E-2701-46CA-81C8-81232908A465}" type="presParOf" srcId="{7CC74646-5926-4440-990F-08B7864F8433}" destId="{E13A303D-F69D-4DD1-BF28-D82C76F920E7}" srcOrd="0" destOrd="0" presId="urn:microsoft.com/office/officeart/2005/8/layout/hList1"/>
    <dgm:cxn modelId="{B325934B-D874-4EF4-927F-85B849A08207}" type="presParOf" srcId="{7CC74646-5926-4440-990F-08B7864F8433}" destId="{75D2B4CA-06E5-4643-8E0B-4E152EC4FD0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1FC1FE58-BFDF-4C2A-BDF7-BAF06D8610D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75992A6E-333D-40A8-A0E8-F322F18B0F93}">
      <dgm:prSet phldrT="[Text]" custT="1"/>
      <dgm:spPr/>
      <dgm:t>
        <a:bodyPr/>
        <a:lstStyle/>
        <a:p>
          <a:r>
            <a:rPr lang="en-US" sz="2000" b="1" dirty="0"/>
            <a:t>What is PAM?</a:t>
          </a:r>
        </a:p>
      </dgm:t>
    </dgm:pt>
    <dgm:pt modelId="{A3F467D1-9035-476F-AEFD-9933D2CA960C}" type="parTrans" cxnId="{6D2751D3-CB52-46D4-A93C-0C8C48D85C15}">
      <dgm:prSet/>
      <dgm:spPr/>
      <dgm:t>
        <a:bodyPr/>
        <a:lstStyle/>
        <a:p>
          <a:endParaRPr lang="en-US"/>
        </a:p>
      </dgm:t>
    </dgm:pt>
    <dgm:pt modelId="{A959E98B-3126-4526-A9EA-04A08BDCB597}" type="sibTrans" cxnId="{6D2751D3-CB52-46D4-A93C-0C8C48D85C15}">
      <dgm:prSet/>
      <dgm:spPr/>
      <dgm:t>
        <a:bodyPr/>
        <a:lstStyle/>
        <a:p>
          <a:endParaRPr lang="en-US"/>
        </a:p>
      </dgm:t>
    </dgm:pt>
    <dgm:pt modelId="{7445F6DC-8B9D-4D65-BC1B-C5F6D7A7C55C}">
      <dgm:prSet phldrT="[Text]" custT="1"/>
      <dgm:spPr/>
      <dgm:t>
        <a:bodyPr/>
        <a:lstStyle/>
        <a:p>
          <a:r>
            <a:rPr lang="en-US" sz="1000" dirty="0"/>
            <a:t>A security strategy that controls and monitors high-level access within an organization.</a:t>
          </a:r>
        </a:p>
      </dgm:t>
    </dgm:pt>
    <dgm:pt modelId="{DD6739C7-C23A-43CD-A70A-E1496A4ABB46}" type="parTrans" cxnId="{71443B5E-7EC6-4AF1-B47D-08B841BE0E34}">
      <dgm:prSet/>
      <dgm:spPr/>
      <dgm:t>
        <a:bodyPr/>
        <a:lstStyle/>
        <a:p>
          <a:endParaRPr lang="en-US"/>
        </a:p>
      </dgm:t>
    </dgm:pt>
    <dgm:pt modelId="{E1097740-40AF-4D84-A52D-61A6371DC2A2}" type="sibTrans" cxnId="{71443B5E-7EC6-4AF1-B47D-08B841BE0E34}">
      <dgm:prSet/>
      <dgm:spPr/>
      <dgm:t>
        <a:bodyPr/>
        <a:lstStyle/>
        <a:p>
          <a:endParaRPr lang="en-US"/>
        </a:p>
      </dgm:t>
    </dgm:pt>
    <dgm:pt modelId="{D78312D1-C0E5-4561-9523-CA8D3826B4D6}">
      <dgm:prSet phldrT="[Text]" custT="1"/>
      <dgm:spPr/>
      <dgm:t>
        <a:bodyPr/>
        <a:lstStyle/>
        <a:p>
          <a:r>
            <a:rPr lang="en-US" sz="2000" b="1" dirty="0"/>
            <a:t>Why is it Important?</a:t>
          </a:r>
        </a:p>
      </dgm:t>
    </dgm:pt>
    <dgm:pt modelId="{CC222A49-3372-4AEB-8034-C9065AE817F5}" type="parTrans" cxnId="{98CEDDDF-04FE-4D2F-831F-29CCCF388E7D}">
      <dgm:prSet/>
      <dgm:spPr/>
      <dgm:t>
        <a:bodyPr/>
        <a:lstStyle/>
        <a:p>
          <a:endParaRPr lang="en-US"/>
        </a:p>
      </dgm:t>
    </dgm:pt>
    <dgm:pt modelId="{DE4E9FFB-F867-457D-BB71-E466E3D9EFF5}" type="sibTrans" cxnId="{98CEDDDF-04FE-4D2F-831F-29CCCF388E7D}">
      <dgm:prSet/>
      <dgm:spPr/>
      <dgm:t>
        <a:bodyPr/>
        <a:lstStyle/>
        <a:p>
          <a:endParaRPr lang="en-US"/>
        </a:p>
      </dgm:t>
    </dgm:pt>
    <dgm:pt modelId="{B45E5921-5537-48C5-8508-2E51CB9A6634}">
      <dgm:prSet phldrT="[Text]"/>
      <dgm:spPr/>
      <dgm:t>
        <a:bodyPr/>
        <a:lstStyle/>
        <a:p>
          <a:endParaRPr lang="en-US" sz="800" dirty="0"/>
        </a:p>
      </dgm:t>
    </dgm:pt>
    <dgm:pt modelId="{5E6E149E-7D0D-487F-9E0C-C407D6B0D561}" type="parTrans" cxnId="{495A4B7D-CBA0-4C3F-9B5B-16CEC6B77CA4}">
      <dgm:prSet/>
      <dgm:spPr/>
      <dgm:t>
        <a:bodyPr/>
        <a:lstStyle/>
        <a:p>
          <a:endParaRPr lang="en-US"/>
        </a:p>
      </dgm:t>
    </dgm:pt>
    <dgm:pt modelId="{2479453F-BA10-4119-88E3-460A56A5AF64}" type="sibTrans" cxnId="{495A4B7D-CBA0-4C3F-9B5B-16CEC6B77CA4}">
      <dgm:prSet/>
      <dgm:spPr/>
      <dgm:t>
        <a:bodyPr/>
        <a:lstStyle/>
        <a:p>
          <a:endParaRPr lang="en-US"/>
        </a:p>
      </dgm:t>
    </dgm:pt>
    <dgm:pt modelId="{F3EB0819-C75E-49C4-8056-73DAF77C412A}">
      <dgm:prSet phldrT="[Text]" custT="1"/>
      <dgm:spPr/>
      <dgm:t>
        <a:bodyPr/>
        <a:lstStyle/>
        <a:p>
          <a:r>
            <a:rPr lang="en-US" sz="2000" b="1" dirty="0"/>
            <a:t>Common Privileged Accounts</a:t>
          </a:r>
        </a:p>
      </dgm:t>
    </dgm:pt>
    <dgm:pt modelId="{E9C64C8E-5501-4581-94C9-09F0F72F0F3C}" type="parTrans" cxnId="{FBAD8F55-B1BC-43C9-9089-36CC1DB07627}">
      <dgm:prSet/>
      <dgm:spPr/>
      <dgm:t>
        <a:bodyPr/>
        <a:lstStyle/>
        <a:p>
          <a:endParaRPr lang="en-US"/>
        </a:p>
      </dgm:t>
    </dgm:pt>
    <dgm:pt modelId="{13A6B9FB-3758-430D-95FA-9454746C159A}" type="sibTrans" cxnId="{FBAD8F55-B1BC-43C9-9089-36CC1DB07627}">
      <dgm:prSet/>
      <dgm:spPr/>
      <dgm:t>
        <a:bodyPr/>
        <a:lstStyle/>
        <a:p>
          <a:endParaRPr lang="en-US"/>
        </a:p>
      </dgm:t>
    </dgm:pt>
    <dgm:pt modelId="{F8F7F39F-C4D2-48B9-9251-5E879E1C72CD}">
      <dgm:prSet phldrT="[Text]"/>
      <dgm:spPr/>
      <dgm:t>
        <a:bodyPr/>
        <a:lstStyle/>
        <a:p>
          <a:r>
            <a:rPr lang="en-US" dirty="0"/>
            <a:t>System Admin (full control of servers/networks).</a:t>
          </a:r>
        </a:p>
      </dgm:t>
    </dgm:pt>
    <dgm:pt modelId="{4208A373-4F96-4E68-BABF-5B42EACC0351}" type="parTrans" cxnId="{D2333204-EBC0-4E99-B103-9E1AF694ED70}">
      <dgm:prSet/>
      <dgm:spPr/>
      <dgm:t>
        <a:bodyPr/>
        <a:lstStyle/>
        <a:p>
          <a:endParaRPr lang="en-US"/>
        </a:p>
      </dgm:t>
    </dgm:pt>
    <dgm:pt modelId="{F7754A67-036F-4AA1-98CE-8C5268D033F9}" type="sibTrans" cxnId="{D2333204-EBC0-4E99-B103-9E1AF694ED70}">
      <dgm:prSet/>
      <dgm:spPr/>
      <dgm:t>
        <a:bodyPr/>
        <a:lstStyle/>
        <a:p>
          <a:endParaRPr lang="en-US"/>
        </a:p>
      </dgm:t>
    </dgm:pt>
    <dgm:pt modelId="{6A215ECF-792A-4708-A04D-B639D60F73DB}">
      <dgm:prSet custT="1"/>
      <dgm:spPr/>
      <dgm:t>
        <a:bodyPr/>
        <a:lstStyle/>
        <a:p>
          <a:r>
            <a:rPr lang="en-US" sz="1000" dirty="0"/>
            <a:t>Privileged accounts hold the “keys to the kingdom” — if compromised, attackers can access or damage critical systems.</a:t>
          </a:r>
        </a:p>
      </dgm:t>
    </dgm:pt>
    <dgm:pt modelId="{5695BD28-7E16-45B0-BFF6-4E2840AFD508}" type="parTrans" cxnId="{3C0AA128-B2C5-4469-9D23-6EA4B1E8BEC7}">
      <dgm:prSet/>
      <dgm:spPr/>
      <dgm:t>
        <a:bodyPr/>
        <a:lstStyle/>
        <a:p>
          <a:endParaRPr lang="en-US"/>
        </a:p>
      </dgm:t>
    </dgm:pt>
    <dgm:pt modelId="{2877F100-5485-4607-ADC7-5CA792157A69}" type="sibTrans" cxnId="{3C0AA128-B2C5-4469-9D23-6EA4B1E8BEC7}">
      <dgm:prSet/>
      <dgm:spPr/>
      <dgm:t>
        <a:bodyPr/>
        <a:lstStyle/>
        <a:p>
          <a:endParaRPr lang="en-US"/>
        </a:p>
      </dgm:t>
    </dgm:pt>
    <dgm:pt modelId="{5CCCA2A8-657D-4C5B-B112-C8EE22C3B3DE}">
      <dgm:prSet custT="1"/>
      <dgm:spPr/>
      <dgm:t>
        <a:bodyPr/>
        <a:lstStyle/>
        <a:p>
          <a:r>
            <a:rPr lang="en-US" sz="1000" dirty="0"/>
            <a:t>Focuses on “privileged” accounts with elevated permissions (e.g., administrators, root users).</a:t>
          </a:r>
        </a:p>
      </dgm:t>
    </dgm:pt>
    <dgm:pt modelId="{57EE831F-6926-4CEE-BAB0-ADA0073DB75B}" type="parTrans" cxnId="{49AA80E6-C1B5-4651-AC30-E23F49B5B7EF}">
      <dgm:prSet/>
      <dgm:spPr/>
      <dgm:t>
        <a:bodyPr/>
        <a:lstStyle/>
        <a:p>
          <a:endParaRPr lang="en-US"/>
        </a:p>
      </dgm:t>
    </dgm:pt>
    <dgm:pt modelId="{CC137498-7839-4517-91E5-99501B6809E1}" type="sibTrans" cxnId="{49AA80E6-C1B5-4651-AC30-E23F49B5B7EF}">
      <dgm:prSet/>
      <dgm:spPr/>
      <dgm:t>
        <a:bodyPr/>
        <a:lstStyle/>
        <a:p>
          <a:endParaRPr lang="en-US"/>
        </a:p>
      </dgm:t>
    </dgm:pt>
    <dgm:pt modelId="{B1C562E4-4071-43E2-BFA2-CA2EF4FDF643}">
      <dgm:prSet custT="1"/>
      <dgm:spPr/>
      <dgm:t>
        <a:bodyPr/>
        <a:lstStyle/>
        <a:p>
          <a:r>
            <a:rPr lang="en-US" sz="1000" dirty="0"/>
            <a:t>Ensures safeguards for sensitive operations, reducing the risk of major security breaches.</a:t>
          </a:r>
        </a:p>
      </dgm:t>
    </dgm:pt>
    <dgm:pt modelId="{6D72F453-A815-44B1-8F63-A2B1E2D9BC4E}" type="parTrans" cxnId="{AFF0CD45-F70E-4F3C-A3A4-82985A82FC63}">
      <dgm:prSet/>
      <dgm:spPr/>
      <dgm:t>
        <a:bodyPr/>
        <a:lstStyle/>
        <a:p>
          <a:endParaRPr lang="en-US"/>
        </a:p>
      </dgm:t>
    </dgm:pt>
    <dgm:pt modelId="{E1D9AC41-908C-4308-983D-E3889DB54B03}" type="sibTrans" cxnId="{AFF0CD45-F70E-4F3C-A3A4-82985A82FC63}">
      <dgm:prSet/>
      <dgm:spPr/>
      <dgm:t>
        <a:bodyPr/>
        <a:lstStyle/>
        <a:p>
          <a:endParaRPr lang="en-US"/>
        </a:p>
      </dgm:t>
    </dgm:pt>
    <dgm:pt modelId="{97CC0E4A-E7CD-48B0-A54F-FCC27453E605}">
      <dgm:prSet custT="1"/>
      <dgm:spPr/>
      <dgm:t>
        <a:bodyPr/>
        <a:lstStyle/>
        <a:p>
          <a:r>
            <a:rPr lang="en-US" sz="1000" dirty="0"/>
            <a:t>Helps meet compliance requirements (SOX, GDPR, etc.) by managing who can access critical data.</a:t>
          </a:r>
        </a:p>
      </dgm:t>
    </dgm:pt>
    <dgm:pt modelId="{3B823F24-AA63-4AFB-A473-043AF7D4F859}" type="parTrans" cxnId="{145DBE0E-98C1-4B0C-9C39-22D6FB5BF450}">
      <dgm:prSet/>
      <dgm:spPr/>
      <dgm:t>
        <a:bodyPr/>
        <a:lstStyle/>
        <a:p>
          <a:endParaRPr lang="en-US"/>
        </a:p>
      </dgm:t>
    </dgm:pt>
    <dgm:pt modelId="{38B6B618-FB4D-4958-931C-0FF3427E7E95}" type="sibTrans" cxnId="{145DBE0E-98C1-4B0C-9C39-22D6FB5BF450}">
      <dgm:prSet/>
      <dgm:spPr/>
      <dgm:t>
        <a:bodyPr/>
        <a:lstStyle/>
        <a:p>
          <a:endParaRPr lang="en-US"/>
        </a:p>
      </dgm:t>
    </dgm:pt>
    <dgm:pt modelId="{6A29FB78-6FF1-4469-8F34-89F37BCB8457}">
      <dgm:prSet/>
      <dgm:spPr/>
      <dgm:t>
        <a:bodyPr/>
        <a:lstStyle/>
        <a:p>
          <a:r>
            <a:rPr lang="en-US" dirty="0"/>
            <a:t>Database Admin (access to entire databases).</a:t>
          </a:r>
        </a:p>
      </dgm:t>
    </dgm:pt>
    <dgm:pt modelId="{C95FB3C7-1A5F-4595-97A8-E2C55ED45BD0}" type="parTrans" cxnId="{260257EA-C020-48B8-B312-3D2360B3578F}">
      <dgm:prSet/>
      <dgm:spPr/>
      <dgm:t>
        <a:bodyPr/>
        <a:lstStyle/>
        <a:p>
          <a:endParaRPr lang="en-US"/>
        </a:p>
      </dgm:t>
    </dgm:pt>
    <dgm:pt modelId="{DED3733B-AFFA-4A6B-9AAC-478C688962DF}" type="sibTrans" cxnId="{260257EA-C020-48B8-B312-3D2360B3578F}">
      <dgm:prSet/>
      <dgm:spPr/>
      <dgm:t>
        <a:bodyPr/>
        <a:lstStyle/>
        <a:p>
          <a:endParaRPr lang="en-US"/>
        </a:p>
      </dgm:t>
    </dgm:pt>
    <dgm:pt modelId="{D3CB1879-777C-4D6F-A872-D238BC1F7A76}">
      <dgm:prSet/>
      <dgm:spPr/>
      <dgm:t>
        <a:bodyPr/>
        <a:lstStyle/>
        <a:p>
          <a:r>
            <a:rPr lang="en-US" dirty="0"/>
            <a:t>Application Admin (manages critical software platforms).</a:t>
          </a:r>
        </a:p>
      </dgm:t>
    </dgm:pt>
    <dgm:pt modelId="{54A697FC-BB58-45B2-9AED-03EFC34B0201}" type="parTrans" cxnId="{6BD18B34-B147-436E-A367-5E49BD93B6EC}">
      <dgm:prSet/>
      <dgm:spPr/>
      <dgm:t>
        <a:bodyPr/>
        <a:lstStyle/>
        <a:p>
          <a:endParaRPr lang="en-US"/>
        </a:p>
      </dgm:t>
    </dgm:pt>
    <dgm:pt modelId="{37343356-B01F-4C97-BDE8-FD256131E2E5}" type="sibTrans" cxnId="{6BD18B34-B147-436E-A367-5E49BD93B6EC}">
      <dgm:prSet/>
      <dgm:spPr/>
      <dgm:t>
        <a:bodyPr/>
        <a:lstStyle/>
        <a:p>
          <a:endParaRPr lang="en-US"/>
        </a:p>
      </dgm:t>
    </dgm:pt>
    <dgm:pt modelId="{29BF8619-736C-4E0F-8F2F-FB8FB833DB4B}">
      <dgm:prSet custT="1"/>
      <dgm:spPr/>
      <dgm:t>
        <a:bodyPr/>
        <a:lstStyle/>
        <a:p>
          <a:r>
            <a:rPr lang="en-US" sz="2000" b="1" dirty="0"/>
            <a:t>Key Benefits of PAM</a:t>
          </a:r>
        </a:p>
      </dgm:t>
    </dgm:pt>
    <dgm:pt modelId="{DD67BBCD-9661-4949-B7AD-35684569C4A4}" type="parTrans" cxnId="{E17AFB0F-4F08-4FEB-ABDF-0ED9D2639B8E}">
      <dgm:prSet/>
      <dgm:spPr/>
      <dgm:t>
        <a:bodyPr/>
        <a:lstStyle/>
        <a:p>
          <a:endParaRPr lang="en-US"/>
        </a:p>
      </dgm:t>
    </dgm:pt>
    <dgm:pt modelId="{793672EB-AEE6-40C0-B24B-AB89486CEE0E}" type="sibTrans" cxnId="{E17AFB0F-4F08-4FEB-ABDF-0ED9D2639B8E}">
      <dgm:prSet/>
      <dgm:spPr/>
      <dgm:t>
        <a:bodyPr/>
        <a:lstStyle/>
        <a:p>
          <a:endParaRPr lang="en-US"/>
        </a:p>
      </dgm:t>
    </dgm:pt>
    <dgm:pt modelId="{5ACE65D1-4673-497C-ADA6-68B1C55F3320}">
      <dgm:prSet/>
      <dgm:spPr/>
      <dgm:t>
        <a:bodyPr/>
        <a:lstStyle/>
        <a:p>
          <a:endParaRPr lang="en-US"/>
        </a:p>
      </dgm:t>
    </dgm:pt>
    <dgm:pt modelId="{9D48E2A3-0025-4CEC-88AB-851FA44725E1}" type="parTrans" cxnId="{FE004BE2-A621-4E70-B1C2-54B80A448899}">
      <dgm:prSet/>
      <dgm:spPr/>
      <dgm:t>
        <a:bodyPr/>
        <a:lstStyle/>
        <a:p>
          <a:endParaRPr lang="en-US"/>
        </a:p>
      </dgm:t>
    </dgm:pt>
    <dgm:pt modelId="{FB973C34-AF29-4E42-9D8F-F730C24D72CE}" type="sibTrans" cxnId="{FE004BE2-A621-4E70-B1C2-54B80A448899}">
      <dgm:prSet/>
      <dgm:spPr/>
      <dgm:t>
        <a:bodyPr/>
        <a:lstStyle/>
        <a:p>
          <a:endParaRPr lang="en-US"/>
        </a:p>
      </dgm:t>
    </dgm:pt>
    <dgm:pt modelId="{35D812CF-52F7-4A1F-B9BB-2700E4F71AE7}">
      <dgm:prSet/>
      <dgm:spPr/>
      <dgm:t>
        <a:bodyPr/>
        <a:lstStyle/>
        <a:p>
          <a:r>
            <a:rPr lang="en-US" dirty="0"/>
            <a:t>Stronger Security: Reduces chances of malicious insiders or external threats gaining full control.</a:t>
          </a:r>
        </a:p>
      </dgm:t>
    </dgm:pt>
    <dgm:pt modelId="{C4BDA2DA-4BD5-4378-AF69-5C62913E134E}" type="parTrans" cxnId="{54450EE8-3B3D-4AD2-BEB7-08966FAAA94E}">
      <dgm:prSet/>
      <dgm:spPr/>
      <dgm:t>
        <a:bodyPr/>
        <a:lstStyle/>
        <a:p>
          <a:endParaRPr lang="en-US"/>
        </a:p>
      </dgm:t>
    </dgm:pt>
    <dgm:pt modelId="{AD8A2A55-B56A-40F8-A8DD-FFB959C39638}" type="sibTrans" cxnId="{54450EE8-3B3D-4AD2-BEB7-08966FAAA94E}">
      <dgm:prSet/>
      <dgm:spPr/>
      <dgm:t>
        <a:bodyPr/>
        <a:lstStyle/>
        <a:p>
          <a:endParaRPr lang="en-US"/>
        </a:p>
      </dgm:t>
    </dgm:pt>
    <dgm:pt modelId="{C689EEDF-B898-4874-84FD-AF89926C14B9}">
      <dgm:prSet/>
      <dgm:spPr/>
      <dgm:t>
        <a:bodyPr/>
        <a:lstStyle/>
        <a:p>
          <a:r>
            <a:rPr lang="en-US" dirty="0"/>
            <a:t>Better Accountability: Clear records of “who did what” on sensitive systems.</a:t>
          </a:r>
        </a:p>
      </dgm:t>
    </dgm:pt>
    <dgm:pt modelId="{E895F005-830C-4590-A382-03C701FD62AB}" type="parTrans" cxnId="{71B2DA98-3A3E-45E0-8844-668C0F72B1D0}">
      <dgm:prSet/>
      <dgm:spPr/>
      <dgm:t>
        <a:bodyPr/>
        <a:lstStyle/>
        <a:p>
          <a:endParaRPr lang="en-US"/>
        </a:p>
      </dgm:t>
    </dgm:pt>
    <dgm:pt modelId="{DF21971E-CDEB-4725-9AD7-B276147BFAC3}" type="sibTrans" cxnId="{71B2DA98-3A3E-45E0-8844-668C0F72B1D0}">
      <dgm:prSet/>
      <dgm:spPr/>
      <dgm:t>
        <a:bodyPr/>
        <a:lstStyle/>
        <a:p>
          <a:endParaRPr lang="en-US"/>
        </a:p>
      </dgm:t>
    </dgm:pt>
    <dgm:pt modelId="{F2FF64C3-9281-4456-8887-E2E2FD82F480}">
      <dgm:prSet/>
      <dgm:spPr/>
      <dgm:t>
        <a:bodyPr/>
        <a:lstStyle/>
        <a:p>
          <a:r>
            <a:rPr lang="en-US" dirty="0"/>
            <a:t>Simplified Auditing: Centralized logging for compliance and incident investigations.</a:t>
          </a:r>
        </a:p>
      </dgm:t>
    </dgm:pt>
    <dgm:pt modelId="{22D7772B-1FB9-40A7-9469-C067BD4F0D23}" type="parTrans" cxnId="{D9E29AED-62A6-4CE9-87E2-D0F7BEE64010}">
      <dgm:prSet/>
      <dgm:spPr/>
      <dgm:t>
        <a:bodyPr/>
        <a:lstStyle/>
        <a:p>
          <a:endParaRPr lang="en-US"/>
        </a:p>
      </dgm:t>
    </dgm:pt>
    <dgm:pt modelId="{AAB784C6-48CD-44DB-B92D-2FB95456479B}" type="sibTrans" cxnId="{D9E29AED-62A6-4CE9-87E2-D0F7BEE64010}">
      <dgm:prSet/>
      <dgm:spPr/>
      <dgm:t>
        <a:bodyPr/>
        <a:lstStyle/>
        <a:p>
          <a:endParaRPr lang="en-US"/>
        </a:p>
      </dgm:t>
    </dgm:pt>
    <dgm:pt modelId="{7F4C6C52-DBE4-4365-A301-514B90F3D89F}" type="pres">
      <dgm:prSet presAssocID="{1FC1FE58-BFDF-4C2A-BDF7-BAF06D8610D0}" presName="Name0" presStyleCnt="0">
        <dgm:presLayoutVars>
          <dgm:dir/>
          <dgm:animLvl val="lvl"/>
          <dgm:resizeHandles val="exact"/>
        </dgm:presLayoutVars>
      </dgm:prSet>
      <dgm:spPr/>
    </dgm:pt>
    <dgm:pt modelId="{CF569ECA-01AC-4CE0-8A05-9310FE21CB5F}" type="pres">
      <dgm:prSet presAssocID="{75992A6E-333D-40A8-A0E8-F322F18B0F93}" presName="linNode" presStyleCnt="0"/>
      <dgm:spPr/>
    </dgm:pt>
    <dgm:pt modelId="{98A80F7A-8434-438D-9B3C-8B96EAFCE853}" type="pres">
      <dgm:prSet presAssocID="{75992A6E-333D-40A8-A0E8-F322F18B0F93}" presName="parentText" presStyleLbl="node1" presStyleIdx="0" presStyleCnt="4">
        <dgm:presLayoutVars>
          <dgm:chMax val="1"/>
          <dgm:bulletEnabled val="1"/>
        </dgm:presLayoutVars>
      </dgm:prSet>
      <dgm:spPr/>
    </dgm:pt>
    <dgm:pt modelId="{595CAAB2-4B0A-417A-92D0-CFF8DD65345A}" type="pres">
      <dgm:prSet presAssocID="{75992A6E-333D-40A8-A0E8-F322F18B0F93}" presName="descendantText" presStyleLbl="alignAccFollowNode1" presStyleIdx="0" presStyleCnt="4">
        <dgm:presLayoutVars>
          <dgm:bulletEnabled val="1"/>
        </dgm:presLayoutVars>
      </dgm:prSet>
      <dgm:spPr/>
    </dgm:pt>
    <dgm:pt modelId="{30BC43BA-9A33-4D05-88D9-4B77573D8227}" type="pres">
      <dgm:prSet presAssocID="{A959E98B-3126-4526-A9EA-04A08BDCB597}" presName="sp" presStyleCnt="0"/>
      <dgm:spPr/>
    </dgm:pt>
    <dgm:pt modelId="{8A0EF57D-90C4-42A7-9B05-3C21D3F89D42}" type="pres">
      <dgm:prSet presAssocID="{D78312D1-C0E5-4561-9523-CA8D3826B4D6}" presName="linNode" presStyleCnt="0"/>
      <dgm:spPr/>
    </dgm:pt>
    <dgm:pt modelId="{86070A82-A761-4669-85EE-25FB5DB75320}" type="pres">
      <dgm:prSet presAssocID="{D78312D1-C0E5-4561-9523-CA8D3826B4D6}" presName="parentText" presStyleLbl="node1" presStyleIdx="1" presStyleCnt="4">
        <dgm:presLayoutVars>
          <dgm:chMax val="1"/>
          <dgm:bulletEnabled val="1"/>
        </dgm:presLayoutVars>
      </dgm:prSet>
      <dgm:spPr/>
    </dgm:pt>
    <dgm:pt modelId="{2EFAF58C-5374-4F94-A8B3-D3734150E13C}" type="pres">
      <dgm:prSet presAssocID="{D78312D1-C0E5-4561-9523-CA8D3826B4D6}" presName="descendantText" presStyleLbl="alignAccFollowNode1" presStyleIdx="1" presStyleCnt="4">
        <dgm:presLayoutVars>
          <dgm:bulletEnabled val="1"/>
        </dgm:presLayoutVars>
      </dgm:prSet>
      <dgm:spPr/>
    </dgm:pt>
    <dgm:pt modelId="{5DC0569A-83E8-40C3-AFF4-180C3EC7058D}" type="pres">
      <dgm:prSet presAssocID="{DE4E9FFB-F867-457D-BB71-E466E3D9EFF5}" presName="sp" presStyleCnt="0"/>
      <dgm:spPr/>
    </dgm:pt>
    <dgm:pt modelId="{2B59F396-06B1-4C6F-BC2C-194B6465432F}" type="pres">
      <dgm:prSet presAssocID="{F3EB0819-C75E-49C4-8056-73DAF77C412A}" presName="linNode" presStyleCnt="0"/>
      <dgm:spPr/>
    </dgm:pt>
    <dgm:pt modelId="{01C4A589-F1DF-48F0-84EF-D1690C67BE3A}" type="pres">
      <dgm:prSet presAssocID="{F3EB0819-C75E-49C4-8056-73DAF77C412A}" presName="parentText" presStyleLbl="node1" presStyleIdx="2" presStyleCnt="4">
        <dgm:presLayoutVars>
          <dgm:chMax val="1"/>
          <dgm:bulletEnabled val="1"/>
        </dgm:presLayoutVars>
      </dgm:prSet>
      <dgm:spPr/>
    </dgm:pt>
    <dgm:pt modelId="{8EC659A4-B3B0-481D-ABBB-B74938376DF0}" type="pres">
      <dgm:prSet presAssocID="{F3EB0819-C75E-49C4-8056-73DAF77C412A}" presName="descendantText" presStyleLbl="alignAccFollowNode1" presStyleIdx="2" presStyleCnt="4">
        <dgm:presLayoutVars>
          <dgm:bulletEnabled val="1"/>
        </dgm:presLayoutVars>
      </dgm:prSet>
      <dgm:spPr/>
    </dgm:pt>
    <dgm:pt modelId="{5F030A8B-4C96-48A4-AF66-AB75EAE0165C}" type="pres">
      <dgm:prSet presAssocID="{13A6B9FB-3758-430D-95FA-9454746C159A}" presName="sp" presStyleCnt="0"/>
      <dgm:spPr/>
    </dgm:pt>
    <dgm:pt modelId="{B0CA9B61-700B-4011-A8F9-E20C4645A788}" type="pres">
      <dgm:prSet presAssocID="{29BF8619-736C-4E0F-8F2F-FB8FB833DB4B}" presName="linNode" presStyleCnt="0"/>
      <dgm:spPr/>
    </dgm:pt>
    <dgm:pt modelId="{06D499EE-F60B-43D8-AE1B-A8138E7E18E5}" type="pres">
      <dgm:prSet presAssocID="{29BF8619-736C-4E0F-8F2F-FB8FB833DB4B}" presName="parentText" presStyleLbl="node1" presStyleIdx="3" presStyleCnt="4">
        <dgm:presLayoutVars>
          <dgm:chMax val="1"/>
          <dgm:bulletEnabled val="1"/>
        </dgm:presLayoutVars>
      </dgm:prSet>
      <dgm:spPr/>
    </dgm:pt>
    <dgm:pt modelId="{716D2E05-E5A1-484E-AABF-57DA71493E34}" type="pres">
      <dgm:prSet presAssocID="{29BF8619-736C-4E0F-8F2F-FB8FB833DB4B}" presName="descendantText" presStyleLbl="alignAccFollowNode1" presStyleIdx="3" presStyleCnt="4">
        <dgm:presLayoutVars>
          <dgm:bulletEnabled val="1"/>
        </dgm:presLayoutVars>
      </dgm:prSet>
      <dgm:spPr/>
    </dgm:pt>
  </dgm:ptLst>
  <dgm:cxnLst>
    <dgm:cxn modelId="{8A4DFB01-8ABE-4621-8D81-3D5B60EF9FFB}" type="presOf" srcId="{75992A6E-333D-40A8-A0E8-F322F18B0F93}" destId="{98A80F7A-8434-438D-9B3C-8B96EAFCE853}" srcOrd="0" destOrd="0" presId="urn:microsoft.com/office/officeart/2005/8/layout/vList5"/>
    <dgm:cxn modelId="{D2333204-EBC0-4E99-B103-9E1AF694ED70}" srcId="{F3EB0819-C75E-49C4-8056-73DAF77C412A}" destId="{F8F7F39F-C4D2-48B9-9251-5E879E1C72CD}" srcOrd="0" destOrd="0" parTransId="{4208A373-4F96-4E68-BABF-5B42EACC0351}" sibTransId="{F7754A67-036F-4AA1-98CE-8C5268D033F9}"/>
    <dgm:cxn modelId="{5FE0B404-1BB4-48E2-9270-8639BE890D01}" type="presOf" srcId="{6A215ECF-792A-4708-A04D-B639D60F73DB}" destId="{2EFAF58C-5374-4F94-A8B3-D3734150E13C}" srcOrd="0" destOrd="1" presId="urn:microsoft.com/office/officeart/2005/8/layout/vList5"/>
    <dgm:cxn modelId="{145DBE0E-98C1-4B0C-9C39-22D6FB5BF450}" srcId="{D78312D1-C0E5-4561-9523-CA8D3826B4D6}" destId="{97CC0E4A-E7CD-48B0-A54F-FCC27453E605}" srcOrd="3" destOrd="0" parTransId="{3B823F24-AA63-4AFB-A473-043AF7D4F859}" sibTransId="{38B6B618-FB4D-4958-931C-0FF3427E7E95}"/>
    <dgm:cxn modelId="{E17AFB0F-4F08-4FEB-ABDF-0ED9D2639B8E}" srcId="{1FC1FE58-BFDF-4C2A-BDF7-BAF06D8610D0}" destId="{29BF8619-736C-4E0F-8F2F-FB8FB833DB4B}" srcOrd="3" destOrd="0" parTransId="{DD67BBCD-9661-4949-B7AD-35684569C4A4}" sibTransId="{793672EB-AEE6-40C0-B24B-AB89486CEE0E}"/>
    <dgm:cxn modelId="{04FA3726-DA7D-43A1-8D13-9122EAEF7910}" type="presOf" srcId="{97CC0E4A-E7CD-48B0-A54F-FCC27453E605}" destId="{2EFAF58C-5374-4F94-A8B3-D3734150E13C}" srcOrd="0" destOrd="3" presId="urn:microsoft.com/office/officeart/2005/8/layout/vList5"/>
    <dgm:cxn modelId="{2D320F27-CE65-44D5-B6E4-2E068A2722AB}" type="presOf" srcId="{B45E5921-5537-48C5-8508-2E51CB9A6634}" destId="{2EFAF58C-5374-4F94-A8B3-D3734150E13C}" srcOrd="0" destOrd="0" presId="urn:microsoft.com/office/officeart/2005/8/layout/vList5"/>
    <dgm:cxn modelId="{3C0AA128-B2C5-4469-9D23-6EA4B1E8BEC7}" srcId="{D78312D1-C0E5-4561-9523-CA8D3826B4D6}" destId="{6A215ECF-792A-4708-A04D-B639D60F73DB}" srcOrd="1" destOrd="0" parTransId="{5695BD28-7E16-45B0-BFF6-4E2840AFD508}" sibTransId="{2877F100-5485-4607-ADC7-5CA792157A69}"/>
    <dgm:cxn modelId="{D3C22333-8E4F-40A0-81BC-DB55B9B59BA1}" type="presOf" srcId="{D78312D1-C0E5-4561-9523-CA8D3826B4D6}" destId="{86070A82-A761-4669-85EE-25FB5DB75320}" srcOrd="0" destOrd="0" presId="urn:microsoft.com/office/officeart/2005/8/layout/vList5"/>
    <dgm:cxn modelId="{6BD18B34-B147-436E-A367-5E49BD93B6EC}" srcId="{F3EB0819-C75E-49C4-8056-73DAF77C412A}" destId="{D3CB1879-777C-4D6F-A872-D238BC1F7A76}" srcOrd="2" destOrd="0" parTransId="{54A697FC-BB58-45B2-9AED-03EFC34B0201}" sibTransId="{37343356-B01F-4C97-BDE8-FD256131E2E5}"/>
    <dgm:cxn modelId="{88934737-A043-4269-BE75-CB09E3188DB3}" type="presOf" srcId="{F2FF64C3-9281-4456-8887-E2E2FD82F480}" destId="{716D2E05-E5A1-484E-AABF-57DA71493E34}" srcOrd="0" destOrd="3" presId="urn:microsoft.com/office/officeart/2005/8/layout/vList5"/>
    <dgm:cxn modelId="{71443B5E-7EC6-4AF1-B47D-08B841BE0E34}" srcId="{75992A6E-333D-40A8-A0E8-F322F18B0F93}" destId="{7445F6DC-8B9D-4D65-BC1B-C5F6D7A7C55C}" srcOrd="0" destOrd="0" parTransId="{DD6739C7-C23A-43CD-A70A-E1496A4ABB46}" sibTransId="{E1097740-40AF-4D84-A52D-61A6371DC2A2}"/>
    <dgm:cxn modelId="{AFF0CD45-F70E-4F3C-A3A4-82985A82FC63}" srcId="{D78312D1-C0E5-4561-9523-CA8D3826B4D6}" destId="{B1C562E4-4071-43E2-BFA2-CA2EF4FDF643}" srcOrd="2" destOrd="0" parTransId="{6D72F453-A815-44B1-8F63-A2B1E2D9BC4E}" sibTransId="{E1D9AC41-908C-4308-983D-E3889DB54B03}"/>
    <dgm:cxn modelId="{ACDAE34E-DC5D-4A04-97C3-9BB312E8C927}" type="presOf" srcId="{6A29FB78-6FF1-4469-8F34-89F37BCB8457}" destId="{8EC659A4-B3B0-481D-ABBB-B74938376DF0}" srcOrd="0" destOrd="1" presId="urn:microsoft.com/office/officeart/2005/8/layout/vList5"/>
    <dgm:cxn modelId="{FBAD8F55-B1BC-43C9-9089-36CC1DB07627}" srcId="{1FC1FE58-BFDF-4C2A-BDF7-BAF06D8610D0}" destId="{F3EB0819-C75E-49C4-8056-73DAF77C412A}" srcOrd="2" destOrd="0" parTransId="{E9C64C8E-5501-4581-94C9-09F0F72F0F3C}" sibTransId="{13A6B9FB-3758-430D-95FA-9454746C159A}"/>
    <dgm:cxn modelId="{A9B80277-3A6E-43BA-8F4B-BBD28182FA60}" type="presOf" srcId="{F8F7F39F-C4D2-48B9-9251-5E879E1C72CD}" destId="{8EC659A4-B3B0-481D-ABBB-B74938376DF0}" srcOrd="0" destOrd="0" presId="urn:microsoft.com/office/officeart/2005/8/layout/vList5"/>
    <dgm:cxn modelId="{4535C878-4541-4BD4-851E-013095FADC4E}" type="presOf" srcId="{7445F6DC-8B9D-4D65-BC1B-C5F6D7A7C55C}" destId="{595CAAB2-4B0A-417A-92D0-CFF8DD65345A}" srcOrd="0" destOrd="0" presId="urn:microsoft.com/office/officeart/2005/8/layout/vList5"/>
    <dgm:cxn modelId="{415D3C7C-AA51-4128-A4F5-C1E5B6D25C07}" type="presOf" srcId="{B1C562E4-4071-43E2-BFA2-CA2EF4FDF643}" destId="{2EFAF58C-5374-4F94-A8B3-D3734150E13C}" srcOrd="0" destOrd="2" presId="urn:microsoft.com/office/officeart/2005/8/layout/vList5"/>
    <dgm:cxn modelId="{495A4B7D-CBA0-4C3F-9B5B-16CEC6B77CA4}" srcId="{D78312D1-C0E5-4561-9523-CA8D3826B4D6}" destId="{B45E5921-5537-48C5-8508-2E51CB9A6634}" srcOrd="0" destOrd="0" parTransId="{5E6E149E-7D0D-487F-9E0C-C407D6B0D561}" sibTransId="{2479453F-BA10-4119-88E3-460A56A5AF64}"/>
    <dgm:cxn modelId="{71B2DA98-3A3E-45E0-8844-668C0F72B1D0}" srcId="{29BF8619-736C-4E0F-8F2F-FB8FB833DB4B}" destId="{C689EEDF-B898-4874-84FD-AF89926C14B9}" srcOrd="2" destOrd="0" parTransId="{E895F005-830C-4590-A382-03C701FD62AB}" sibTransId="{DF21971E-CDEB-4725-9AD7-B276147BFAC3}"/>
    <dgm:cxn modelId="{C3F7C7A3-4A04-439E-A9A4-E1236344E681}" type="presOf" srcId="{5CCCA2A8-657D-4C5B-B112-C8EE22C3B3DE}" destId="{595CAAB2-4B0A-417A-92D0-CFF8DD65345A}" srcOrd="0" destOrd="1" presId="urn:microsoft.com/office/officeart/2005/8/layout/vList5"/>
    <dgm:cxn modelId="{C25D82BC-A4DD-4D61-9725-8A825DCBD53F}" type="presOf" srcId="{C689EEDF-B898-4874-84FD-AF89926C14B9}" destId="{716D2E05-E5A1-484E-AABF-57DA71493E34}" srcOrd="0" destOrd="2" presId="urn:microsoft.com/office/officeart/2005/8/layout/vList5"/>
    <dgm:cxn modelId="{CCDDDBC0-51D4-4A3D-8EBB-F88642FAA4AB}" type="presOf" srcId="{1FC1FE58-BFDF-4C2A-BDF7-BAF06D8610D0}" destId="{7F4C6C52-DBE4-4365-A301-514B90F3D89F}" srcOrd="0" destOrd="0" presId="urn:microsoft.com/office/officeart/2005/8/layout/vList5"/>
    <dgm:cxn modelId="{6D2751D3-CB52-46D4-A93C-0C8C48D85C15}" srcId="{1FC1FE58-BFDF-4C2A-BDF7-BAF06D8610D0}" destId="{75992A6E-333D-40A8-A0E8-F322F18B0F93}" srcOrd="0" destOrd="0" parTransId="{A3F467D1-9035-476F-AEFD-9933D2CA960C}" sibTransId="{A959E98B-3126-4526-A9EA-04A08BDCB597}"/>
    <dgm:cxn modelId="{3C71E4D9-416A-47D4-8FA3-60B64606E2B9}" type="presOf" srcId="{35D812CF-52F7-4A1F-B9BB-2700E4F71AE7}" destId="{716D2E05-E5A1-484E-AABF-57DA71493E34}" srcOrd="0" destOrd="1" presId="urn:microsoft.com/office/officeart/2005/8/layout/vList5"/>
    <dgm:cxn modelId="{98CEDDDF-04FE-4D2F-831F-29CCCF388E7D}" srcId="{1FC1FE58-BFDF-4C2A-BDF7-BAF06D8610D0}" destId="{D78312D1-C0E5-4561-9523-CA8D3826B4D6}" srcOrd="1" destOrd="0" parTransId="{CC222A49-3372-4AEB-8034-C9065AE817F5}" sibTransId="{DE4E9FFB-F867-457D-BB71-E466E3D9EFF5}"/>
    <dgm:cxn modelId="{FE004BE2-A621-4E70-B1C2-54B80A448899}" srcId="{29BF8619-736C-4E0F-8F2F-FB8FB833DB4B}" destId="{5ACE65D1-4673-497C-ADA6-68B1C55F3320}" srcOrd="0" destOrd="0" parTransId="{9D48E2A3-0025-4CEC-88AB-851FA44725E1}" sibTransId="{FB973C34-AF29-4E42-9D8F-F730C24D72CE}"/>
    <dgm:cxn modelId="{49AA80E6-C1B5-4651-AC30-E23F49B5B7EF}" srcId="{75992A6E-333D-40A8-A0E8-F322F18B0F93}" destId="{5CCCA2A8-657D-4C5B-B112-C8EE22C3B3DE}" srcOrd="1" destOrd="0" parTransId="{57EE831F-6926-4CEE-BAB0-ADA0073DB75B}" sibTransId="{CC137498-7839-4517-91E5-99501B6809E1}"/>
    <dgm:cxn modelId="{54450EE8-3B3D-4AD2-BEB7-08966FAAA94E}" srcId="{29BF8619-736C-4E0F-8F2F-FB8FB833DB4B}" destId="{35D812CF-52F7-4A1F-B9BB-2700E4F71AE7}" srcOrd="1" destOrd="0" parTransId="{C4BDA2DA-4BD5-4378-AF69-5C62913E134E}" sibTransId="{AD8A2A55-B56A-40F8-A8DD-FFB959C39638}"/>
    <dgm:cxn modelId="{260257EA-C020-48B8-B312-3D2360B3578F}" srcId="{F3EB0819-C75E-49C4-8056-73DAF77C412A}" destId="{6A29FB78-6FF1-4469-8F34-89F37BCB8457}" srcOrd="1" destOrd="0" parTransId="{C95FB3C7-1A5F-4595-97A8-E2C55ED45BD0}" sibTransId="{DED3733B-AFFA-4A6B-9AAC-478C688962DF}"/>
    <dgm:cxn modelId="{D9E29AED-62A6-4CE9-87E2-D0F7BEE64010}" srcId="{29BF8619-736C-4E0F-8F2F-FB8FB833DB4B}" destId="{F2FF64C3-9281-4456-8887-E2E2FD82F480}" srcOrd="3" destOrd="0" parTransId="{22D7772B-1FB9-40A7-9469-C067BD4F0D23}" sibTransId="{AAB784C6-48CD-44DB-B92D-2FB95456479B}"/>
    <dgm:cxn modelId="{A3CF4EF6-8165-4A2A-ACBB-48448252CF44}" type="presOf" srcId="{5ACE65D1-4673-497C-ADA6-68B1C55F3320}" destId="{716D2E05-E5A1-484E-AABF-57DA71493E34}" srcOrd="0" destOrd="0" presId="urn:microsoft.com/office/officeart/2005/8/layout/vList5"/>
    <dgm:cxn modelId="{43F738FB-17CB-4590-9F0F-46DBEDE532C9}" type="presOf" srcId="{F3EB0819-C75E-49C4-8056-73DAF77C412A}" destId="{01C4A589-F1DF-48F0-84EF-D1690C67BE3A}" srcOrd="0" destOrd="0" presId="urn:microsoft.com/office/officeart/2005/8/layout/vList5"/>
    <dgm:cxn modelId="{08F5DAFB-4DCD-4D7D-8A62-0417E0AC6BEE}" type="presOf" srcId="{29BF8619-736C-4E0F-8F2F-FB8FB833DB4B}" destId="{06D499EE-F60B-43D8-AE1B-A8138E7E18E5}" srcOrd="0" destOrd="0" presId="urn:microsoft.com/office/officeart/2005/8/layout/vList5"/>
    <dgm:cxn modelId="{85376CFC-40A1-4A3D-8B8D-C86553F7FDB5}" type="presOf" srcId="{D3CB1879-777C-4D6F-A872-D238BC1F7A76}" destId="{8EC659A4-B3B0-481D-ABBB-B74938376DF0}" srcOrd="0" destOrd="2" presId="urn:microsoft.com/office/officeart/2005/8/layout/vList5"/>
    <dgm:cxn modelId="{43D8585A-D36F-4647-A442-65CF36F9580E}" type="presParOf" srcId="{7F4C6C52-DBE4-4365-A301-514B90F3D89F}" destId="{CF569ECA-01AC-4CE0-8A05-9310FE21CB5F}" srcOrd="0" destOrd="0" presId="urn:microsoft.com/office/officeart/2005/8/layout/vList5"/>
    <dgm:cxn modelId="{4DB09ED6-BA1F-4C89-BA82-B8B298704FD2}" type="presParOf" srcId="{CF569ECA-01AC-4CE0-8A05-9310FE21CB5F}" destId="{98A80F7A-8434-438D-9B3C-8B96EAFCE853}" srcOrd="0" destOrd="0" presId="urn:microsoft.com/office/officeart/2005/8/layout/vList5"/>
    <dgm:cxn modelId="{766CAED3-E9F9-4E8E-879C-982AAA446802}" type="presParOf" srcId="{CF569ECA-01AC-4CE0-8A05-9310FE21CB5F}" destId="{595CAAB2-4B0A-417A-92D0-CFF8DD65345A}" srcOrd="1" destOrd="0" presId="urn:microsoft.com/office/officeart/2005/8/layout/vList5"/>
    <dgm:cxn modelId="{394414AD-AF3E-4D7F-AD13-9F56F318D93D}" type="presParOf" srcId="{7F4C6C52-DBE4-4365-A301-514B90F3D89F}" destId="{30BC43BA-9A33-4D05-88D9-4B77573D8227}" srcOrd="1" destOrd="0" presId="urn:microsoft.com/office/officeart/2005/8/layout/vList5"/>
    <dgm:cxn modelId="{33D0E7DD-C5E1-46D2-A22B-3430764A2A77}" type="presParOf" srcId="{7F4C6C52-DBE4-4365-A301-514B90F3D89F}" destId="{8A0EF57D-90C4-42A7-9B05-3C21D3F89D42}" srcOrd="2" destOrd="0" presId="urn:microsoft.com/office/officeart/2005/8/layout/vList5"/>
    <dgm:cxn modelId="{9D37DDAD-C388-492D-BAC3-CB437C96B0E1}" type="presParOf" srcId="{8A0EF57D-90C4-42A7-9B05-3C21D3F89D42}" destId="{86070A82-A761-4669-85EE-25FB5DB75320}" srcOrd="0" destOrd="0" presId="urn:microsoft.com/office/officeart/2005/8/layout/vList5"/>
    <dgm:cxn modelId="{B8BB8DBE-88E3-4D26-846B-45EC49003340}" type="presParOf" srcId="{8A0EF57D-90C4-42A7-9B05-3C21D3F89D42}" destId="{2EFAF58C-5374-4F94-A8B3-D3734150E13C}" srcOrd="1" destOrd="0" presId="urn:microsoft.com/office/officeart/2005/8/layout/vList5"/>
    <dgm:cxn modelId="{F14AC00A-9039-46C6-B8CD-A1B1D75D66C2}" type="presParOf" srcId="{7F4C6C52-DBE4-4365-A301-514B90F3D89F}" destId="{5DC0569A-83E8-40C3-AFF4-180C3EC7058D}" srcOrd="3" destOrd="0" presId="urn:microsoft.com/office/officeart/2005/8/layout/vList5"/>
    <dgm:cxn modelId="{0218F532-3F63-4A0C-B540-1AE34FA092D6}" type="presParOf" srcId="{7F4C6C52-DBE4-4365-A301-514B90F3D89F}" destId="{2B59F396-06B1-4C6F-BC2C-194B6465432F}" srcOrd="4" destOrd="0" presId="urn:microsoft.com/office/officeart/2005/8/layout/vList5"/>
    <dgm:cxn modelId="{5EEEC760-7862-4023-8F01-03EE8EA4849B}" type="presParOf" srcId="{2B59F396-06B1-4C6F-BC2C-194B6465432F}" destId="{01C4A589-F1DF-48F0-84EF-D1690C67BE3A}" srcOrd="0" destOrd="0" presId="urn:microsoft.com/office/officeart/2005/8/layout/vList5"/>
    <dgm:cxn modelId="{F35AEE5F-E825-4367-B262-873E60293B64}" type="presParOf" srcId="{2B59F396-06B1-4C6F-BC2C-194B6465432F}" destId="{8EC659A4-B3B0-481D-ABBB-B74938376DF0}" srcOrd="1" destOrd="0" presId="urn:microsoft.com/office/officeart/2005/8/layout/vList5"/>
    <dgm:cxn modelId="{E4BC9868-6F2F-4EC0-A618-47CEBE32C157}" type="presParOf" srcId="{7F4C6C52-DBE4-4365-A301-514B90F3D89F}" destId="{5F030A8B-4C96-48A4-AF66-AB75EAE0165C}" srcOrd="5" destOrd="0" presId="urn:microsoft.com/office/officeart/2005/8/layout/vList5"/>
    <dgm:cxn modelId="{2C25B2DD-5D4C-4BF2-9D96-2E80031FF2B2}" type="presParOf" srcId="{7F4C6C52-DBE4-4365-A301-514B90F3D89F}" destId="{B0CA9B61-700B-4011-A8F9-E20C4645A788}" srcOrd="6" destOrd="0" presId="urn:microsoft.com/office/officeart/2005/8/layout/vList5"/>
    <dgm:cxn modelId="{8B07E55B-659E-47FB-A180-22477C42F725}" type="presParOf" srcId="{B0CA9B61-700B-4011-A8F9-E20C4645A788}" destId="{06D499EE-F60B-43D8-AE1B-A8138E7E18E5}" srcOrd="0" destOrd="0" presId="urn:microsoft.com/office/officeart/2005/8/layout/vList5"/>
    <dgm:cxn modelId="{B7018F46-E787-45C6-B9A8-C43D3836775A}" type="presParOf" srcId="{B0CA9B61-700B-4011-A8F9-E20C4645A788}" destId="{716D2E05-E5A1-484E-AABF-57DA71493E3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FC33CCF-A9B7-40F0-9612-2D26A7A335C8}"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en-US"/>
        </a:p>
      </dgm:t>
    </dgm:pt>
    <dgm:pt modelId="{2B780B04-6531-4A3E-917B-C64792D3F553}">
      <dgm:prSet phldrT="[Text]" custT="1"/>
      <dgm:spPr/>
      <dgm:t>
        <a:bodyPr/>
        <a:lstStyle/>
        <a:p>
          <a:r>
            <a:rPr lang="en-IN" sz="1800" b="1" dirty="0"/>
            <a:t>CyberArk:</a:t>
          </a:r>
          <a:r>
            <a:rPr lang="en-IN" sz="1800" dirty="0"/>
            <a:t> </a:t>
          </a:r>
          <a:endParaRPr lang="en-US" sz="1800" dirty="0"/>
        </a:p>
      </dgm:t>
    </dgm:pt>
    <dgm:pt modelId="{54673F4F-14C0-47C2-868D-170CBF7C52C3}" type="parTrans" cxnId="{2BB8D5C8-02D3-4C29-9019-3FE04C3522D2}">
      <dgm:prSet/>
      <dgm:spPr/>
      <dgm:t>
        <a:bodyPr/>
        <a:lstStyle/>
        <a:p>
          <a:endParaRPr lang="en-US"/>
        </a:p>
      </dgm:t>
    </dgm:pt>
    <dgm:pt modelId="{16159D5B-1AD8-43DF-846C-5650D561995C}" type="sibTrans" cxnId="{2BB8D5C8-02D3-4C29-9019-3FE04C3522D2}">
      <dgm:prSet/>
      <dgm:spPr/>
      <dgm:t>
        <a:bodyPr/>
        <a:lstStyle/>
        <a:p>
          <a:endParaRPr lang="en-US"/>
        </a:p>
      </dgm:t>
    </dgm:pt>
    <dgm:pt modelId="{AD1967AF-D829-45E7-9CB9-F47805048BCB}">
      <dgm:prSet phldrT="[Text]" custT="1"/>
      <dgm:spPr/>
      <dgm:t>
        <a:bodyPr/>
        <a:lstStyle/>
        <a:p>
          <a:r>
            <a:rPr lang="en-IN" sz="1200" dirty="0"/>
            <a:t>A market-leading PAM platform known for its comprehensive credential vaulting and session monitoring. CyberArk supports complex enterprise environments and integrates with cloud platforms, providing adaptive MFA and just-in-time access across on-prem and cloud assets​. (CyberArk is often cited as the “gold standard” for vaulting privileged passwords.)</a:t>
          </a:r>
          <a:endParaRPr lang="en-US" sz="1200" dirty="0"/>
        </a:p>
      </dgm:t>
    </dgm:pt>
    <dgm:pt modelId="{7C07FA77-96A9-4195-9DBB-EEF459B3BB0B}" type="parTrans" cxnId="{02C4303F-EE2A-4401-A15B-2E3104FEB5CB}">
      <dgm:prSet/>
      <dgm:spPr/>
      <dgm:t>
        <a:bodyPr/>
        <a:lstStyle/>
        <a:p>
          <a:endParaRPr lang="en-US"/>
        </a:p>
      </dgm:t>
    </dgm:pt>
    <dgm:pt modelId="{329437DB-00A7-4736-AD4F-30F2D80AD851}" type="sibTrans" cxnId="{02C4303F-EE2A-4401-A15B-2E3104FEB5CB}">
      <dgm:prSet/>
      <dgm:spPr/>
      <dgm:t>
        <a:bodyPr/>
        <a:lstStyle/>
        <a:p>
          <a:endParaRPr lang="en-US"/>
        </a:p>
      </dgm:t>
    </dgm:pt>
    <dgm:pt modelId="{7EA61E6D-FAD2-42DF-B8AB-449FD3287734}">
      <dgm:prSet phldrT="[Text]" custT="1"/>
      <dgm:spPr/>
      <dgm:t>
        <a:bodyPr/>
        <a:lstStyle/>
        <a:p>
          <a:r>
            <a:rPr lang="en-IN" sz="1800" b="1" kern="1200" dirty="0" err="1"/>
            <a:t>BeyondTrust</a:t>
          </a:r>
          <a:r>
            <a:rPr lang="en-IN" sz="1800" b="1" kern="1200" dirty="0"/>
            <a:t>:</a:t>
          </a:r>
          <a:r>
            <a:rPr lang="en-IN" sz="1800" kern="1200" dirty="0"/>
            <a:t> </a:t>
          </a:r>
          <a:endParaRPr lang="en-US" sz="1800" kern="1200" dirty="0">
            <a:latin typeface="Calibri" panose="020F0502020204030204"/>
            <a:ea typeface="+mn-ea"/>
            <a:cs typeface="+mn-cs"/>
          </a:endParaRPr>
        </a:p>
      </dgm:t>
    </dgm:pt>
    <dgm:pt modelId="{BF4D381C-265D-4F1E-BD4D-22BFB95A4FD0}" type="parTrans" cxnId="{E583ED81-69BF-4AD6-9CAB-E529617BFCEC}">
      <dgm:prSet/>
      <dgm:spPr/>
      <dgm:t>
        <a:bodyPr/>
        <a:lstStyle/>
        <a:p>
          <a:endParaRPr lang="en-US"/>
        </a:p>
      </dgm:t>
    </dgm:pt>
    <dgm:pt modelId="{36A8BFA6-FB2D-40BF-8752-794E201B5B7C}" type="sibTrans" cxnId="{E583ED81-69BF-4AD6-9CAB-E529617BFCEC}">
      <dgm:prSet/>
      <dgm:spPr/>
      <dgm:t>
        <a:bodyPr/>
        <a:lstStyle/>
        <a:p>
          <a:endParaRPr lang="en-US"/>
        </a:p>
      </dgm:t>
    </dgm:pt>
    <dgm:pt modelId="{879CF883-C96E-40A0-80C4-5EA6EA256D2F}">
      <dgm:prSet phldrT="[Text]" custT="1"/>
      <dgm:spPr/>
      <dgm:t>
        <a:bodyPr/>
        <a:lstStyle/>
        <a:p>
          <a:pPr>
            <a:buFont typeface="Arial" panose="020B0604020202020204" pitchFamily="34" charset="0"/>
            <a:buChar char="•"/>
          </a:pPr>
          <a:r>
            <a:rPr lang="en-IN" sz="1200" kern="1200" dirty="0"/>
            <a:t>A PAM suite offering </a:t>
          </a:r>
          <a:r>
            <a:rPr lang="en-IN" sz="1200" b="1" kern="1200" dirty="0"/>
            <a:t>privileged password management, session management, and endpoint least privilege</a:t>
          </a:r>
          <a:r>
            <a:rPr lang="en-IN" sz="1200" kern="1200" dirty="0"/>
            <a:t> enforcement. </a:t>
          </a:r>
          <a:r>
            <a:rPr lang="en-IN" sz="1200" kern="1200" dirty="0" err="1"/>
            <a:t>BeyondTrust</a:t>
          </a:r>
          <a:r>
            <a:rPr lang="en-IN" sz="1200" kern="1200" dirty="0"/>
            <a:t> can discover privileged accounts across Windows, Linux, network devices, and even apply policies on end-user workstations to remove local admin rights​. It’s valued for a unified view of privileged activities and strong analytics for risk reporting.</a:t>
          </a:r>
          <a:endParaRPr lang="en-US" sz="1200" kern="1200" dirty="0">
            <a:latin typeface="Calibri" panose="020F0502020204030204"/>
            <a:ea typeface="+mn-ea"/>
            <a:cs typeface="+mn-cs"/>
          </a:endParaRPr>
        </a:p>
      </dgm:t>
    </dgm:pt>
    <dgm:pt modelId="{2A0469FB-F5AA-4F93-81F2-861D44A3CC48}" type="parTrans" cxnId="{68CF98AE-58FE-4A1D-B4A3-CE09F17D79B0}">
      <dgm:prSet/>
      <dgm:spPr/>
      <dgm:t>
        <a:bodyPr/>
        <a:lstStyle/>
        <a:p>
          <a:endParaRPr lang="en-US"/>
        </a:p>
      </dgm:t>
    </dgm:pt>
    <dgm:pt modelId="{1349356A-15DE-4B12-BE38-3F553E270F7C}" type="sibTrans" cxnId="{68CF98AE-58FE-4A1D-B4A3-CE09F17D79B0}">
      <dgm:prSet/>
      <dgm:spPr/>
      <dgm:t>
        <a:bodyPr/>
        <a:lstStyle/>
        <a:p>
          <a:endParaRPr lang="en-US"/>
        </a:p>
      </dgm:t>
    </dgm:pt>
    <dgm:pt modelId="{38E13AC9-F787-49CA-B626-5D393444FA97}">
      <dgm:prSet phldrT="[Text]" custT="1"/>
      <dgm:spPr/>
      <dgm:t>
        <a:bodyPr/>
        <a:lstStyle/>
        <a:p>
          <a:r>
            <a:rPr lang="en-IN" sz="1800" b="1" kern="1200" dirty="0" err="1"/>
            <a:t>Delinea</a:t>
          </a:r>
          <a:r>
            <a:rPr lang="en-IN" sz="1800" b="1" kern="1200" dirty="0"/>
            <a:t> (Thycotic/Centrify):</a:t>
          </a:r>
          <a:r>
            <a:rPr lang="en-IN" sz="1800" kern="1200" dirty="0"/>
            <a:t> </a:t>
          </a:r>
          <a:endParaRPr lang="en-US" sz="1800" kern="1200" dirty="0">
            <a:latin typeface="Calibri" panose="020F0502020204030204"/>
            <a:ea typeface="+mn-ea"/>
            <a:cs typeface="+mn-cs"/>
          </a:endParaRPr>
        </a:p>
      </dgm:t>
    </dgm:pt>
    <dgm:pt modelId="{5CEF7942-5459-49EC-B2E3-16E1C797D17B}" type="parTrans" cxnId="{23F9FA46-9A06-496C-A990-B22D2EA0600D}">
      <dgm:prSet/>
      <dgm:spPr/>
      <dgm:t>
        <a:bodyPr/>
        <a:lstStyle/>
        <a:p>
          <a:endParaRPr lang="en-US"/>
        </a:p>
      </dgm:t>
    </dgm:pt>
    <dgm:pt modelId="{4D28D252-EA75-4EC2-B53D-9CF5DBCA1FC3}" type="sibTrans" cxnId="{23F9FA46-9A06-496C-A990-B22D2EA0600D}">
      <dgm:prSet/>
      <dgm:spPr/>
      <dgm:t>
        <a:bodyPr/>
        <a:lstStyle/>
        <a:p>
          <a:endParaRPr lang="en-US"/>
        </a:p>
      </dgm:t>
    </dgm:pt>
    <dgm:pt modelId="{A7BA0CDF-8852-4C24-9336-59621422770C}">
      <dgm:prSet phldrT="[Text]" custT="1"/>
      <dgm:spPr/>
      <dgm:t>
        <a:bodyPr/>
        <a:lstStyle/>
        <a:p>
          <a:pPr>
            <a:buFont typeface="Arial" panose="020B0604020202020204" pitchFamily="34" charset="0"/>
            <a:buChar char="•"/>
          </a:pPr>
          <a:r>
            <a:rPr lang="en-IN" sz="1200" kern="1200" dirty="0"/>
            <a:t>A user-friendly PAM solution that emphasizes ease of deployment and cloud readiness. </a:t>
          </a:r>
          <a:r>
            <a:rPr lang="en-IN" sz="1200" kern="1200" dirty="0" err="1"/>
            <a:t>Delinea</a:t>
          </a:r>
          <a:r>
            <a:rPr lang="en-IN" sz="1200" kern="1200" dirty="0"/>
            <a:t> provides an encrypted Secret Server vault for credentials, with policy-based access controls and automated password rotation​. It also offers </a:t>
          </a:r>
          <a:r>
            <a:rPr lang="en-IN" sz="1200" b="1" kern="1200" dirty="0"/>
            <a:t>just-in-time provisioning</a:t>
          </a:r>
          <a:r>
            <a:rPr lang="en-IN" sz="1200" kern="1200" dirty="0"/>
            <a:t> and scalable options for hybrid cloud environments, aligning with zero trust principles​. (</a:t>
          </a:r>
          <a:r>
            <a:rPr lang="en-IN" sz="1200" kern="1200" dirty="0" err="1"/>
            <a:t>Delinea</a:t>
          </a:r>
          <a:r>
            <a:rPr lang="en-IN" sz="1200" kern="1200" dirty="0"/>
            <a:t> is the result of a merger between Thycotic and Centrify, combining strengths in password safety and identity-centric control.)</a:t>
          </a:r>
          <a:endParaRPr lang="en-US" sz="1200" kern="1200" dirty="0">
            <a:latin typeface="Calibri" panose="020F0502020204030204"/>
            <a:ea typeface="+mn-ea"/>
            <a:cs typeface="+mn-cs"/>
          </a:endParaRPr>
        </a:p>
      </dgm:t>
    </dgm:pt>
    <dgm:pt modelId="{7326223E-F3C3-4153-B5BF-EFF2FAA977EA}" type="parTrans" cxnId="{02CEA226-9191-492F-A8BD-F3DB9E7D28E4}">
      <dgm:prSet/>
      <dgm:spPr/>
      <dgm:t>
        <a:bodyPr/>
        <a:lstStyle/>
        <a:p>
          <a:endParaRPr lang="en-US"/>
        </a:p>
      </dgm:t>
    </dgm:pt>
    <dgm:pt modelId="{F1C4B6F2-67D4-4096-B515-D3B16EACAB89}" type="sibTrans" cxnId="{02CEA226-9191-492F-A8BD-F3DB9E7D28E4}">
      <dgm:prSet/>
      <dgm:spPr/>
      <dgm:t>
        <a:bodyPr/>
        <a:lstStyle/>
        <a:p>
          <a:endParaRPr lang="en-US"/>
        </a:p>
      </dgm:t>
    </dgm:pt>
    <dgm:pt modelId="{47E311B6-AE56-4EB8-BE69-7076387931D3}" type="pres">
      <dgm:prSet presAssocID="{EFC33CCF-A9B7-40F0-9612-2D26A7A335C8}" presName="Name0" presStyleCnt="0">
        <dgm:presLayoutVars>
          <dgm:dir/>
          <dgm:animLvl val="lvl"/>
          <dgm:resizeHandles val="exact"/>
        </dgm:presLayoutVars>
      </dgm:prSet>
      <dgm:spPr/>
    </dgm:pt>
    <dgm:pt modelId="{BF4D18AC-7AB7-4A80-82FE-BCAEBBE61BB5}" type="pres">
      <dgm:prSet presAssocID="{2B780B04-6531-4A3E-917B-C64792D3F553}" presName="composite" presStyleCnt="0"/>
      <dgm:spPr/>
    </dgm:pt>
    <dgm:pt modelId="{A30CDA6A-B6F0-47B2-8026-492A86E700BE}" type="pres">
      <dgm:prSet presAssocID="{2B780B04-6531-4A3E-917B-C64792D3F553}" presName="parTx" presStyleLbl="alignNode1" presStyleIdx="0" presStyleCnt="3">
        <dgm:presLayoutVars>
          <dgm:chMax val="0"/>
          <dgm:chPref val="0"/>
          <dgm:bulletEnabled val="1"/>
        </dgm:presLayoutVars>
      </dgm:prSet>
      <dgm:spPr/>
    </dgm:pt>
    <dgm:pt modelId="{7C14EAAE-F003-4631-9D27-E5D74EDCFBE0}" type="pres">
      <dgm:prSet presAssocID="{2B780B04-6531-4A3E-917B-C64792D3F553}" presName="desTx" presStyleLbl="alignAccFollowNode1" presStyleIdx="0" presStyleCnt="3">
        <dgm:presLayoutVars>
          <dgm:bulletEnabled val="1"/>
        </dgm:presLayoutVars>
      </dgm:prSet>
      <dgm:spPr/>
    </dgm:pt>
    <dgm:pt modelId="{5156C736-185D-494A-9B23-D6668F3348EC}" type="pres">
      <dgm:prSet presAssocID="{16159D5B-1AD8-43DF-846C-5650D561995C}" presName="space" presStyleCnt="0"/>
      <dgm:spPr/>
    </dgm:pt>
    <dgm:pt modelId="{7168685C-2862-40F3-9F2C-C98066F60199}" type="pres">
      <dgm:prSet presAssocID="{7EA61E6D-FAD2-42DF-B8AB-449FD3287734}" presName="composite" presStyleCnt="0"/>
      <dgm:spPr/>
    </dgm:pt>
    <dgm:pt modelId="{7F200149-E9D4-4884-81B8-B2C689C8848E}" type="pres">
      <dgm:prSet presAssocID="{7EA61E6D-FAD2-42DF-B8AB-449FD3287734}" presName="parTx" presStyleLbl="alignNode1" presStyleIdx="1" presStyleCnt="3">
        <dgm:presLayoutVars>
          <dgm:chMax val="0"/>
          <dgm:chPref val="0"/>
          <dgm:bulletEnabled val="1"/>
        </dgm:presLayoutVars>
      </dgm:prSet>
      <dgm:spPr/>
    </dgm:pt>
    <dgm:pt modelId="{5C9B8DCD-EE24-4C56-B75F-453A42904592}" type="pres">
      <dgm:prSet presAssocID="{7EA61E6D-FAD2-42DF-B8AB-449FD3287734}" presName="desTx" presStyleLbl="alignAccFollowNode1" presStyleIdx="1" presStyleCnt="3">
        <dgm:presLayoutVars>
          <dgm:bulletEnabled val="1"/>
        </dgm:presLayoutVars>
      </dgm:prSet>
      <dgm:spPr/>
    </dgm:pt>
    <dgm:pt modelId="{9EE80371-1EA8-4318-A356-FB0CC6AB58E6}" type="pres">
      <dgm:prSet presAssocID="{36A8BFA6-FB2D-40BF-8752-794E201B5B7C}" presName="space" presStyleCnt="0"/>
      <dgm:spPr/>
    </dgm:pt>
    <dgm:pt modelId="{1062A720-8083-4F9E-9528-A5001C0C963C}" type="pres">
      <dgm:prSet presAssocID="{38E13AC9-F787-49CA-B626-5D393444FA97}" presName="composite" presStyleCnt="0"/>
      <dgm:spPr/>
    </dgm:pt>
    <dgm:pt modelId="{6A546515-2279-47CB-8FB7-3EDCC199AF4F}" type="pres">
      <dgm:prSet presAssocID="{38E13AC9-F787-49CA-B626-5D393444FA97}" presName="parTx" presStyleLbl="alignNode1" presStyleIdx="2" presStyleCnt="3" custLinFactNeighborX="1155" custLinFactNeighborY="855">
        <dgm:presLayoutVars>
          <dgm:chMax val="0"/>
          <dgm:chPref val="0"/>
          <dgm:bulletEnabled val="1"/>
        </dgm:presLayoutVars>
      </dgm:prSet>
      <dgm:spPr/>
    </dgm:pt>
    <dgm:pt modelId="{B8CBE545-7CEF-4084-9E75-AF4FD07156A7}" type="pres">
      <dgm:prSet presAssocID="{38E13AC9-F787-49CA-B626-5D393444FA97}" presName="desTx" presStyleLbl="alignAccFollowNode1" presStyleIdx="2" presStyleCnt="3">
        <dgm:presLayoutVars>
          <dgm:bulletEnabled val="1"/>
        </dgm:presLayoutVars>
      </dgm:prSet>
      <dgm:spPr/>
    </dgm:pt>
  </dgm:ptLst>
  <dgm:cxnLst>
    <dgm:cxn modelId="{E9099509-738F-455F-BEA2-C1F4009265F2}" type="presOf" srcId="{7EA61E6D-FAD2-42DF-B8AB-449FD3287734}" destId="{7F200149-E9D4-4884-81B8-B2C689C8848E}" srcOrd="0" destOrd="0" presId="urn:microsoft.com/office/officeart/2005/8/layout/hList1"/>
    <dgm:cxn modelId="{996CB214-9E63-4B8E-A7EF-4E6ABDD2BB8E}" type="presOf" srcId="{A7BA0CDF-8852-4C24-9336-59621422770C}" destId="{B8CBE545-7CEF-4084-9E75-AF4FD07156A7}" srcOrd="0" destOrd="0" presId="urn:microsoft.com/office/officeart/2005/8/layout/hList1"/>
    <dgm:cxn modelId="{26745917-3BF8-4C6E-8A62-C81BDE35472B}" type="presOf" srcId="{EFC33CCF-A9B7-40F0-9612-2D26A7A335C8}" destId="{47E311B6-AE56-4EB8-BE69-7076387931D3}" srcOrd="0" destOrd="0" presId="urn:microsoft.com/office/officeart/2005/8/layout/hList1"/>
    <dgm:cxn modelId="{02CEA226-9191-492F-A8BD-F3DB9E7D28E4}" srcId="{38E13AC9-F787-49CA-B626-5D393444FA97}" destId="{A7BA0CDF-8852-4C24-9336-59621422770C}" srcOrd="0" destOrd="0" parTransId="{7326223E-F3C3-4153-B5BF-EFF2FAA977EA}" sibTransId="{F1C4B6F2-67D4-4096-B515-D3B16EACAB89}"/>
    <dgm:cxn modelId="{02C4303F-EE2A-4401-A15B-2E3104FEB5CB}" srcId="{2B780B04-6531-4A3E-917B-C64792D3F553}" destId="{AD1967AF-D829-45E7-9CB9-F47805048BCB}" srcOrd="0" destOrd="0" parTransId="{7C07FA77-96A9-4195-9DBB-EEF459B3BB0B}" sibTransId="{329437DB-00A7-4736-AD4F-30F2D80AD851}"/>
    <dgm:cxn modelId="{7E6E3446-8001-4DC6-ACF4-6AA4058FBE06}" type="presOf" srcId="{2B780B04-6531-4A3E-917B-C64792D3F553}" destId="{A30CDA6A-B6F0-47B2-8026-492A86E700BE}" srcOrd="0" destOrd="0" presId="urn:microsoft.com/office/officeart/2005/8/layout/hList1"/>
    <dgm:cxn modelId="{23F9FA46-9A06-496C-A990-B22D2EA0600D}" srcId="{EFC33CCF-A9B7-40F0-9612-2D26A7A335C8}" destId="{38E13AC9-F787-49CA-B626-5D393444FA97}" srcOrd="2" destOrd="0" parTransId="{5CEF7942-5459-49EC-B2E3-16E1C797D17B}" sibTransId="{4D28D252-EA75-4EC2-B53D-9CF5DBCA1FC3}"/>
    <dgm:cxn modelId="{A28BAF50-879B-4295-AFAE-7F09C714FB9E}" type="presOf" srcId="{38E13AC9-F787-49CA-B626-5D393444FA97}" destId="{6A546515-2279-47CB-8FB7-3EDCC199AF4F}" srcOrd="0" destOrd="0" presId="urn:microsoft.com/office/officeart/2005/8/layout/hList1"/>
    <dgm:cxn modelId="{E583ED81-69BF-4AD6-9CAB-E529617BFCEC}" srcId="{EFC33CCF-A9B7-40F0-9612-2D26A7A335C8}" destId="{7EA61E6D-FAD2-42DF-B8AB-449FD3287734}" srcOrd="1" destOrd="0" parTransId="{BF4D381C-265D-4F1E-BD4D-22BFB95A4FD0}" sibTransId="{36A8BFA6-FB2D-40BF-8752-794E201B5B7C}"/>
    <dgm:cxn modelId="{68CF98AE-58FE-4A1D-B4A3-CE09F17D79B0}" srcId="{7EA61E6D-FAD2-42DF-B8AB-449FD3287734}" destId="{879CF883-C96E-40A0-80C4-5EA6EA256D2F}" srcOrd="0" destOrd="0" parTransId="{2A0469FB-F5AA-4F93-81F2-861D44A3CC48}" sibTransId="{1349356A-15DE-4B12-BE38-3F553E270F7C}"/>
    <dgm:cxn modelId="{D29EE1B0-19F5-4F8A-A490-159EA08C8727}" type="presOf" srcId="{879CF883-C96E-40A0-80C4-5EA6EA256D2F}" destId="{5C9B8DCD-EE24-4C56-B75F-453A42904592}" srcOrd="0" destOrd="0" presId="urn:microsoft.com/office/officeart/2005/8/layout/hList1"/>
    <dgm:cxn modelId="{2BB8D5C8-02D3-4C29-9019-3FE04C3522D2}" srcId="{EFC33CCF-A9B7-40F0-9612-2D26A7A335C8}" destId="{2B780B04-6531-4A3E-917B-C64792D3F553}" srcOrd="0" destOrd="0" parTransId="{54673F4F-14C0-47C2-868D-170CBF7C52C3}" sibTransId="{16159D5B-1AD8-43DF-846C-5650D561995C}"/>
    <dgm:cxn modelId="{7CBD78EA-F12B-4DF8-8455-7E7ABC1F5F77}" type="presOf" srcId="{AD1967AF-D829-45E7-9CB9-F47805048BCB}" destId="{7C14EAAE-F003-4631-9D27-E5D74EDCFBE0}" srcOrd="0" destOrd="0" presId="urn:microsoft.com/office/officeart/2005/8/layout/hList1"/>
    <dgm:cxn modelId="{689AAC3C-3B4B-4E08-9EF3-842B2FC03E40}" type="presParOf" srcId="{47E311B6-AE56-4EB8-BE69-7076387931D3}" destId="{BF4D18AC-7AB7-4A80-82FE-BCAEBBE61BB5}" srcOrd="0" destOrd="0" presId="urn:microsoft.com/office/officeart/2005/8/layout/hList1"/>
    <dgm:cxn modelId="{8C238DDB-6284-4A97-8E3B-4A72F1CBD039}" type="presParOf" srcId="{BF4D18AC-7AB7-4A80-82FE-BCAEBBE61BB5}" destId="{A30CDA6A-B6F0-47B2-8026-492A86E700BE}" srcOrd="0" destOrd="0" presId="urn:microsoft.com/office/officeart/2005/8/layout/hList1"/>
    <dgm:cxn modelId="{6448F9BF-F761-4614-8065-19256D78A2C1}" type="presParOf" srcId="{BF4D18AC-7AB7-4A80-82FE-BCAEBBE61BB5}" destId="{7C14EAAE-F003-4631-9D27-E5D74EDCFBE0}" srcOrd="1" destOrd="0" presId="urn:microsoft.com/office/officeart/2005/8/layout/hList1"/>
    <dgm:cxn modelId="{5BC7D70E-E0C4-4A59-B3AD-BAA0C81B69A0}" type="presParOf" srcId="{47E311B6-AE56-4EB8-BE69-7076387931D3}" destId="{5156C736-185D-494A-9B23-D6668F3348EC}" srcOrd="1" destOrd="0" presId="urn:microsoft.com/office/officeart/2005/8/layout/hList1"/>
    <dgm:cxn modelId="{71AB4D31-504C-4AB7-A44A-80500A1B2706}" type="presParOf" srcId="{47E311B6-AE56-4EB8-BE69-7076387931D3}" destId="{7168685C-2862-40F3-9F2C-C98066F60199}" srcOrd="2" destOrd="0" presId="urn:microsoft.com/office/officeart/2005/8/layout/hList1"/>
    <dgm:cxn modelId="{09815A98-6F42-418F-9CE3-D351138A2DD4}" type="presParOf" srcId="{7168685C-2862-40F3-9F2C-C98066F60199}" destId="{7F200149-E9D4-4884-81B8-B2C689C8848E}" srcOrd="0" destOrd="0" presId="urn:microsoft.com/office/officeart/2005/8/layout/hList1"/>
    <dgm:cxn modelId="{2E065A10-9989-43FE-B07B-B1A5B733DEFE}" type="presParOf" srcId="{7168685C-2862-40F3-9F2C-C98066F60199}" destId="{5C9B8DCD-EE24-4C56-B75F-453A42904592}" srcOrd="1" destOrd="0" presId="urn:microsoft.com/office/officeart/2005/8/layout/hList1"/>
    <dgm:cxn modelId="{CE052D89-1C93-4774-B5B7-3B1C86DBBB0D}" type="presParOf" srcId="{47E311B6-AE56-4EB8-BE69-7076387931D3}" destId="{9EE80371-1EA8-4318-A356-FB0CC6AB58E6}" srcOrd="3" destOrd="0" presId="urn:microsoft.com/office/officeart/2005/8/layout/hList1"/>
    <dgm:cxn modelId="{0B8A13B0-4816-4057-A2E0-498FE609BB2B}" type="presParOf" srcId="{47E311B6-AE56-4EB8-BE69-7076387931D3}" destId="{1062A720-8083-4F9E-9528-A5001C0C963C}" srcOrd="4" destOrd="0" presId="urn:microsoft.com/office/officeart/2005/8/layout/hList1"/>
    <dgm:cxn modelId="{98970AE1-CE9F-4BCD-AA74-25CA8726AF86}" type="presParOf" srcId="{1062A720-8083-4F9E-9528-A5001C0C963C}" destId="{6A546515-2279-47CB-8FB7-3EDCC199AF4F}" srcOrd="0" destOrd="0" presId="urn:microsoft.com/office/officeart/2005/8/layout/hList1"/>
    <dgm:cxn modelId="{03DBCD4E-E348-4475-9653-EA72FF435250}" type="presParOf" srcId="{1062A720-8083-4F9E-9528-A5001C0C963C}" destId="{B8CBE545-7CEF-4084-9E75-AF4FD07156A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C53360A-A765-4950-AA0F-05DC8967C99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6531298E-1F56-4443-94CD-1289C3031500}">
      <dgm:prSet custT="1"/>
      <dgm:spPr/>
      <dgm:t>
        <a:bodyPr/>
        <a:lstStyle/>
        <a:p>
          <a:pPr rtl="0"/>
          <a:r>
            <a:rPr lang="en-US" sz="1000" b="0" dirty="0"/>
            <a:t>Enforce Multi-Factor Authentication (MFA): Always require MFA (e.g. token or biometric) for logging into privileged accounts or PAM portals. Even if an attacker steals a password, the second factor stops them.</a:t>
          </a:r>
        </a:p>
      </dgm:t>
    </dgm:pt>
    <dgm:pt modelId="{62C18662-D1DE-430E-9A0E-29E839B50DCA}" type="parTrans" cxnId="{D239B70F-02EF-496A-8B19-0D7E1DEA6736}">
      <dgm:prSet/>
      <dgm:spPr/>
      <dgm:t>
        <a:bodyPr/>
        <a:lstStyle/>
        <a:p>
          <a:endParaRPr lang="en-US"/>
        </a:p>
      </dgm:t>
    </dgm:pt>
    <dgm:pt modelId="{D81281D7-CFC5-4F5E-8B3C-F944375D231A}" type="sibTrans" cxnId="{D239B70F-02EF-496A-8B19-0D7E1DEA6736}">
      <dgm:prSet/>
      <dgm:spPr/>
      <dgm:t>
        <a:bodyPr/>
        <a:lstStyle/>
        <a:p>
          <a:endParaRPr lang="en-US"/>
        </a:p>
      </dgm:t>
    </dgm:pt>
    <dgm:pt modelId="{E29B5D7C-DBB2-490F-A14F-C6CEB4139E71}">
      <dgm:prSet custT="1"/>
      <dgm:spPr/>
      <dgm:t>
        <a:bodyPr/>
        <a:lstStyle/>
        <a:p>
          <a:pPr rtl="0"/>
          <a:r>
            <a:rPr lang="en-US" sz="1000" b="0" dirty="0"/>
            <a:t>Adopt Least Privilege &amp; JIT everywhere: Give users the lowest level of privilege they need and no more. Use just-in-time elevation so that permanent admin rights are eliminated.</a:t>
          </a:r>
        </a:p>
      </dgm:t>
    </dgm:pt>
    <dgm:pt modelId="{DD766EA3-D067-4DE8-B13D-E3B00BB233F8}" type="parTrans" cxnId="{0F8559A3-5527-4312-B574-F8C37C83C724}">
      <dgm:prSet/>
      <dgm:spPr/>
      <dgm:t>
        <a:bodyPr/>
        <a:lstStyle/>
        <a:p>
          <a:endParaRPr lang="en-US"/>
        </a:p>
      </dgm:t>
    </dgm:pt>
    <dgm:pt modelId="{BD57487C-C226-4335-B815-248B51B77C6D}" type="sibTrans" cxnId="{0F8559A3-5527-4312-B574-F8C37C83C724}">
      <dgm:prSet/>
      <dgm:spPr/>
      <dgm:t>
        <a:bodyPr/>
        <a:lstStyle/>
        <a:p>
          <a:endParaRPr lang="en-US"/>
        </a:p>
      </dgm:t>
    </dgm:pt>
    <dgm:pt modelId="{4577F102-909D-47B4-AF03-B14A9C592A2F}">
      <dgm:prSet custT="1"/>
      <dgm:spPr/>
      <dgm:t>
        <a:bodyPr/>
        <a:lstStyle/>
        <a:p>
          <a:pPr rtl="0"/>
          <a:r>
            <a:rPr lang="en-US" sz="1000" b="0" dirty="0"/>
            <a:t>Monitor and audit continuously: Continuously monitor privileged sessions and keep detailed audit logs. PAM tools should track who accessed what, when, and what they did.</a:t>
          </a:r>
        </a:p>
      </dgm:t>
    </dgm:pt>
    <dgm:pt modelId="{AEDC92BE-C80B-4CBF-8A39-9840E7BFF914}" type="parTrans" cxnId="{7ED790DA-0E48-45CB-852B-BB67A7105453}">
      <dgm:prSet/>
      <dgm:spPr/>
      <dgm:t>
        <a:bodyPr/>
        <a:lstStyle/>
        <a:p>
          <a:endParaRPr lang="en-US"/>
        </a:p>
      </dgm:t>
    </dgm:pt>
    <dgm:pt modelId="{C2F3068A-FE87-453E-B726-9B8DA793CCA7}" type="sibTrans" cxnId="{7ED790DA-0E48-45CB-852B-BB67A7105453}">
      <dgm:prSet/>
      <dgm:spPr/>
      <dgm:t>
        <a:bodyPr/>
        <a:lstStyle/>
        <a:p>
          <a:endParaRPr lang="en-US"/>
        </a:p>
      </dgm:t>
    </dgm:pt>
    <dgm:pt modelId="{91121126-DC78-44F0-894C-0121C805E5E4}">
      <dgm:prSet custT="1"/>
      <dgm:spPr/>
      <dgm:t>
        <a:bodyPr/>
        <a:lstStyle/>
        <a:p>
          <a:pPr rtl="0"/>
          <a:r>
            <a:rPr lang="en-US" sz="1000" b="0" dirty="0"/>
            <a:t>Automate credential management: Eliminate hard-coded or shared passwords by vaulting them and automating password rotations on a schedule.</a:t>
          </a:r>
        </a:p>
      </dgm:t>
    </dgm:pt>
    <dgm:pt modelId="{465B0425-3EB7-4493-BBA0-C8214CCED188}" type="parTrans" cxnId="{8DC97E8F-96CE-4190-B001-AD2EDF1587CA}">
      <dgm:prSet/>
      <dgm:spPr/>
      <dgm:t>
        <a:bodyPr/>
        <a:lstStyle/>
        <a:p>
          <a:endParaRPr lang="en-US"/>
        </a:p>
      </dgm:t>
    </dgm:pt>
    <dgm:pt modelId="{53B3D68F-FFE2-4336-861F-457C028B0673}" type="sibTrans" cxnId="{8DC97E8F-96CE-4190-B001-AD2EDF1587CA}">
      <dgm:prSet/>
      <dgm:spPr/>
      <dgm:t>
        <a:bodyPr/>
        <a:lstStyle/>
        <a:p>
          <a:endParaRPr lang="en-US"/>
        </a:p>
      </dgm:t>
    </dgm:pt>
    <dgm:pt modelId="{38A054FC-6267-417B-9A81-12F9E73EA515}">
      <dgm:prSet custT="1"/>
      <dgm:spPr/>
      <dgm:t>
        <a:bodyPr/>
        <a:lstStyle/>
        <a:p>
          <a:pPr rtl="0"/>
          <a:r>
            <a:rPr lang="en-US" sz="1000" b="0" dirty="0"/>
            <a:t>Embrace Zero Trust and advanced defenses: Modern PAM is moving toward a Zero Trust model, where no user is inherently trusted simply by being inside the network.</a:t>
          </a:r>
        </a:p>
      </dgm:t>
    </dgm:pt>
    <dgm:pt modelId="{70A5D374-8218-40EF-AD17-9CF680292855}" type="sibTrans" cxnId="{05AFC001-BB84-4EFE-85AB-D7A448366ED7}">
      <dgm:prSet/>
      <dgm:spPr/>
      <dgm:t>
        <a:bodyPr/>
        <a:lstStyle/>
        <a:p>
          <a:endParaRPr lang="en-US"/>
        </a:p>
      </dgm:t>
    </dgm:pt>
    <dgm:pt modelId="{5692E8D5-7324-46E5-A453-64547CC8CB32}" type="parTrans" cxnId="{05AFC001-BB84-4EFE-85AB-D7A448366ED7}">
      <dgm:prSet/>
      <dgm:spPr/>
      <dgm:t>
        <a:bodyPr/>
        <a:lstStyle/>
        <a:p>
          <a:endParaRPr lang="en-US"/>
        </a:p>
      </dgm:t>
    </dgm:pt>
    <dgm:pt modelId="{574C55DA-0FB9-411F-B1BD-3BB369F35877}" type="pres">
      <dgm:prSet presAssocID="{DC53360A-A765-4950-AA0F-05DC8967C995}" presName="Name0" presStyleCnt="0">
        <dgm:presLayoutVars>
          <dgm:chMax val="7"/>
          <dgm:chPref val="7"/>
          <dgm:dir/>
        </dgm:presLayoutVars>
      </dgm:prSet>
      <dgm:spPr/>
    </dgm:pt>
    <dgm:pt modelId="{02C64250-DB2A-46A0-ACF1-D5FC36A0B232}" type="pres">
      <dgm:prSet presAssocID="{DC53360A-A765-4950-AA0F-05DC8967C995}" presName="Name1" presStyleCnt="0"/>
      <dgm:spPr/>
    </dgm:pt>
    <dgm:pt modelId="{477EFA25-6BDC-4F21-9931-CC7E811805CB}" type="pres">
      <dgm:prSet presAssocID="{DC53360A-A765-4950-AA0F-05DC8967C995}" presName="cycle" presStyleCnt="0"/>
      <dgm:spPr/>
    </dgm:pt>
    <dgm:pt modelId="{C4B04ADD-3B78-4C5E-BBD2-E2BC36716F64}" type="pres">
      <dgm:prSet presAssocID="{DC53360A-A765-4950-AA0F-05DC8967C995}" presName="srcNode" presStyleLbl="node1" presStyleIdx="0" presStyleCnt="5"/>
      <dgm:spPr/>
    </dgm:pt>
    <dgm:pt modelId="{FC61EA74-94F5-4BF5-A0AE-96739714FCC7}" type="pres">
      <dgm:prSet presAssocID="{DC53360A-A765-4950-AA0F-05DC8967C995}" presName="conn" presStyleLbl="parChTrans1D2" presStyleIdx="0" presStyleCnt="1"/>
      <dgm:spPr/>
    </dgm:pt>
    <dgm:pt modelId="{03BC7076-6316-4C84-BF4F-709CFDF62194}" type="pres">
      <dgm:prSet presAssocID="{DC53360A-A765-4950-AA0F-05DC8967C995}" presName="extraNode" presStyleLbl="node1" presStyleIdx="0" presStyleCnt="5"/>
      <dgm:spPr/>
    </dgm:pt>
    <dgm:pt modelId="{5A4C5756-E775-4297-8AC9-86CE3980A932}" type="pres">
      <dgm:prSet presAssocID="{DC53360A-A765-4950-AA0F-05DC8967C995}" presName="dstNode" presStyleLbl="node1" presStyleIdx="0" presStyleCnt="5"/>
      <dgm:spPr/>
    </dgm:pt>
    <dgm:pt modelId="{83CC2A4F-9DD4-40D0-9FC0-6E4CF655611D}" type="pres">
      <dgm:prSet presAssocID="{6531298E-1F56-4443-94CD-1289C3031500}" presName="text_1" presStyleLbl="node1" presStyleIdx="0" presStyleCnt="5">
        <dgm:presLayoutVars>
          <dgm:bulletEnabled val="1"/>
        </dgm:presLayoutVars>
      </dgm:prSet>
      <dgm:spPr/>
    </dgm:pt>
    <dgm:pt modelId="{6B0AF360-53C8-46D9-A609-44C52ACCBE41}" type="pres">
      <dgm:prSet presAssocID="{6531298E-1F56-4443-94CD-1289C3031500}" presName="accent_1" presStyleCnt="0"/>
      <dgm:spPr/>
    </dgm:pt>
    <dgm:pt modelId="{F345BADF-44A0-437A-9ECC-960EC8801978}" type="pres">
      <dgm:prSet presAssocID="{6531298E-1F56-4443-94CD-1289C3031500}" presName="accentRepeatNode" presStyleLbl="solidFgAcc1" presStyleIdx="0" presStyleCnt="5"/>
      <dgm:spPr/>
    </dgm:pt>
    <dgm:pt modelId="{716E62BC-656C-4E3B-ABCB-7DB2C599101C}" type="pres">
      <dgm:prSet presAssocID="{E29B5D7C-DBB2-490F-A14F-C6CEB4139E71}" presName="text_2" presStyleLbl="node1" presStyleIdx="1" presStyleCnt="5">
        <dgm:presLayoutVars>
          <dgm:bulletEnabled val="1"/>
        </dgm:presLayoutVars>
      </dgm:prSet>
      <dgm:spPr/>
    </dgm:pt>
    <dgm:pt modelId="{DBEDC2FC-08C6-423A-8277-85367C146C91}" type="pres">
      <dgm:prSet presAssocID="{E29B5D7C-DBB2-490F-A14F-C6CEB4139E71}" presName="accent_2" presStyleCnt="0"/>
      <dgm:spPr/>
    </dgm:pt>
    <dgm:pt modelId="{F2E0E361-8315-4049-A2C5-CE25F338A606}" type="pres">
      <dgm:prSet presAssocID="{E29B5D7C-DBB2-490F-A14F-C6CEB4139E71}" presName="accentRepeatNode" presStyleLbl="solidFgAcc1" presStyleIdx="1" presStyleCnt="5"/>
      <dgm:spPr/>
    </dgm:pt>
    <dgm:pt modelId="{AEDA3FFD-BF1E-423E-9770-8E849273AC67}" type="pres">
      <dgm:prSet presAssocID="{4577F102-909D-47B4-AF03-B14A9C592A2F}" presName="text_3" presStyleLbl="node1" presStyleIdx="2" presStyleCnt="5" custLinFactNeighborX="-87">
        <dgm:presLayoutVars>
          <dgm:bulletEnabled val="1"/>
        </dgm:presLayoutVars>
      </dgm:prSet>
      <dgm:spPr/>
    </dgm:pt>
    <dgm:pt modelId="{3BB3C20F-FAB6-46AF-8822-3D18D7A7AFB8}" type="pres">
      <dgm:prSet presAssocID="{4577F102-909D-47B4-AF03-B14A9C592A2F}" presName="accent_3" presStyleCnt="0"/>
      <dgm:spPr/>
    </dgm:pt>
    <dgm:pt modelId="{F0CB814E-FC3C-4776-A109-A6A588559DF9}" type="pres">
      <dgm:prSet presAssocID="{4577F102-909D-47B4-AF03-B14A9C592A2F}" presName="accentRepeatNode" presStyleLbl="solidFgAcc1" presStyleIdx="2" presStyleCnt="5"/>
      <dgm:spPr/>
    </dgm:pt>
    <dgm:pt modelId="{A1D48190-C646-4AA9-8E1B-63A6C40EB7E7}" type="pres">
      <dgm:prSet presAssocID="{91121126-DC78-44F0-894C-0121C805E5E4}" presName="text_4" presStyleLbl="node1" presStyleIdx="3" presStyleCnt="5" custLinFactNeighborX="-131" custLinFactNeighborY="7972">
        <dgm:presLayoutVars>
          <dgm:bulletEnabled val="1"/>
        </dgm:presLayoutVars>
      </dgm:prSet>
      <dgm:spPr/>
    </dgm:pt>
    <dgm:pt modelId="{FD7BC891-6017-48C9-950F-DA292737A19A}" type="pres">
      <dgm:prSet presAssocID="{91121126-DC78-44F0-894C-0121C805E5E4}" presName="accent_4" presStyleCnt="0"/>
      <dgm:spPr/>
    </dgm:pt>
    <dgm:pt modelId="{ECF3EFD6-0245-4EA7-8282-ED6CDB9A153B}" type="pres">
      <dgm:prSet presAssocID="{91121126-DC78-44F0-894C-0121C805E5E4}" presName="accentRepeatNode" presStyleLbl="solidFgAcc1" presStyleIdx="3" presStyleCnt="5"/>
      <dgm:spPr/>
    </dgm:pt>
    <dgm:pt modelId="{604CF2AF-7495-4172-9F1C-129B01FBB739}" type="pres">
      <dgm:prSet presAssocID="{38A054FC-6267-417B-9A81-12F9E73EA515}" presName="text_5" presStyleLbl="node1" presStyleIdx="4" presStyleCnt="5">
        <dgm:presLayoutVars>
          <dgm:bulletEnabled val="1"/>
        </dgm:presLayoutVars>
      </dgm:prSet>
      <dgm:spPr/>
    </dgm:pt>
    <dgm:pt modelId="{9B3DB8A7-A965-4B6C-AE29-660D593D3805}" type="pres">
      <dgm:prSet presAssocID="{38A054FC-6267-417B-9A81-12F9E73EA515}" presName="accent_5" presStyleCnt="0"/>
      <dgm:spPr/>
    </dgm:pt>
    <dgm:pt modelId="{517EF9E0-23A5-4DB1-B338-CED7DAE69343}" type="pres">
      <dgm:prSet presAssocID="{38A054FC-6267-417B-9A81-12F9E73EA515}" presName="accentRepeatNode" presStyleLbl="solidFgAcc1" presStyleIdx="4" presStyleCnt="5"/>
      <dgm:spPr/>
    </dgm:pt>
  </dgm:ptLst>
  <dgm:cxnLst>
    <dgm:cxn modelId="{05AFC001-BB84-4EFE-85AB-D7A448366ED7}" srcId="{DC53360A-A765-4950-AA0F-05DC8967C995}" destId="{38A054FC-6267-417B-9A81-12F9E73EA515}" srcOrd="4" destOrd="0" parTransId="{5692E8D5-7324-46E5-A453-64547CC8CB32}" sibTransId="{70A5D374-8218-40EF-AD17-9CF680292855}"/>
    <dgm:cxn modelId="{2D1E8203-8468-4EBF-9737-5850F40F8316}" type="presOf" srcId="{DC53360A-A765-4950-AA0F-05DC8967C995}" destId="{574C55DA-0FB9-411F-B1BD-3BB369F35877}" srcOrd="0" destOrd="0" presId="urn:microsoft.com/office/officeart/2008/layout/VerticalCurvedList"/>
    <dgm:cxn modelId="{D239B70F-02EF-496A-8B19-0D7E1DEA6736}" srcId="{DC53360A-A765-4950-AA0F-05DC8967C995}" destId="{6531298E-1F56-4443-94CD-1289C3031500}" srcOrd="0" destOrd="0" parTransId="{62C18662-D1DE-430E-9A0E-29E839B50DCA}" sibTransId="{D81281D7-CFC5-4F5E-8B3C-F944375D231A}"/>
    <dgm:cxn modelId="{D89CBD1A-6B31-46AA-ADD5-83EE76595658}" type="presOf" srcId="{38A054FC-6267-417B-9A81-12F9E73EA515}" destId="{604CF2AF-7495-4172-9F1C-129B01FBB739}" srcOrd="0" destOrd="0" presId="urn:microsoft.com/office/officeart/2008/layout/VerticalCurvedList"/>
    <dgm:cxn modelId="{E185AF1C-1216-4A2F-9762-6905E1AAF21F}" type="presOf" srcId="{E29B5D7C-DBB2-490F-A14F-C6CEB4139E71}" destId="{716E62BC-656C-4E3B-ABCB-7DB2C599101C}" srcOrd="0" destOrd="0" presId="urn:microsoft.com/office/officeart/2008/layout/VerticalCurvedList"/>
    <dgm:cxn modelId="{467E0054-FC50-4B42-9225-D4DFA97A5AD4}" type="presOf" srcId="{D81281D7-CFC5-4F5E-8B3C-F944375D231A}" destId="{FC61EA74-94F5-4BF5-A0AE-96739714FCC7}" srcOrd="0" destOrd="0" presId="urn:microsoft.com/office/officeart/2008/layout/VerticalCurvedList"/>
    <dgm:cxn modelId="{8DC97E8F-96CE-4190-B001-AD2EDF1587CA}" srcId="{DC53360A-A765-4950-AA0F-05DC8967C995}" destId="{91121126-DC78-44F0-894C-0121C805E5E4}" srcOrd="3" destOrd="0" parTransId="{465B0425-3EB7-4493-BBA0-C8214CCED188}" sibTransId="{53B3D68F-FFE2-4336-861F-457C028B0673}"/>
    <dgm:cxn modelId="{68E8B692-A920-4AB5-A04C-72254B073EEC}" type="presOf" srcId="{91121126-DC78-44F0-894C-0121C805E5E4}" destId="{A1D48190-C646-4AA9-8E1B-63A6C40EB7E7}" srcOrd="0" destOrd="0" presId="urn:microsoft.com/office/officeart/2008/layout/VerticalCurvedList"/>
    <dgm:cxn modelId="{0F8559A3-5527-4312-B574-F8C37C83C724}" srcId="{DC53360A-A765-4950-AA0F-05DC8967C995}" destId="{E29B5D7C-DBB2-490F-A14F-C6CEB4139E71}" srcOrd="1" destOrd="0" parTransId="{DD766EA3-D067-4DE8-B13D-E3B00BB233F8}" sibTransId="{BD57487C-C226-4335-B815-248B51B77C6D}"/>
    <dgm:cxn modelId="{BBF077B3-B302-4D0A-9C7A-21EE714B7E7E}" type="presOf" srcId="{4577F102-909D-47B4-AF03-B14A9C592A2F}" destId="{AEDA3FFD-BF1E-423E-9770-8E849273AC67}" srcOrd="0" destOrd="0" presId="urn:microsoft.com/office/officeart/2008/layout/VerticalCurvedList"/>
    <dgm:cxn modelId="{7ED790DA-0E48-45CB-852B-BB67A7105453}" srcId="{DC53360A-A765-4950-AA0F-05DC8967C995}" destId="{4577F102-909D-47B4-AF03-B14A9C592A2F}" srcOrd="2" destOrd="0" parTransId="{AEDC92BE-C80B-4CBF-8A39-9840E7BFF914}" sibTransId="{C2F3068A-FE87-453E-B726-9B8DA793CCA7}"/>
    <dgm:cxn modelId="{7785B0E3-1702-4720-BB91-D3534DB8BA0C}" type="presOf" srcId="{6531298E-1F56-4443-94CD-1289C3031500}" destId="{83CC2A4F-9DD4-40D0-9FC0-6E4CF655611D}" srcOrd="0" destOrd="0" presId="urn:microsoft.com/office/officeart/2008/layout/VerticalCurvedList"/>
    <dgm:cxn modelId="{7FECCDCF-FC3A-416E-BC37-6E78F863920A}" type="presParOf" srcId="{574C55DA-0FB9-411F-B1BD-3BB369F35877}" destId="{02C64250-DB2A-46A0-ACF1-D5FC36A0B232}" srcOrd="0" destOrd="0" presId="urn:microsoft.com/office/officeart/2008/layout/VerticalCurvedList"/>
    <dgm:cxn modelId="{1EA97FE4-D85B-46AC-B5F9-6D3C04B0FC2A}" type="presParOf" srcId="{02C64250-DB2A-46A0-ACF1-D5FC36A0B232}" destId="{477EFA25-6BDC-4F21-9931-CC7E811805CB}" srcOrd="0" destOrd="0" presId="urn:microsoft.com/office/officeart/2008/layout/VerticalCurvedList"/>
    <dgm:cxn modelId="{E5E5B465-D091-47C5-8EBE-4978B20FFF81}" type="presParOf" srcId="{477EFA25-6BDC-4F21-9931-CC7E811805CB}" destId="{C4B04ADD-3B78-4C5E-BBD2-E2BC36716F64}" srcOrd="0" destOrd="0" presId="urn:microsoft.com/office/officeart/2008/layout/VerticalCurvedList"/>
    <dgm:cxn modelId="{7FCAAEA2-B734-4593-B040-7230983AD24A}" type="presParOf" srcId="{477EFA25-6BDC-4F21-9931-CC7E811805CB}" destId="{FC61EA74-94F5-4BF5-A0AE-96739714FCC7}" srcOrd="1" destOrd="0" presId="urn:microsoft.com/office/officeart/2008/layout/VerticalCurvedList"/>
    <dgm:cxn modelId="{EEC43153-077B-483F-9EF8-35320253D977}" type="presParOf" srcId="{477EFA25-6BDC-4F21-9931-CC7E811805CB}" destId="{03BC7076-6316-4C84-BF4F-709CFDF62194}" srcOrd="2" destOrd="0" presId="urn:microsoft.com/office/officeart/2008/layout/VerticalCurvedList"/>
    <dgm:cxn modelId="{B4AA0E36-DA76-4DED-9BF7-ED240CA2D321}" type="presParOf" srcId="{477EFA25-6BDC-4F21-9931-CC7E811805CB}" destId="{5A4C5756-E775-4297-8AC9-86CE3980A932}" srcOrd="3" destOrd="0" presId="urn:microsoft.com/office/officeart/2008/layout/VerticalCurvedList"/>
    <dgm:cxn modelId="{F6E1F687-EB14-488B-A44B-0733C29708FF}" type="presParOf" srcId="{02C64250-DB2A-46A0-ACF1-D5FC36A0B232}" destId="{83CC2A4F-9DD4-40D0-9FC0-6E4CF655611D}" srcOrd="1" destOrd="0" presId="urn:microsoft.com/office/officeart/2008/layout/VerticalCurvedList"/>
    <dgm:cxn modelId="{5A28B9E8-614A-41D2-8532-511BFFEFAED2}" type="presParOf" srcId="{02C64250-DB2A-46A0-ACF1-D5FC36A0B232}" destId="{6B0AF360-53C8-46D9-A609-44C52ACCBE41}" srcOrd="2" destOrd="0" presId="urn:microsoft.com/office/officeart/2008/layout/VerticalCurvedList"/>
    <dgm:cxn modelId="{DB149ACA-49E9-4312-A735-2E85B49F72D1}" type="presParOf" srcId="{6B0AF360-53C8-46D9-A609-44C52ACCBE41}" destId="{F345BADF-44A0-437A-9ECC-960EC8801978}" srcOrd="0" destOrd="0" presId="urn:microsoft.com/office/officeart/2008/layout/VerticalCurvedList"/>
    <dgm:cxn modelId="{CDC0C51C-DFD3-498A-93E7-FA5E15015454}" type="presParOf" srcId="{02C64250-DB2A-46A0-ACF1-D5FC36A0B232}" destId="{716E62BC-656C-4E3B-ABCB-7DB2C599101C}" srcOrd="3" destOrd="0" presId="urn:microsoft.com/office/officeart/2008/layout/VerticalCurvedList"/>
    <dgm:cxn modelId="{2671BE52-05C9-406D-8FC9-73E032AEBC80}" type="presParOf" srcId="{02C64250-DB2A-46A0-ACF1-D5FC36A0B232}" destId="{DBEDC2FC-08C6-423A-8277-85367C146C91}" srcOrd="4" destOrd="0" presId="urn:microsoft.com/office/officeart/2008/layout/VerticalCurvedList"/>
    <dgm:cxn modelId="{FCD5F286-EF88-473C-851F-9FEC2AACB9E2}" type="presParOf" srcId="{DBEDC2FC-08C6-423A-8277-85367C146C91}" destId="{F2E0E361-8315-4049-A2C5-CE25F338A606}" srcOrd="0" destOrd="0" presId="urn:microsoft.com/office/officeart/2008/layout/VerticalCurvedList"/>
    <dgm:cxn modelId="{89A7EFC8-5389-4DC2-AE16-AA2E2DB211B4}" type="presParOf" srcId="{02C64250-DB2A-46A0-ACF1-D5FC36A0B232}" destId="{AEDA3FFD-BF1E-423E-9770-8E849273AC67}" srcOrd="5" destOrd="0" presId="urn:microsoft.com/office/officeart/2008/layout/VerticalCurvedList"/>
    <dgm:cxn modelId="{5ECEF238-38F8-49AF-B5A5-E314D1F194B5}" type="presParOf" srcId="{02C64250-DB2A-46A0-ACF1-D5FC36A0B232}" destId="{3BB3C20F-FAB6-46AF-8822-3D18D7A7AFB8}" srcOrd="6" destOrd="0" presId="urn:microsoft.com/office/officeart/2008/layout/VerticalCurvedList"/>
    <dgm:cxn modelId="{BA56FC0B-0F9E-4360-A324-717D07943EE2}" type="presParOf" srcId="{3BB3C20F-FAB6-46AF-8822-3D18D7A7AFB8}" destId="{F0CB814E-FC3C-4776-A109-A6A588559DF9}" srcOrd="0" destOrd="0" presId="urn:microsoft.com/office/officeart/2008/layout/VerticalCurvedList"/>
    <dgm:cxn modelId="{525B7B6C-05A0-44F3-BDA4-A32CC723586F}" type="presParOf" srcId="{02C64250-DB2A-46A0-ACF1-D5FC36A0B232}" destId="{A1D48190-C646-4AA9-8E1B-63A6C40EB7E7}" srcOrd="7" destOrd="0" presId="urn:microsoft.com/office/officeart/2008/layout/VerticalCurvedList"/>
    <dgm:cxn modelId="{A351504B-5492-4BEF-83A9-B1EAE8FA44FB}" type="presParOf" srcId="{02C64250-DB2A-46A0-ACF1-D5FC36A0B232}" destId="{FD7BC891-6017-48C9-950F-DA292737A19A}" srcOrd="8" destOrd="0" presId="urn:microsoft.com/office/officeart/2008/layout/VerticalCurvedList"/>
    <dgm:cxn modelId="{C02DE30A-E4C8-44ED-B331-C9AC6AA0BFE0}" type="presParOf" srcId="{FD7BC891-6017-48C9-950F-DA292737A19A}" destId="{ECF3EFD6-0245-4EA7-8282-ED6CDB9A153B}" srcOrd="0" destOrd="0" presId="urn:microsoft.com/office/officeart/2008/layout/VerticalCurvedList"/>
    <dgm:cxn modelId="{5EA1DC70-A267-40EE-AAA5-08DEC70855DF}" type="presParOf" srcId="{02C64250-DB2A-46A0-ACF1-D5FC36A0B232}" destId="{604CF2AF-7495-4172-9F1C-129B01FBB739}" srcOrd="9" destOrd="0" presId="urn:microsoft.com/office/officeart/2008/layout/VerticalCurvedList"/>
    <dgm:cxn modelId="{D4A52144-74A7-4F18-91ED-766E6A459C23}" type="presParOf" srcId="{02C64250-DB2A-46A0-ACF1-D5FC36A0B232}" destId="{9B3DB8A7-A965-4B6C-AE29-660D593D3805}" srcOrd="10" destOrd="0" presId="urn:microsoft.com/office/officeart/2008/layout/VerticalCurvedList"/>
    <dgm:cxn modelId="{F39CE26B-3C1A-49B5-8FB0-5774A4370D56}" type="presParOf" srcId="{9B3DB8A7-A965-4B6C-AE29-660D593D3805}" destId="{517EF9E0-23A5-4DB1-B338-CED7DAE6934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C1FE58-BFDF-4C2A-BDF7-BAF06D8610D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75992A6E-333D-40A8-A0E8-F322F18B0F93}">
      <dgm:prSet phldrT="[Text]" custT="1"/>
      <dgm:spPr/>
      <dgm:t>
        <a:bodyPr/>
        <a:lstStyle/>
        <a:p>
          <a:r>
            <a:rPr lang="en-US" sz="2000" b="1" dirty="0"/>
            <a:t>What is Decentralized Identity (DI)?</a:t>
          </a:r>
        </a:p>
      </dgm:t>
    </dgm:pt>
    <dgm:pt modelId="{A3F467D1-9035-476F-AEFD-9933D2CA960C}" type="parTrans" cxnId="{6D2751D3-CB52-46D4-A93C-0C8C48D85C15}">
      <dgm:prSet/>
      <dgm:spPr/>
      <dgm:t>
        <a:bodyPr/>
        <a:lstStyle/>
        <a:p>
          <a:endParaRPr lang="en-US"/>
        </a:p>
      </dgm:t>
    </dgm:pt>
    <dgm:pt modelId="{A959E98B-3126-4526-A9EA-04A08BDCB597}" type="sibTrans" cxnId="{6D2751D3-CB52-46D4-A93C-0C8C48D85C15}">
      <dgm:prSet/>
      <dgm:spPr/>
      <dgm:t>
        <a:bodyPr/>
        <a:lstStyle/>
        <a:p>
          <a:endParaRPr lang="en-US"/>
        </a:p>
      </dgm:t>
    </dgm:pt>
    <dgm:pt modelId="{7445F6DC-8B9D-4D65-BC1B-C5F6D7A7C55C}">
      <dgm:prSet phldrT="[Text]" custT="1"/>
      <dgm:spPr/>
      <dgm:t>
        <a:bodyPr/>
        <a:lstStyle/>
        <a:p>
          <a:r>
            <a:rPr lang="en-US" sz="1000" dirty="0"/>
            <a:t>A new way of managing digital identities where individuals control their own data.</a:t>
          </a:r>
        </a:p>
      </dgm:t>
    </dgm:pt>
    <dgm:pt modelId="{DD6739C7-C23A-43CD-A70A-E1496A4ABB46}" type="parTrans" cxnId="{71443B5E-7EC6-4AF1-B47D-08B841BE0E34}">
      <dgm:prSet/>
      <dgm:spPr/>
      <dgm:t>
        <a:bodyPr/>
        <a:lstStyle/>
        <a:p>
          <a:endParaRPr lang="en-US"/>
        </a:p>
      </dgm:t>
    </dgm:pt>
    <dgm:pt modelId="{E1097740-40AF-4D84-A52D-61A6371DC2A2}" type="sibTrans" cxnId="{71443B5E-7EC6-4AF1-B47D-08B841BE0E34}">
      <dgm:prSet/>
      <dgm:spPr/>
      <dgm:t>
        <a:bodyPr/>
        <a:lstStyle/>
        <a:p>
          <a:endParaRPr lang="en-US"/>
        </a:p>
      </dgm:t>
    </dgm:pt>
    <dgm:pt modelId="{D78312D1-C0E5-4561-9523-CA8D3826B4D6}">
      <dgm:prSet phldrT="[Text]" custT="1"/>
      <dgm:spPr/>
      <dgm:t>
        <a:bodyPr/>
        <a:lstStyle/>
        <a:p>
          <a:r>
            <a:rPr lang="en-US" sz="2000" b="1" dirty="0"/>
            <a:t>Why It’s Important</a:t>
          </a:r>
        </a:p>
      </dgm:t>
    </dgm:pt>
    <dgm:pt modelId="{CC222A49-3372-4AEB-8034-C9065AE817F5}" type="parTrans" cxnId="{98CEDDDF-04FE-4D2F-831F-29CCCF388E7D}">
      <dgm:prSet/>
      <dgm:spPr/>
      <dgm:t>
        <a:bodyPr/>
        <a:lstStyle/>
        <a:p>
          <a:endParaRPr lang="en-US"/>
        </a:p>
      </dgm:t>
    </dgm:pt>
    <dgm:pt modelId="{DE4E9FFB-F867-457D-BB71-E466E3D9EFF5}" type="sibTrans" cxnId="{98CEDDDF-04FE-4D2F-831F-29CCCF388E7D}">
      <dgm:prSet/>
      <dgm:spPr/>
      <dgm:t>
        <a:bodyPr/>
        <a:lstStyle/>
        <a:p>
          <a:endParaRPr lang="en-US"/>
        </a:p>
      </dgm:t>
    </dgm:pt>
    <dgm:pt modelId="{B45E5921-5537-48C5-8508-2E51CB9A6634}">
      <dgm:prSet phldrT="[Text]"/>
      <dgm:spPr/>
      <dgm:t>
        <a:bodyPr/>
        <a:lstStyle/>
        <a:p>
          <a:endParaRPr lang="en-US" sz="800" dirty="0"/>
        </a:p>
      </dgm:t>
    </dgm:pt>
    <dgm:pt modelId="{5E6E149E-7D0D-487F-9E0C-C407D6B0D561}" type="parTrans" cxnId="{495A4B7D-CBA0-4C3F-9B5B-16CEC6B77CA4}">
      <dgm:prSet/>
      <dgm:spPr/>
      <dgm:t>
        <a:bodyPr/>
        <a:lstStyle/>
        <a:p>
          <a:endParaRPr lang="en-US"/>
        </a:p>
      </dgm:t>
    </dgm:pt>
    <dgm:pt modelId="{2479453F-BA10-4119-88E3-460A56A5AF64}" type="sibTrans" cxnId="{495A4B7D-CBA0-4C3F-9B5B-16CEC6B77CA4}">
      <dgm:prSet/>
      <dgm:spPr/>
      <dgm:t>
        <a:bodyPr/>
        <a:lstStyle/>
        <a:p>
          <a:endParaRPr lang="en-US"/>
        </a:p>
      </dgm:t>
    </dgm:pt>
    <dgm:pt modelId="{6A215ECF-792A-4708-A04D-B639D60F73DB}">
      <dgm:prSet custT="1"/>
      <dgm:spPr/>
      <dgm:t>
        <a:bodyPr/>
        <a:lstStyle/>
        <a:p>
          <a:r>
            <a:rPr lang="en-US" sz="1000" b="1" dirty="0"/>
            <a:t>Privacy &amp; Security: </a:t>
          </a:r>
          <a:r>
            <a:rPr lang="en-US" sz="1000" dirty="0"/>
            <a:t>No giant database to hack; users decide what data to share and with whom.</a:t>
          </a:r>
        </a:p>
      </dgm:t>
    </dgm:pt>
    <dgm:pt modelId="{5695BD28-7E16-45B0-BFF6-4E2840AFD508}" type="parTrans" cxnId="{3C0AA128-B2C5-4469-9D23-6EA4B1E8BEC7}">
      <dgm:prSet/>
      <dgm:spPr/>
      <dgm:t>
        <a:bodyPr/>
        <a:lstStyle/>
        <a:p>
          <a:endParaRPr lang="en-US"/>
        </a:p>
      </dgm:t>
    </dgm:pt>
    <dgm:pt modelId="{2877F100-5485-4607-ADC7-5CA792157A69}" type="sibTrans" cxnId="{3C0AA128-B2C5-4469-9D23-6EA4B1E8BEC7}">
      <dgm:prSet/>
      <dgm:spPr/>
      <dgm:t>
        <a:bodyPr/>
        <a:lstStyle/>
        <a:p>
          <a:endParaRPr lang="en-US"/>
        </a:p>
      </dgm:t>
    </dgm:pt>
    <dgm:pt modelId="{29BF8619-736C-4E0F-8F2F-FB8FB833DB4B}">
      <dgm:prSet custT="1"/>
      <dgm:spPr/>
      <dgm:t>
        <a:bodyPr/>
        <a:lstStyle/>
        <a:p>
          <a:r>
            <a:rPr lang="en-US" sz="2000" b="1" dirty="0"/>
            <a:t>Key Benefits</a:t>
          </a:r>
        </a:p>
      </dgm:t>
    </dgm:pt>
    <dgm:pt modelId="{DD67BBCD-9661-4949-B7AD-35684569C4A4}" type="parTrans" cxnId="{E17AFB0F-4F08-4FEB-ABDF-0ED9D2639B8E}">
      <dgm:prSet/>
      <dgm:spPr/>
      <dgm:t>
        <a:bodyPr/>
        <a:lstStyle/>
        <a:p>
          <a:endParaRPr lang="en-US"/>
        </a:p>
      </dgm:t>
    </dgm:pt>
    <dgm:pt modelId="{793672EB-AEE6-40C0-B24B-AB89486CEE0E}" type="sibTrans" cxnId="{E17AFB0F-4F08-4FEB-ABDF-0ED9D2639B8E}">
      <dgm:prSet/>
      <dgm:spPr/>
      <dgm:t>
        <a:bodyPr/>
        <a:lstStyle/>
        <a:p>
          <a:endParaRPr lang="en-US"/>
        </a:p>
      </dgm:t>
    </dgm:pt>
    <dgm:pt modelId="{5ACE65D1-4673-497C-ADA6-68B1C55F3320}">
      <dgm:prSet/>
      <dgm:spPr/>
      <dgm:t>
        <a:bodyPr/>
        <a:lstStyle/>
        <a:p>
          <a:endParaRPr lang="en-US" dirty="0"/>
        </a:p>
      </dgm:t>
    </dgm:pt>
    <dgm:pt modelId="{9D48E2A3-0025-4CEC-88AB-851FA44725E1}" type="parTrans" cxnId="{FE004BE2-A621-4E70-B1C2-54B80A448899}">
      <dgm:prSet/>
      <dgm:spPr/>
      <dgm:t>
        <a:bodyPr/>
        <a:lstStyle/>
        <a:p>
          <a:endParaRPr lang="en-US"/>
        </a:p>
      </dgm:t>
    </dgm:pt>
    <dgm:pt modelId="{FB973C34-AF29-4E42-9D8F-F730C24D72CE}" type="sibTrans" cxnId="{FE004BE2-A621-4E70-B1C2-54B80A448899}">
      <dgm:prSet/>
      <dgm:spPr/>
      <dgm:t>
        <a:bodyPr/>
        <a:lstStyle/>
        <a:p>
          <a:endParaRPr lang="en-US"/>
        </a:p>
      </dgm:t>
    </dgm:pt>
    <dgm:pt modelId="{35D812CF-52F7-4A1F-B9BB-2700E4F71AE7}">
      <dgm:prSet/>
      <dgm:spPr/>
      <dgm:t>
        <a:bodyPr/>
        <a:lstStyle/>
        <a:p>
          <a:r>
            <a:rPr lang="en-US" b="1" dirty="0"/>
            <a:t>Full Control: </a:t>
          </a:r>
          <a:r>
            <a:rPr lang="en-US" dirty="0"/>
            <a:t>You’re in charge of your digital identity details (no middleman).</a:t>
          </a:r>
        </a:p>
      </dgm:t>
    </dgm:pt>
    <dgm:pt modelId="{C4BDA2DA-4BD5-4378-AF69-5C62913E134E}" type="parTrans" cxnId="{54450EE8-3B3D-4AD2-BEB7-08966FAAA94E}">
      <dgm:prSet/>
      <dgm:spPr/>
      <dgm:t>
        <a:bodyPr/>
        <a:lstStyle/>
        <a:p>
          <a:endParaRPr lang="en-US"/>
        </a:p>
      </dgm:t>
    </dgm:pt>
    <dgm:pt modelId="{AD8A2A55-B56A-40F8-A8DD-FFB959C39638}" type="sibTrans" cxnId="{54450EE8-3B3D-4AD2-BEB7-08966FAAA94E}">
      <dgm:prSet/>
      <dgm:spPr/>
      <dgm:t>
        <a:bodyPr/>
        <a:lstStyle/>
        <a:p>
          <a:endParaRPr lang="en-US"/>
        </a:p>
      </dgm:t>
    </dgm:pt>
    <dgm:pt modelId="{676432AB-6D3E-461F-8471-96BC09FAB74B}">
      <dgm:prSet custT="1"/>
      <dgm:spPr/>
      <dgm:t>
        <a:bodyPr/>
        <a:lstStyle/>
        <a:p>
          <a:r>
            <a:rPr lang="en-US" sz="1000" dirty="0"/>
            <a:t>Unlike traditional systems (centralized), there’s no single “authority” holding all your info.</a:t>
          </a:r>
        </a:p>
      </dgm:t>
    </dgm:pt>
    <dgm:pt modelId="{4B4C2255-463C-493F-97FC-3AB616A85ECD}" type="parTrans" cxnId="{4C031493-C19B-420F-B7BD-C387B42C0E12}">
      <dgm:prSet/>
      <dgm:spPr/>
      <dgm:t>
        <a:bodyPr/>
        <a:lstStyle/>
        <a:p>
          <a:endParaRPr lang="en-US"/>
        </a:p>
      </dgm:t>
    </dgm:pt>
    <dgm:pt modelId="{EC1C7E83-851F-40D5-933B-E0DF461D62A0}" type="sibTrans" cxnId="{4C031493-C19B-420F-B7BD-C387B42C0E12}">
      <dgm:prSet/>
      <dgm:spPr/>
      <dgm:t>
        <a:bodyPr/>
        <a:lstStyle/>
        <a:p>
          <a:endParaRPr lang="en-US"/>
        </a:p>
      </dgm:t>
    </dgm:pt>
    <dgm:pt modelId="{F75B194F-D0A3-4102-B8C9-44E494AF94FF}">
      <dgm:prSet custT="1"/>
      <dgm:spPr/>
      <dgm:t>
        <a:bodyPr/>
        <a:lstStyle/>
        <a:p>
          <a:r>
            <a:rPr lang="en-US" sz="1000" b="1" dirty="0"/>
            <a:t>User Empowerment: </a:t>
          </a:r>
          <a:r>
            <a:rPr lang="en-US" sz="1000" dirty="0"/>
            <a:t>People own their credentials (e.g., ID cards, certificates) instead of relying </a:t>
          </a:r>
          <a:r>
            <a:rPr lang="en-US" sz="1000" b="1" dirty="0"/>
            <a:t>on big corporations.</a:t>
          </a:r>
        </a:p>
      </dgm:t>
    </dgm:pt>
    <dgm:pt modelId="{BA169658-5D28-4EBD-B316-FDB3CFDDFB21}" type="parTrans" cxnId="{A0CE79EE-5330-4AE0-8073-5185D7F978D0}">
      <dgm:prSet/>
      <dgm:spPr/>
      <dgm:t>
        <a:bodyPr/>
        <a:lstStyle/>
        <a:p>
          <a:endParaRPr lang="en-US"/>
        </a:p>
      </dgm:t>
    </dgm:pt>
    <dgm:pt modelId="{71F86818-150F-4816-96A0-D3FA051D7525}" type="sibTrans" cxnId="{A0CE79EE-5330-4AE0-8073-5185D7F978D0}">
      <dgm:prSet/>
      <dgm:spPr/>
      <dgm:t>
        <a:bodyPr/>
        <a:lstStyle/>
        <a:p>
          <a:endParaRPr lang="en-US"/>
        </a:p>
      </dgm:t>
    </dgm:pt>
    <dgm:pt modelId="{9FE2B653-8CA3-4889-9024-E75D4F9D1212}">
      <dgm:prSet custT="1"/>
      <dgm:spPr/>
      <dgm:t>
        <a:bodyPr/>
        <a:lstStyle/>
        <a:p>
          <a:r>
            <a:rPr lang="en-US" sz="1000" b="1" dirty="0"/>
            <a:t>Reduced Fraud: </a:t>
          </a:r>
          <a:r>
            <a:rPr lang="en-US" sz="1000" dirty="0"/>
            <a:t>Uses cryptographic proofs (like blockchain) so it’s much harder to fake or tamper with credentials.</a:t>
          </a:r>
        </a:p>
      </dgm:t>
    </dgm:pt>
    <dgm:pt modelId="{41375054-453A-4E96-945D-9B364D87A794}" type="parTrans" cxnId="{E4D2CEC2-84BB-468D-B170-1DFB1E745683}">
      <dgm:prSet/>
      <dgm:spPr/>
      <dgm:t>
        <a:bodyPr/>
        <a:lstStyle/>
        <a:p>
          <a:endParaRPr lang="en-US"/>
        </a:p>
      </dgm:t>
    </dgm:pt>
    <dgm:pt modelId="{55019127-85B4-4B36-9D49-8C660BAF4A48}" type="sibTrans" cxnId="{E4D2CEC2-84BB-468D-B170-1DFB1E745683}">
      <dgm:prSet/>
      <dgm:spPr/>
      <dgm:t>
        <a:bodyPr/>
        <a:lstStyle/>
        <a:p>
          <a:endParaRPr lang="en-US"/>
        </a:p>
      </dgm:t>
    </dgm:pt>
    <dgm:pt modelId="{6ABDAF13-592F-486F-95B3-0539C1231D55}">
      <dgm:prSet/>
      <dgm:spPr/>
      <dgm:t>
        <a:bodyPr/>
        <a:lstStyle/>
        <a:p>
          <a:r>
            <a:rPr lang="en-US" b="1" dirty="0"/>
            <a:t>Interoperable: </a:t>
          </a:r>
          <a:r>
            <a:rPr lang="en-US" dirty="0"/>
            <a:t>Use the same verified credentials across multiple platforms.</a:t>
          </a:r>
        </a:p>
      </dgm:t>
    </dgm:pt>
    <dgm:pt modelId="{3B8F4C85-98FF-424A-B007-A3AD7E3B3779}" type="parTrans" cxnId="{ABD205A4-1C2A-4E44-BED3-6F7DA501EA25}">
      <dgm:prSet/>
      <dgm:spPr/>
      <dgm:t>
        <a:bodyPr/>
        <a:lstStyle/>
        <a:p>
          <a:endParaRPr lang="en-US"/>
        </a:p>
      </dgm:t>
    </dgm:pt>
    <dgm:pt modelId="{2C5BDA3D-695C-4D65-A6BC-69012D57CAC2}" type="sibTrans" cxnId="{ABD205A4-1C2A-4E44-BED3-6F7DA501EA25}">
      <dgm:prSet/>
      <dgm:spPr/>
      <dgm:t>
        <a:bodyPr/>
        <a:lstStyle/>
        <a:p>
          <a:endParaRPr lang="en-US"/>
        </a:p>
      </dgm:t>
    </dgm:pt>
    <dgm:pt modelId="{6A0FE870-76C6-49AB-A4A0-4372FF705CF9}">
      <dgm:prSet/>
      <dgm:spPr/>
      <dgm:t>
        <a:bodyPr/>
        <a:lstStyle/>
        <a:p>
          <a:r>
            <a:rPr lang="en-US" b="1" dirty="0"/>
            <a:t>Better Trust: </a:t>
          </a:r>
          <a:r>
            <a:rPr lang="en-US" dirty="0"/>
            <a:t>Organizations can verify credentials quickly, without storing them all in a central place.</a:t>
          </a:r>
        </a:p>
      </dgm:t>
    </dgm:pt>
    <dgm:pt modelId="{74EA0461-360D-4949-83A5-4505CC6F22BA}" type="parTrans" cxnId="{EB4D7F4C-654E-45B3-9C7D-CC43C21F5275}">
      <dgm:prSet/>
      <dgm:spPr/>
      <dgm:t>
        <a:bodyPr/>
        <a:lstStyle/>
        <a:p>
          <a:endParaRPr lang="en-US"/>
        </a:p>
      </dgm:t>
    </dgm:pt>
    <dgm:pt modelId="{E5D184A7-57C5-41A6-98FE-3E1CCAED3B98}" type="sibTrans" cxnId="{EB4D7F4C-654E-45B3-9C7D-CC43C21F5275}">
      <dgm:prSet/>
      <dgm:spPr/>
      <dgm:t>
        <a:bodyPr/>
        <a:lstStyle/>
        <a:p>
          <a:endParaRPr lang="en-US"/>
        </a:p>
      </dgm:t>
    </dgm:pt>
    <dgm:pt modelId="{7F4C6C52-DBE4-4365-A301-514B90F3D89F}" type="pres">
      <dgm:prSet presAssocID="{1FC1FE58-BFDF-4C2A-BDF7-BAF06D8610D0}" presName="Name0" presStyleCnt="0">
        <dgm:presLayoutVars>
          <dgm:dir/>
          <dgm:animLvl val="lvl"/>
          <dgm:resizeHandles val="exact"/>
        </dgm:presLayoutVars>
      </dgm:prSet>
      <dgm:spPr/>
    </dgm:pt>
    <dgm:pt modelId="{CF569ECA-01AC-4CE0-8A05-9310FE21CB5F}" type="pres">
      <dgm:prSet presAssocID="{75992A6E-333D-40A8-A0E8-F322F18B0F93}" presName="linNode" presStyleCnt="0"/>
      <dgm:spPr/>
    </dgm:pt>
    <dgm:pt modelId="{98A80F7A-8434-438D-9B3C-8B96EAFCE853}" type="pres">
      <dgm:prSet presAssocID="{75992A6E-333D-40A8-A0E8-F322F18B0F93}" presName="parentText" presStyleLbl="node1" presStyleIdx="0" presStyleCnt="3">
        <dgm:presLayoutVars>
          <dgm:chMax val="1"/>
          <dgm:bulletEnabled val="1"/>
        </dgm:presLayoutVars>
      </dgm:prSet>
      <dgm:spPr/>
    </dgm:pt>
    <dgm:pt modelId="{595CAAB2-4B0A-417A-92D0-CFF8DD65345A}" type="pres">
      <dgm:prSet presAssocID="{75992A6E-333D-40A8-A0E8-F322F18B0F93}" presName="descendantText" presStyleLbl="alignAccFollowNode1" presStyleIdx="0" presStyleCnt="3">
        <dgm:presLayoutVars>
          <dgm:bulletEnabled val="1"/>
        </dgm:presLayoutVars>
      </dgm:prSet>
      <dgm:spPr/>
    </dgm:pt>
    <dgm:pt modelId="{30BC43BA-9A33-4D05-88D9-4B77573D8227}" type="pres">
      <dgm:prSet presAssocID="{A959E98B-3126-4526-A9EA-04A08BDCB597}" presName="sp" presStyleCnt="0"/>
      <dgm:spPr/>
    </dgm:pt>
    <dgm:pt modelId="{8A0EF57D-90C4-42A7-9B05-3C21D3F89D42}" type="pres">
      <dgm:prSet presAssocID="{D78312D1-C0E5-4561-9523-CA8D3826B4D6}" presName="linNode" presStyleCnt="0"/>
      <dgm:spPr/>
    </dgm:pt>
    <dgm:pt modelId="{86070A82-A761-4669-85EE-25FB5DB75320}" type="pres">
      <dgm:prSet presAssocID="{D78312D1-C0E5-4561-9523-CA8D3826B4D6}" presName="parentText" presStyleLbl="node1" presStyleIdx="1" presStyleCnt="3">
        <dgm:presLayoutVars>
          <dgm:chMax val="1"/>
          <dgm:bulletEnabled val="1"/>
        </dgm:presLayoutVars>
      </dgm:prSet>
      <dgm:spPr/>
    </dgm:pt>
    <dgm:pt modelId="{2EFAF58C-5374-4F94-A8B3-D3734150E13C}" type="pres">
      <dgm:prSet presAssocID="{D78312D1-C0E5-4561-9523-CA8D3826B4D6}" presName="descendantText" presStyleLbl="alignAccFollowNode1" presStyleIdx="1" presStyleCnt="3">
        <dgm:presLayoutVars>
          <dgm:bulletEnabled val="1"/>
        </dgm:presLayoutVars>
      </dgm:prSet>
      <dgm:spPr/>
    </dgm:pt>
    <dgm:pt modelId="{5DC0569A-83E8-40C3-AFF4-180C3EC7058D}" type="pres">
      <dgm:prSet presAssocID="{DE4E9FFB-F867-457D-BB71-E466E3D9EFF5}" presName="sp" presStyleCnt="0"/>
      <dgm:spPr/>
    </dgm:pt>
    <dgm:pt modelId="{B0CA9B61-700B-4011-A8F9-E20C4645A788}" type="pres">
      <dgm:prSet presAssocID="{29BF8619-736C-4E0F-8F2F-FB8FB833DB4B}" presName="linNode" presStyleCnt="0"/>
      <dgm:spPr/>
    </dgm:pt>
    <dgm:pt modelId="{06D499EE-F60B-43D8-AE1B-A8138E7E18E5}" type="pres">
      <dgm:prSet presAssocID="{29BF8619-736C-4E0F-8F2F-FB8FB833DB4B}" presName="parentText" presStyleLbl="node1" presStyleIdx="2" presStyleCnt="3">
        <dgm:presLayoutVars>
          <dgm:chMax val="1"/>
          <dgm:bulletEnabled val="1"/>
        </dgm:presLayoutVars>
      </dgm:prSet>
      <dgm:spPr/>
    </dgm:pt>
    <dgm:pt modelId="{716D2E05-E5A1-484E-AABF-57DA71493E34}" type="pres">
      <dgm:prSet presAssocID="{29BF8619-736C-4E0F-8F2F-FB8FB833DB4B}" presName="descendantText" presStyleLbl="alignAccFollowNode1" presStyleIdx="2" presStyleCnt="3">
        <dgm:presLayoutVars>
          <dgm:bulletEnabled val="1"/>
        </dgm:presLayoutVars>
      </dgm:prSet>
      <dgm:spPr/>
    </dgm:pt>
  </dgm:ptLst>
  <dgm:cxnLst>
    <dgm:cxn modelId="{8A4DFB01-8ABE-4621-8D81-3D5B60EF9FFB}" type="presOf" srcId="{75992A6E-333D-40A8-A0E8-F322F18B0F93}" destId="{98A80F7A-8434-438D-9B3C-8B96EAFCE853}" srcOrd="0" destOrd="0" presId="urn:microsoft.com/office/officeart/2005/8/layout/vList5"/>
    <dgm:cxn modelId="{5FE0B404-1BB4-48E2-9270-8639BE890D01}" type="presOf" srcId="{6A215ECF-792A-4708-A04D-B639D60F73DB}" destId="{2EFAF58C-5374-4F94-A8B3-D3734150E13C}" srcOrd="0" destOrd="1" presId="urn:microsoft.com/office/officeart/2005/8/layout/vList5"/>
    <dgm:cxn modelId="{E17AFB0F-4F08-4FEB-ABDF-0ED9D2639B8E}" srcId="{1FC1FE58-BFDF-4C2A-BDF7-BAF06D8610D0}" destId="{29BF8619-736C-4E0F-8F2F-FB8FB833DB4B}" srcOrd="2" destOrd="0" parTransId="{DD67BBCD-9661-4949-B7AD-35684569C4A4}" sibTransId="{793672EB-AEE6-40C0-B24B-AB89486CEE0E}"/>
    <dgm:cxn modelId="{8315781E-A3D8-42ED-82EB-5320762C9561}" type="presOf" srcId="{6A0FE870-76C6-49AB-A4A0-4372FF705CF9}" destId="{716D2E05-E5A1-484E-AABF-57DA71493E34}" srcOrd="0" destOrd="3" presId="urn:microsoft.com/office/officeart/2005/8/layout/vList5"/>
    <dgm:cxn modelId="{2D320F27-CE65-44D5-B6E4-2E068A2722AB}" type="presOf" srcId="{B45E5921-5537-48C5-8508-2E51CB9A6634}" destId="{2EFAF58C-5374-4F94-A8B3-D3734150E13C}" srcOrd="0" destOrd="0" presId="urn:microsoft.com/office/officeart/2005/8/layout/vList5"/>
    <dgm:cxn modelId="{18C4DA27-0F5A-475E-AAE4-1AB0F7C25374}" type="presOf" srcId="{F75B194F-D0A3-4102-B8C9-44E494AF94FF}" destId="{2EFAF58C-5374-4F94-A8B3-D3734150E13C}" srcOrd="0" destOrd="2" presId="urn:microsoft.com/office/officeart/2005/8/layout/vList5"/>
    <dgm:cxn modelId="{3C0AA128-B2C5-4469-9D23-6EA4B1E8BEC7}" srcId="{D78312D1-C0E5-4561-9523-CA8D3826B4D6}" destId="{6A215ECF-792A-4708-A04D-B639D60F73DB}" srcOrd="1" destOrd="0" parTransId="{5695BD28-7E16-45B0-BFF6-4E2840AFD508}" sibTransId="{2877F100-5485-4607-ADC7-5CA792157A69}"/>
    <dgm:cxn modelId="{D3C22333-8E4F-40A0-81BC-DB55B9B59BA1}" type="presOf" srcId="{D78312D1-C0E5-4561-9523-CA8D3826B4D6}" destId="{86070A82-A761-4669-85EE-25FB5DB75320}" srcOrd="0" destOrd="0" presId="urn:microsoft.com/office/officeart/2005/8/layout/vList5"/>
    <dgm:cxn modelId="{71443B5E-7EC6-4AF1-B47D-08B841BE0E34}" srcId="{75992A6E-333D-40A8-A0E8-F322F18B0F93}" destId="{7445F6DC-8B9D-4D65-BC1B-C5F6D7A7C55C}" srcOrd="0" destOrd="0" parTransId="{DD6739C7-C23A-43CD-A70A-E1496A4ABB46}" sibTransId="{E1097740-40AF-4D84-A52D-61A6371DC2A2}"/>
    <dgm:cxn modelId="{EB4D7F4C-654E-45B3-9C7D-CC43C21F5275}" srcId="{29BF8619-736C-4E0F-8F2F-FB8FB833DB4B}" destId="{6A0FE870-76C6-49AB-A4A0-4372FF705CF9}" srcOrd="3" destOrd="0" parTransId="{74EA0461-360D-4949-83A5-4505CC6F22BA}" sibTransId="{E5D184A7-57C5-41A6-98FE-3E1CCAED3B98}"/>
    <dgm:cxn modelId="{4535C878-4541-4BD4-851E-013095FADC4E}" type="presOf" srcId="{7445F6DC-8B9D-4D65-BC1B-C5F6D7A7C55C}" destId="{595CAAB2-4B0A-417A-92D0-CFF8DD65345A}" srcOrd="0" destOrd="0" presId="urn:microsoft.com/office/officeart/2005/8/layout/vList5"/>
    <dgm:cxn modelId="{50FDEA7B-0900-4DD1-8546-E61BC2F04E2A}" type="presOf" srcId="{676432AB-6D3E-461F-8471-96BC09FAB74B}" destId="{595CAAB2-4B0A-417A-92D0-CFF8DD65345A}" srcOrd="0" destOrd="1" presId="urn:microsoft.com/office/officeart/2005/8/layout/vList5"/>
    <dgm:cxn modelId="{495A4B7D-CBA0-4C3F-9B5B-16CEC6B77CA4}" srcId="{D78312D1-C0E5-4561-9523-CA8D3826B4D6}" destId="{B45E5921-5537-48C5-8508-2E51CB9A6634}" srcOrd="0" destOrd="0" parTransId="{5E6E149E-7D0D-487F-9E0C-C407D6B0D561}" sibTransId="{2479453F-BA10-4119-88E3-460A56A5AF64}"/>
    <dgm:cxn modelId="{4C031493-C19B-420F-B7BD-C387B42C0E12}" srcId="{75992A6E-333D-40A8-A0E8-F322F18B0F93}" destId="{676432AB-6D3E-461F-8471-96BC09FAB74B}" srcOrd="1" destOrd="0" parTransId="{4B4C2255-463C-493F-97FC-3AB616A85ECD}" sibTransId="{EC1C7E83-851F-40D5-933B-E0DF461D62A0}"/>
    <dgm:cxn modelId="{ABD205A4-1C2A-4E44-BED3-6F7DA501EA25}" srcId="{29BF8619-736C-4E0F-8F2F-FB8FB833DB4B}" destId="{6ABDAF13-592F-486F-95B3-0539C1231D55}" srcOrd="2" destOrd="0" parTransId="{3B8F4C85-98FF-424A-B007-A3AD7E3B3779}" sibTransId="{2C5BDA3D-695C-4D65-A6BC-69012D57CAC2}"/>
    <dgm:cxn modelId="{0B3F4DB0-27DB-4FCD-8F0F-62F3A11CC472}" type="presOf" srcId="{9FE2B653-8CA3-4889-9024-E75D4F9D1212}" destId="{2EFAF58C-5374-4F94-A8B3-D3734150E13C}" srcOrd="0" destOrd="3" presId="urn:microsoft.com/office/officeart/2005/8/layout/vList5"/>
    <dgm:cxn modelId="{CCDDDBC0-51D4-4A3D-8EBB-F88642FAA4AB}" type="presOf" srcId="{1FC1FE58-BFDF-4C2A-BDF7-BAF06D8610D0}" destId="{7F4C6C52-DBE4-4365-A301-514B90F3D89F}" srcOrd="0" destOrd="0" presId="urn:microsoft.com/office/officeart/2005/8/layout/vList5"/>
    <dgm:cxn modelId="{E4D2CEC2-84BB-468D-B170-1DFB1E745683}" srcId="{D78312D1-C0E5-4561-9523-CA8D3826B4D6}" destId="{9FE2B653-8CA3-4889-9024-E75D4F9D1212}" srcOrd="3" destOrd="0" parTransId="{41375054-453A-4E96-945D-9B364D87A794}" sibTransId="{55019127-85B4-4B36-9D49-8C660BAF4A48}"/>
    <dgm:cxn modelId="{6D2751D3-CB52-46D4-A93C-0C8C48D85C15}" srcId="{1FC1FE58-BFDF-4C2A-BDF7-BAF06D8610D0}" destId="{75992A6E-333D-40A8-A0E8-F322F18B0F93}" srcOrd="0" destOrd="0" parTransId="{A3F467D1-9035-476F-AEFD-9933D2CA960C}" sibTransId="{A959E98B-3126-4526-A9EA-04A08BDCB597}"/>
    <dgm:cxn modelId="{3C71E4D9-416A-47D4-8FA3-60B64606E2B9}" type="presOf" srcId="{35D812CF-52F7-4A1F-B9BB-2700E4F71AE7}" destId="{716D2E05-E5A1-484E-AABF-57DA71493E34}" srcOrd="0" destOrd="1" presId="urn:microsoft.com/office/officeart/2005/8/layout/vList5"/>
    <dgm:cxn modelId="{98CEDDDF-04FE-4D2F-831F-29CCCF388E7D}" srcId="{1FC1FE58-BFDF-4C2A-BDF7-BAF06D8610D0}" destId="{D78312D1-C0E5-4561-9523-CA8D3826B4D6}" srcOrd="1" destOrd="0" parTransId="{CC222A49-3372-4AEB-8034-C9065AE817F5}" sibTransId="{DE4E9FFB-F867-457D-BB71-E466E3D9EFF5}"/>
    <dgm:cxn modelId="{FE004BE2-A621-4E70-B1C2-54B80A448899}" srcId="{29BF8619-736C-4E0F-8F2F-FB8FB833DB4B}" destId="{5ACE65D1-4673-497C-ADA6-68B1C55F3320}" srcOrd="0" destOrd="0" parTransId="{9D48E2A3-0025-4CEC-88AB-851FA44725E1}" sibTransId="{FB973C34-AF29-4E42-9D8F-F730C24D72CE}"/>
    <dgm:cxn modelId="{54450EE8-3B3D-4AD2-BEB7-08966FAAA94E}" srcId="{29BF8619-736C-4E0F-8F2F-FB8FB833DB4B}" destId="{35D812CF-52F7-4A1F-B9BB-2700E4F71AE7}" srcOrd="1" destOrd="0" parTransId="{C4BDA2DA-4BD5-4378-AF69-5C62913E134E}" sibTransId="{AD8A2A55-B56A-40F8-A8DD-FFB959C39638}"/>
    <dgm:cxn modelId="{A0CE79EE-5330-4AE0-8073-5185D7F978D0}" srcId="{D78312D1-C0E5-4561-9523-CA8D3826B4D6}" destId="{F75B194F-D0A3-4102-B8C9-44E494AF94FF}" srcOrd="2" destOrd="0" parTransId="{BA169658-5D28-4EBD-B316-FDB3CFDDFB21}" sibTransId="{71F86818-150F-4816-96A0-D3FA051D7525}"/>
    <dgm:cxn modelId="{A3CF4EF6-8165-4A2A-ACBB-48448252CF44}" type="presOf" srcId="{5ACE65D1-4673-497C-ADA6-68B1C55F3320}" destId="{716D2E05-E5A1-484E-AABF-57DA71493E34}" srcOrd="0" destOrd="0" presId="urn:microsoft.com/office/officeart/2005/8/layout/vList5"/>
    <dgm:cxn modelId="{08F5DAFB-4DCD-4D7D-8A62-0417E0AC6BEE}" type="presOf" srcId="{29BF8619-736C-4E0F-8F2F-FB8FB833DB4B}" destId="{06D499EE-F60B-43D8-AE1B-A8138E7E18E5}" srcOrd="0" destOrd="0" presId="urn:microsoft.com/office/officeart/2005/8/layout/vList5"/>
    <dgm:cxn modelId="{B8C4CCFC-96B7-436E-9677-3B46D82AC5F0}" type="presOf" srcId="{6ABDAF13-592F-486F-95B3-0539C1231D55}" destId="{716D2E05-E5A1-484E-AABF-57DA71493E34}" srcOrd="0" destOrd="2" presId="urn:microsoft.com/office/officeart/2005/8/layout/vList5"/>
    <dgm:cxn modelId="{43D8585A-D36F-4647-A442-65CF36F9580E}" type="presParOf" srcId="{7F4C6C52-DBE4-4365-A301-514B90F3D89F}" destId="{CF569ECA-01AC-4CE0-8A05-9310FE21CB5F}" srcOrd="0" destOrd="0" presId="urn:microsoft.com/office/officeart/2005/8/layout/vList5"/>
    <dgm:cxn modelId="{4DB09ED6-BA1F-4C89-BA82-B8B298704FD2}" type="presParOf" srcId="{CF569ECA-01AC-4CE0-8A05-9310FE21CB5F}" destId="{98A80F7A-8434-438D-9B3C-8B96EAFCE853}" srcOrd="0" destOrd="0" presId="urn:microsoft.com/office/officeart/2005/8/layout/vList5"/>
    <dgm:cxn modelId="{766CAED3-E9F9-4E8E-879C-982AAA446802}" type="presParOf" srcId="{CF569ECA-01AC-4CE0-8A05-9310FE21CB5F}" destId="{595CAAB2-4B0A-417A-92D0-CFF8DD65345A}" srcOrd="1" destOrd="0" presId="urn:microsoft.com/office/officeart/2005/8/layout/vList5"/>
    <dgm:cxn modelId="{394414AD-AF3E-4D7F-AD13-9F56F318D93D}" type="presParOf" srcId="{7F4C6C52-DBE4-4365-A301-514B90F3D89F}" destId="{30BC43BA-9A33-4D05-88D9-4B77573D8227}" srcOrd="1" destOrd="0" presId="urn:microsoft.com/office/officeart/2005/8/layout/vList5"/>
    <dgm:cxn modelId="{33D0E7DD-C5E1-46D2-A22B-3430764A2A77}" type="presParOf" srcId="{7F4C6C52-DBE4-4365-A301-514B90F3D89F}" destId="{8A0EF57D-90C4-42A7-9B05-3C21D3F89D42}" srcOrd="2" destOrd="0" presId="urn:microsoft.com/office/officeart/2005/8/layout/vList5"/>
    <dgm:cxn modelId="{9D37DDAD-C388-492D-BAC3-CB437C96B0E1}" type="presParOf" srcId="{8A0EF57D-90C4-42A7-9B05-3C21D3F89D42}" destId="{86070A82-A761-4669-85EE-25FB5DB75320}" srcOrd="0" destOrd="0" presId="urn:microsoft.com/office/officeart/2005/8/layout/vList5"/>
    <dgm:cxn modelId="{B8BB8DBE-88E3-4D26-846B-45EC49003340}" type="presParOf" srcId="{8A0EF57D-90C4-42A7-9B05-3C21D3F89D42}" destId="{2EFAF58C-5374-4F94-A8B3-D3734150E13C}" srcOrd="1" destOrd="0" presId="urn:microsoft.com/office/officeart/2005/8/layout/vList5"/>
    <dgm:cxn modelId="{F14AC00A-9039-46C6-B8CD-A1B1D75D66C2}" type="presParOf" srcId="{7F4C6C52-DBE4-4365-A301-514B90F3D89F}" destId="{5DC0569A-83E8-40C3-AFF4-180C3EC7058D}" srcOrd="3" destOrd="0" presId="urn:microsoft.com/office/officeart/2005/8/layout/vList5"/>
    <dgm:cxn modelId="{2C25B2DD-5D4C-4BF2-9D96-2E80031FF2B2}" type="presParOf" srcId="{7F4C6C52-DBE4-4365-A301-514B90F3D89F}" destId="{B0CA9B61-700B-4011-A8F9-E20C4645A788}" srcOrd="4" destOrd="0" presId="urn:microsoft.com/office/officeart/2005/8/layout/vList5"/>
    <dgm:cxn modelId="{8B07E55B-659E-47FB-A180-22477C42F725}" type="presParOf" srcId="{B0CA9B61-700B-4011-A8F9-E20C4645A788}" destId="{06D499EE-F60B-43D8-AE1B-A8138E7E18E5}" srcOrd="0" destOrd="0" presId="urn:microsoft.com/office/officeart/2005/8/layout/vList5"/>
    <dgm:cxn modelId="{B7018F46-E787-45C6-B9A8-C43D3836775A}" type="presParOf" srcId="{B0CA9B61-700B-4011-A8F9-E20C4645A788}" destId="{716D2E05-E5A1-484E-AABF-57DA71493E3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FC33CCF-A9B7-40F0-9612-2D26A7A335C8}"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en-US"/>
        </a:p>
      </dgm:t>
    </dgm:pt>
    <dgm:pt modelId="{2B780B04-6531-4A3E-917B-C64792D3F553}">
      <dgm:prSet phldrT="[Text]" custT="1"/>
      <dgm:spPr/>
      <dgm:t>
        <a:bodyPr/>
        <a:lstStyle/>
        <a:p>
          <a:r>
            <a:rPr lang="en-US" sz="1800" b="1" dirty="0"/>
            <a:t>How Decentralized Identity Works</a:t>
          </a:r>
          <a:endParaRPr lang="en-US" sz="1800" dirty="0"/>
        </a:p>
      </dgm:t>
    </dgm:pt>
    <dgm:pt modelId="{54673F4F-14C0-47C2-868D-170CBF7C52C3}" type="parTrans" cxnId="{2BB8D5C8-02D3-4C29-9019-3FE04C3522D2}">
      <dgm:prSet/>
      <dgm:spPr/>
      <dgm:t>
        <a:bodyPr/>
        <a:lstStyle/>
        <a:p>
          <a:endParaRPr lang="en-US"/>
        </a:p>
      </dgm:t>
    </dgm:pt>
    <dgm:pt modelId="{16159D5B-1AD8-43DF-846C-5650D561995C}" type="sibTrans" cxnId="{2BB8D5C8-02D3-4C29-9019-3FE04C3522D2}">
      <dgm:prSet/>
      <dgm:spPr/>
      <dgm:t>
        <a:bodyPr/>
        <a:lstStyle/>
        <a:p>
          <a:endParaRPr lang="en-US"/>
        </a:p>
      </dgm:t>
    </dgm:pt>
    <dgm:pt modelId="{AD1967AF-D829-45E7-9CB9-F47805048BCB}">
      <dgm:prSet phldrT="[Text]" custT="1"/>
      <dgm:spPr/>
      <dgm:t>
        <a:bodyPr/>
        <a:lstStyle/>
        <a:p>
          <a:r>
            <a:rPr lang="en-US" sz="1200" b="1" dirty="0"/>
            <a:t>Blockchain-Based Identity: </a:t>
          </a:r>
          <a:r>
            <a:rPr lang="en-US" sz="1200" dirty="0"/>
            <a:t>Uses distributed ledgers (like blockchain) to store public keys or identity references securely. </a:t>
          </a:r>
        </a:p>
      </dgm:t>
    </dgm:pt>
    <dgm:pt modelId="{7C07FA77-96A9-4195-9DBB-EEF459B3BB0B}" type="parTrans" cxnId="{02C4303F-EE2A-4401-A15B-2E3104FEB5CB}">
      <dgm:prSet/>
      <dgm:spPr/>
      <dgm:t>
        <a:bodyPr/>
        <a:lstStyle/>
        <a:p>
          <a:endParaRPr lang="en-US"/>
        </a:p>
      </dgm:t>
    </dgm:pt>
    <dgm:pt modelId="{329437DB-00A7-4736-AD4F-30F2D80AD851}" type="sibTrans" cxnId="{02C4303F-EE2A-4401-A15B-2E3104FEB5CB}">
      <dgm:prSet/>
      <dgm:spPr/>
      <dgm:t>
        <a:bodyPr/>
        <a:lstStyle/>
        <a:p>
          <a:endParaRPr lang="en-US"/>
        </a:p>
      </dgm:t>
    </dgm:pt>
    <dgm:pt modelId="{7EA61E6D-FAD2-42DF-B8AB-449FD3287734}">
      <dgm:prSet phldrT="[Text]" custT="1"/>
      <dgm:spPr/>
      <dgm:t>
        <a:bodyPr/>
        <a:lstStyle/>
        <a:p>
          <a:r>
            <a:rPr lang="en-US" sz="1800" b="1" kern="1200" dirty="0"/>
            <a:t>Key Components</a:t>
          </a:r>
          <a:endParaRPr lang="en-US" sz="1800" kern="1200" dirty="0">
            <a:latin typeface="Calibri" panose="020F0502020204030204"/>
            <a:ea typeface="+mn-ea"/>
            <a:cs typeface="+mn-cs"/>
          </a:endParaRPr>
        </a:p>
      </dgm:t>
    </dgm:pt>
    <dgm:pt modelId="{BF4D381C-265D-4F1E-BD4D-22BFB95A4FD0}" type="parTrans" cxnId="{E583ED81-69BF-4AD6-9CAB-E529617BFCEC}">
      <dgm:prSet/>
      <dgm:spPr/>
      <dgm:t>
        <a:bodyPr/>
        <a:lstStyle/>
        <a:p>
          <a:endParaRPr lang="en-US"/>
        </a:p>
      </dgm:t>
    </dgm:pt>
    <dgm:pt modelId="{36A8BFA6-FB2D-40BF-8752-794E201B5B7C}" type="sibTrans" cxnId="{E583ED81-69BF-4AD6-9CAB-E529617BFCEC}">
      <dgm:prSet/>
      <dgm:spPr/>
      <dgm:t>
        <a:bodyPr/>
        <a:lstStyle/>
        <a:p>
          <a:endParaRPr lang="en-US"/>
        </a:p>
      </dgm:t>
    </dgm:pt>
    <dgm:pt modelId="{879CF883-C96E-40A0-80C4-5EA6EA256D2F}">
      <dgm:prSet phldrT="[Text]" custT="1"/>
      <dgm:spPr/>
      <dgm:t>
        <a:bodyPr/>
        <a:lstStyle/>
        <a:p>
          <a:pPr>
            <a:buFont typeface="Arial" panose="020B0604020202020204" pitchFamily="34" charset="0"/>
            <a:buChar char="•"/>
          </a:pPr>
          <a:r>
            <a:rPr lang="en-US" sz="1200" b="1" kern="1200" dirty="0"/>
            <a:t>Decentralized Identifiers (DIDs): </a:t>
          </a:r>
          <a:r>
            <a:rPr lang="en-US" sz="1200" kern="1200" dirty="0"/>
            <a:t>Unique IDs stored on a blockchain.</a:t>
          </a:r>
          <a:endParaRPr lang="en-US" sz="1200" kern="1200" dirty="0">
            <a:latin typeface="Calibri" panose="020F0502020204030204"/>
            <a:ea typeface="+mn-ea"/>
            <a:cs typeface="+mn-cs"/>
          </a:endParaRPr>
        </a:p>
      </dgm:t>
    </dgm:pt>
    <dgm:pt modelId="{2A0469FB-F5AA-4F93-81F2-861D44A3CC48}" type="parTrans" cxnId="{68CF98AE-58FE-4A1D-B4A3-CE09F17D79B0}">
      <dgm:prSet/>
      <dgm:spPr/>
      <dgm:t>
        <a:bodyPr/>
        <a:lstStyle/>
        <a:p>
          <a:endParaRPr lang="en-US"/>
        </a:p>
      </dgm:t>
    </dgm:pt>
    <dgm:pt modelId="{1349356A-15DE-4B12-BE38-3F553E270F7C}" type="sibTrans" cxnId="{68CF98AE-58FE-4A1D-B4A3-CE09F17D79B0}">
      <dgm:prSet/>
      <dgm:spPr/>
      <dgm:t>
        <a:bodyPr/>
        <a:lstStyle/>
        <a:p>
          <a:endParaRPr lang="en-US"/>
        </a:p>
      </dgm:t>
    </dgm:pt>
    <dgm:pt modelId="{38E13AC9-F787-49CA-B626-5D393444FA97}">
      <dgm:prSet phldrT="[Text]" custT="1"/>
      <dgm:spPr/>
      <dgm:t>
        <a:bodyPr/>
        <a:lstStyle/>
        <a:p>
          <a:r>
            <a:rPr lang="en-US" sz="1800" b="1" kern="1200" dirty="0"/>
            <a:t>Real-World Examples</a:t>
          </a:r>
          <a:endParaRPr lang="en-US" sz="1800" kern="1200" dirty="0">
            <a:latin typeface="Calibri" panose="020F0502020204030204"/>
            <a:ea typeface="+mn-ea"/>
            <a:cs typeface="+mn-cs"/>
          </a:endParaRPr>
        </a:p>
      </dgm:t>
    </dgm:pt>
    <dgm:pt modelId="{5CEF7942-5459-49EC-B2E3-16E1C797D17B}" type="parTrans" cxnId="{23F9FA46-9A06-496C-A990-B22D2EA0600D}">
      <dgm:prSet/>
      <dgm:spPr/>
      <dgm:t>
        <a:bodyPr/>
        <a:lstStyle/>
        <a:p>
          <a:endParaRPr lang="en-US"/>
        </a:p>
      </dgm:t>
    </dgm:pt>
    <dgm:pt modelId="{4D28D252-EA75-4EC2-B53D-9CF5DBCA1FC3}" type="sibTrans" cxnId="{23F9FA46-9A06-496C-A990-B22D2EA0600D}">
      <dgm:prSet/>
      <dgm:spPr/>
      <dgm:t>
        <a:bodyPr/>
        <a:lstStyle/>
        <a:p>
          <a:endParaRPr lang="en-US"/>
        </a:p>
      </dgm:t>
    </dgm:pt>
    <dgm:pt modelId="{A7BA0CDF-8852-4C24-9336-59621422770C}">
      <dgm:prSet phldrT="[Text]" custT="1"/>
      <dgm:spPr/>
      <dgm:t>
        <a:bodyPr/>
        <a:lstStyle/>
        <a:p>
          <a:pPr>
            <a:buFont typeface="Arial" panose="020B0604020202020204" pitchFamily="34" charset="0"/>
            <a:buChar char="•"/>
          </a:pPr>
          <a:r>
            <a:rPr lang="en-US" sz="1200" b="1" kern="1200" dirty="0"/>
            <a:t>Digital Driver’s License: </a:t>
          </a:r>
          <a:r>
            <a:rPr lang="en-US" sz="1200" kern="1200" dirty="0"/>
            <a:t>Government issues a verifiable credential; users store it in a phone wallet.</a:t>
          </a:r>
          <a:endParaRPr lang="en-US" sz="1200" kern="1200" dirty="0">
            <a:latin typeface="Calibri" panose="020F0502020204030204"/>
            <a:ea typeface="+mn-ea"/>
            <a:cs typeface="+mn-cs"/>
          </a:endParaRPr>
        </a:p>
      </dgm:t>
    </dgm:pt>
    <dgm:pt modelId="{7326223E-F3C3-4153-B5BF-EFF2FAA977EA}" type="parTrans" cxnId="{02CEA226-9191-492F-A8BD-F3DB9E7D28E4}">
      <dgm:prSet/>
      <dgm:spPr/>
      <dgm:t>
        <a:bodyPr/>
        <a:lstStyle/>
        <a:p>
          <a:endParaRPr lang="en-US"/>
        </a:p>
      </dgm:t>
    </dgm:pt>
    <dgm:pt modelId="{F1C4B6F2-67D4-4096-B515-D3B16EACAB89}" type="sibTrans" cxnId="{02CEA226-9191-492F-A8BD-F3DB9E7D28E4}">
      <dgm:prSet/>
      <dgm:spPr/>
      <dgm:t>
        <a:bodyPr/>
        <a:lstStyle/>
        <a:p>
          <a:endParaRPr lang="en-US"/>
        </a:p>
      </dgm:t>
    </dgm:pt>
    <dgm:pt modelId="{0E9A7341-DE14-4AE4-9B6B-F95EABA276D6}">
      <dgm:prSet phldrT="[Text]" custT="1"/>
      <dgm:spPr/>
      <dgm:t>
        <a:bodyPr/>
        <a:lstStyle/>
        <a:p>
          <a:r>
            <a:rPr lang="en-US" sz="1200" b="1" dirty="0"/>
            <a:t>Self-Sovereign Identity (SSI): </a:t>
          </a:r>
          <a:r>
            <a:rPr lang="en-US" sz="1200" dirty="0"/>
            <a:t>Puts users in control of their own credentials (e.g., driver’s license, employee badge).</a:t>
          </a:r>
        </a:p>
      </dgm:t>
    </dgm:pt>
    <dgm:pt modelId="{F3A2D695-8C70-4D43-AC9F-0546B85E1BD2}" type="parTrans" cxnId="{E251BD40-F50F-43DE-827D-FFFA87D0B0D1}">
      <dgm:prSet/>
      <dgm:spPr/>
      <dgm:t>
        <a:bodyPr/>
        <a:lstStyle/>
        <a:p>
          <a:endParaRPr lang="en-US"/>
        </a:p>
      </dgm:t>
    </dgm:pt>
    <dgm:pt modelId="{AF313774-EECE-4F5A-BF96-978DD5E4B311}" type="sibTrans" cxnId="{E251BD40-F50F-43DE-827D-FFFA87D0B0D1}">
      <dgm:prSet/>
      <dgm:spPr/>
      <dgm:t>
        <a:bodyPr/>
        <a:lstStyle/>
        <a:p>
          <a:endParaRPr lang="en-US"/>
        </a:p>
      </dgm:t>
    </dgm:pt>
    <dgm:pt modelId="{DE3FF62F-EDE4-45F4-AE41-57B4D5321093}">
      <dgm:prSet custT="1"/>
      <dgm:spPr/>
      <dgm:t>
        <a:bodyPr/>
        <a:lstStyle/>
        <a:p>
          <a:r>
            <a:rPr lang="en-US" sz="1200" dirty="0"/>
            <a:t>Credentials are digitally signed by trusted issuers and stored in the user’s wallet (not a central server).</a:t>
          </a:r>
        </a:p>
      </dgm:t>
    </dgm:pt>
    <dgm:pt modelId="{CFCE2AEE-3DEE-4AB7-B146-BC97ACE19021}" type="parTrans" cxnId="{20225363-44A4-401C-A335-C16B16AFBA8E}">
      <dgm:prSet/>
      <dgm:spPr/>
      <dgm:t>
        <a:bodyPr/>
        <a:lstStyle/>
        <a:p>
          <a:endParaRPr lang="en-US"/>
        </a:p>
      </dgm:t>
    </dgm:pt>
    <dgm:pt modelId="{9047F9F5-9043-431E-B436-08F4D57B12AB}" type="sibTrans" cxnId="{20225363-44A4-401C-A335-C16B16AFBA8E}">
      <dgm:prSet/>
      <dgm:spPr/>
      <dgm:t>
        <a:bodyPr/>
        <a:lstStyle/>
        <a:p>
          <a:endParaRPr lang="en-US"/>
        </a:p>
      </dgm:t>
    </dgm:pt>
    <dgm:pt modelId="{2C30CC8C-E8A7-40CD-8D74-D5023E707D3E}">
      <dgm:prSet custT="1"/>
      <dgm:spPr/>
      <dgm:t>
        <a:bodyPr/>
        <a:lstStyle/>
        <a:p>
          <a:endParaRPr lang="en-US" sz="1200" dirty="0"/>
        </a:p>
      </dgm:t>
    </dgm:pt>
    <dgm:pt modelId="{C97DE976-DC4B-4335-B968-FD7930364598}" type="parTrans" cxnId="{089996AE-DFCE-4337-8C57-E027CD20611D}">
      <dgm:prSet/>
      <dgm:spPr/>
      <dgm:t>
        <a:bodyPr/>
        <a:lstStyle/>
        <a:p>
          <a:endParaRPr lang="en-US"/>
        </a:p>
      </dgm:t>
    </dgm:pt>
    <dgm:pt modelId="{40E2BCC7-AA73-4007-9085-38CCA1C6AD2D}" type="sibTrans" cxnId="{089996AE-DFCE-4337-8C57-E027CD20611D}">
      <dgm:prSet/>
      <dgm:spPr/>
      <dgm:t>
        <a:bodyPr/>
        <a:lstStyle/>
        <a:p>
          <a:endParaRPr lang="en-US"/>
        </a:p>
      </dgm:t>
    </dgm:pt>
    <dgm:pt modelId="{2206DA0D-1D69-4A4E-BD2A-1F7F0D165DEA}">
      <dgm:prSet custT="1"/>
      <dgm:spPr/>
      <dgm:t>
        <a:bodyPr/>
        <a:lstStyle/>
        <a:p>
          <a:pPr>
            <a:buFont typeface="Arial" panose="020B0604020202020204" pitchFamily="34" charset="0"/>
            <a:buChar char="•"/>
          </a:pPr>
          <a:r>
            <a:rPr lang="en-US" sz="1200" b="1" kern="1200" dirty="0"/>
            <a:t>Verifiable Credentials (VCs): </a:t>
          </a:r>
          <a:r>
            <a:rPr lang="en-US" sz="1200" kern="1200" dirty="0"/>
            <a:t>Digitally signed proofs users hold in their wallet (e.g., driver’s license).</a:t>
          </a:r>
        </a:p>
      </dgm:t>
    </dgm:pt>
    <dgm:pt modelId="{1146F832-E4AC-4DB8-835E-773A1453EB49}" type="parTrans" cxnId="{A43F779E-01AE-439D-9FDA-9204C8419ADA}">
      <dgm:prSet/>
      <dgm:spPr/>
      <dgm:t>
        <a:bodyPr/>
        <a:lstStyle/>
        <a:p>
          <a:endParaRPr lang="en-US"/>
        </a:p>
      </dgm:t>
    </dgm:pt>
    <dgm:pt modelId="{2EE09BC1-CCC0-46A3-B8B6-774194C4C8C5}" type="sibTrans" cxnId="{A43F779E-01AE-439D-9FDA-9204C8419ADA}">
      <dgm:prSet/>
      <dgm:spPr/>
      <dgm:t>
        <a:bodyPr/>
        <a:lstStyle/>
        <a:p>
          <a:endParaRPr lang="en-US"/>
        </a:p>
      </dgm:t>
    </dgm:pt>
    <dgm:pt modelId="{0198F0F2-A087-4864-BC4A-0D5A6E359D5D}">
      <dgm:prSet custT="1"/>
      <dgm:spPr/>
      <dgm:t>
        <a:bodyPr/>
        <a:lstStyle/>
        <a:p>
          <a:pPr>
            <a:buFont typeface="Arial" panose="020B0604020202020204" pitchFamily="34" charset="0"/>
            <a:buChar char="•"/>
          </a:pPr>
          <a:r>
            <a:rPr lang="en-US" sz="1200" b="1" kern="1200" dirty="0"/>
            <a:t>Verification Process: </a:t>
          </a:r>
          <a:r>
            <a:rPr lang="en-US" sz="1200" kern="1200" dirty="0"/>
            <a:t>A service checks the issuer’s signature against the blockchain to confirm authenticity.</a:t>
          </a:r>
        </a:p>
      </dgm:t>
    </dgm:pt>
    <dgm:pt modelId="{77CDD734-3ED9-428A-9B61-5FFEDB51F570}" type="parTrans" cxnId="{D632E439-FBF4-42E5-8935-931B5AA6CF44}">
      <dgm:prSet/>
      <dgm:spPr/>
      <dgm:t>
        <a:bodyPr/>
        <a:lstStyle/>
        <a:p>
          <a:endParaRPr lang="en-US"/>
        </a:p>
      </dgm:t>
    </dgm:pt>
    <dgm:pt modelId="{370D1D4D-0F02-473A-8326-6EC6B30417B2}" type="sibTrans" cxnId="{D632E439-FBF4-42E5-8935-931B5AA6CF44}">
      <dgm:prSet/>
      <dgm:spPr/>
      <dgm:t>
        <a:bodyPr/>
        <a:lstStyle/>
        <a:p>
          <a:endParaRPr lang="en-US"/>
        </a:p>
      </dgm:t>
    </dgm:pt>
    <dgm:pt modelId="{D421B581-40A7-4A63-87F2-03F944D9D20A}">
      <dgm:prSet custT="1"/>
      <dgm:spPr/>
      <dgm:t>
        <a:bodyPr/>
        <a:lstStyle/>
        <a:p>
          <a:pPr>
            <a:buFont typeface="Arial" panose="020B0604020202020204" pitchFamily="34" charset="0"/>
            <a:buChar char="•"/>
          </a:pPr>
          <a:r>
            <a:rPr lang="en-US" sz="1200" b="1" kern="1200" dirty="0"/>
            <a:t>University Degrees: </a:t>
          </a:r>
          <a:r>
            <a:rPr lang="en-US" sz="1200" kern="1200" dirty="0"/>
            <a:t>Universities issue tamper-proof e-diplomas; employers validate quickly without calling the school.</a:t>
          </a:r>
        </a:p>
      </dgm:t>
    </dgm:pt>
    <dgm:pt modelId="{4AD0042D-F19A-42BA-9088-EA9E61D9FF5E}" type="parTrans" cxnId="{37CD9056-E5E8-4581-AF55-654A8308B7D0}">
      <dgm:prSet/>
      <dgm:spPr/>
      <dgm:t>
        <a:bodyPr/>
        <a:lstStyle/>
        <a:p>
          <a:endParaRPr lang="en-US"/>
        </a:p>
      </dgm:t>
    </dgm:pt>
    <dgm:pt modelId="{1D21E53E-07D3-45B6-A7D4-4883B24531FC}" type="sibTrans" cxnId="{37CD9056-E5E8-4581-AF55-654A8308B7D0}">
      <dgm:prSet/>
      <dgm:spPr/>
      <dgm:t>
        <a:bodyPr/>
        <a:lstStyle/>
        <a:p>
          <a:endParaRPr lang="en-US"/>
        </a:p>
      </dgm:t>
    </dgm:pt>
    <dgm:pt modelId="{0F557CDD-E62C-42EB-B970-7B1974F99D6A}">
      <dgm:prSet custT="1"/>
      <dgm:spPr/>
      <dgm:t>
        <a:bodyPr/>
        <a:lstStyle/>
        <a:p>
          <a:pPr>
            <a:buFont typeface="Arial" panose="020B0604020202020204" pitchFamily="34" charset="0"/>
            <a:buChar char="•"/>
          </a:pPr>
          <a:r>
            <a:rPr lang="en-US" sz="1200" b="1" kern="1200" dirty="0"/>
            <a:t>Banking KYC: </a:t>
          </a:r>
          <a:r>
            <a:rPr lang="en-US" sz="1200" kern="1200" dirty="0"/>
            <a:t>A bank verifies your ID once, then you can reuse that verified credential elsewhere.</a:t>
          </a:r>
        </a:p>
      </dgm:t>
    </dgm:pt>
    <dgm:pt modelId="{F6328670-3064-49FC-A7D7-963AE5E197E5}" type="parTrans" cxnId="{35D79B75-455B-4C58-BC4A-5A6CE9D69D33}">
      <dgm:prSet/>
      <dgm:spPr/>
      <dgm:t>
        <a:bodyPr/>
        <a:lstStyle/>
        <a:p>
          <a:endParaRPr lang="en-US"/>
        </a:p>
      </dgm:t>
    </dgm:pt>
    <dgm:pt modelId="{8879F282-10EA-43F2-8857-B6E44453A7BA}" type="sibTrans" cxnId="{35D79B75-455B-4C58-BC4A-5A6CE9D69D33}">
      <dgm:prSet/>
      <dgm:spPr/>
      <dgm:t>
        <a:bodyPr/>
        <a:lstStyle/>
        <a:p>
          <a:endParaRPr lang="en-US"/>
        </a:p>
      </dgm:t>
    </dgm:pt>
    <dgm:pt modelId="{47E311B6-AE56-4EB8-BE69-7076387931D3}" type="pres">
      <dgm:prSet presAssocID="{EFC33CCF-A9B7-40F0-9612-2D26A7A335C8}" presName="Name0" presStyleCnt="0">
        <dgm:presLayoutVars>
          <dgm:dir/>
          <dgm:animLvl val="lvl"/>
          <dgm:resizeHandles val="exact"/>
        </dgm:presLayoutVars>
      </dgm:prSet>
      <dgm:spPr/>
    </dgm:pt>
    <dgm:pt modelId="{BF4D18AC-7AB7-4A80-82FE-BCAEBBE61BB5}" type="pres">
      <dgm:prSet presAssocID="{2B780B04-6531-4A3E-917B-C64792D3F553}" presName="composite" presStyleCnt="0"/>
      <dgm:spPr/>
    </dgm:pt>
    <dgm:pt modelId="{A30CDA6A-B6F0-47B2-8026-492A86E700BE}" type="pres">
      <dgm:prSet presAssocID="{2B780B04-6531-4A3E-917B-C64792D3F553}" presName="parTx" presStyleLbl="alignNode1" presStyleIdx="0" presStyleCnt="3">
        <dgm:presLayoutVars>
          <dgm:chMax val="0"/>
          <dgm:chPref val="0"/>
          <dgm:bulletEnabled val="1"/>
        </dgm:presLayoutVars>
      </dgm:prSet>
      <dgm:spPr/>
    </dgm:pt>
    <dgm:pt modelId="{7C14EAAE-F003-4631-9D27-E5D74EDCFBE0}" type="pres">
      <dgm:prSet presAssocID="{2B780B04-6531-4A3E-917B-C64792D3F553}" presName="desTx" presStyleLbl="alignAccFollowNode1" presStyleIdx="0" presStyleCnt="3" custLinFactNeighborX="-103" custLinFactNeighborY="-1602">
        <dgm:presLayoutVars>
          <dgm:bulletEnabled val="1"/>
        </dgm:presLayoutVars>
      </dgm:prSet>
      <dgm:spPr/>
    </dgm:pt>
    <dgm:pt modelId="{5156C736-185D-494A-9B23-D6668F3348EC}" type="pres">
      <dgm:prSet presAssocID="{16159D5B-1AD8-43DF-846C-5650D561995C}" presName="space" presStyleCnt="0"/>
      <dgm:spPr/>
    </dgm:pt>
    <dgm:pt modelId="{7168685C-2862-40F3-9F2C-C98066F60199}" type="pres">
      <dgm:prSet presAssocID="{7EA61E6D-FAD2-42DF-B8AB-449FD3287734}" presName="composite" presStyleCnt="0"/>
      <dgm:spPr/>
    </dgm:pt>
    <dgm:pt modelId="{7F200149-E9D4-4884-81B8-B2C689C8848E}" type="pres">
      <dgm:prSet presAssocID="{7EA61E6D-FAD2-42DF-B8AB-449FD3287734}" presName="parTx" presStyleLbl="alignNode1" presStyleIdx="1" presStyleCnt="3">
        <dgm:presLayoutVars>
          <dgm:chMax val="0"/>
          <dgm:chPref val="0"/>
          <dgm:bulletEnabled val="1"/>
        </dgm:presLayoutVars>
      </dgm:prSet>
      <dgm:spPr/>
    </dgm:pt>
    <dgm:pt modelId="{5C9B8DCD-EE24-4C56-B75F-453A42904592}" type="pres">
      <dgm:prSet presAssocID="{7EA61E6D-FAD2-42DF-B8AB-449FD3287734}" presName="desTx" presStyleLbl="alignAccFollowNode1" presStyleIdx="1" presStyleCnt="3">
        <dgm:presLayoutVars>
          <dgm:bulletEnabled val="1"/>
        </dgm:presLayoutVars>
      </dgm:prSet>
      <dgm:spPr/>
    </dgm:pt>
    <dgm:pt modelId="{9EE80371-1EA8-4318-A356-FB0CC6AB58E6}" type="pres">
      <dgm:prSet presAssocID="{36A8BFA6-FB2D-40BF-8752-794E201B5B7C}" presName="space" presStyleCnt="0"/>
      <dgm:spPr/>
    </dgm:pt>
    <dgm:pt modelId="{1062A720-8083-4F9E-9528-A5001C0C963C}" type="pres">
      <dgm:prSet presAssocID="{38E13AC9-F787-49CA-B626-5D393444FA97}" presName="composite" presStyleCnt="0"/>
      <dgm:spPr/>
    </dgm:pt>
    <dgm:pt modelId="{6A546515-2279-47CB-8FB7-3EDCC199AF4F}" type="pres">
      <dgm:prSet presAssocID="{38E13AC9-F787-49CA-B626-5D393444FA97}" presName="parTx" presStyleLbl="alignNode1" presStyleIdx="2" presStyleCnt="3" custLinFactNeighborX="1155" custLinFactNeighborY="855">
        <dgm:presLayoutVars>
          <dgm:chMax val="0"/>
          <dgm:chPref val="0"/>
          <dgm:bulletEnabled val="1"/>
        </dgm:presLayoutVars>
      </dgm:prSet>
      <dgm:spPr/>
    </dgm:pt>
    <dgm:pt modelId="{B8CBE545-7CEF-4084-9E75-AF4FD07156A7}" type="pres">
      <dgm:prSet presAssocID="{38E13AC9-F787-49CA-B626-5D393444FA97}" presName="desTx" presStyleLbl="alignAccFollowNode1" presStyleIdx="2" presStyleCnt="3">
        <dgm:presLayoutVars>
          <dgm:bulletEnabled val="1"/>
        </dgm:presLayoutVars>
      </dgm:prSet>
      <dgm:spPr/>
    </dgm:pt>
  </dgm:ptLst>
  <dgm:cxnLst>
    <dgm:cxn modelId="{621E8205-D449-4B75-BE2A-9DC41E0B0657}" type="presOf" srcId="{DE3FF62F-EDE4-45F4-AE41-57B4D5321093}" destId="{7C14EAAE-F003-4631-9D27-E5D74EDCFBE0}" srcOrd="0" destOrd="2" presId="urn:microsoft.com/office/officeart/2005/8/layout/hList1"/>
    <dgm:cxn modelId="{E9099509-738F-455F-BEA2-C1F4009265F2}" type="presOf" srcId="{7EA61E6D-FAD2-42DF-B8AB-449FD3287734}" destId="{7F200149-E9D4-4884-81B8-B2C689C8848E}" srcOrd="0" destOrd="0" presId="urn:microsoft.com/office/officeart/2005/8/layout/hList1"/>
    <dgm:cxn modelId="{11CAAB13-6B67-4D7B-ABCA-2FD618BA1118}" type="presOf" srcId="{0F557CDD-E62C-42EB-B970-7B1974F99D6A}" destId="{B8CBE545-7CEF-4084-9E75-AF4FD07156A7}" srcOrd="0" destOrd="2" presId="urn:microsoft.com/office/officeart/2005/8/layout/hList1"/>
    <dgm:cxn modelId="{996CB214-9E63-4B8E-A7EF-4E6ABDD2BB8E}" type="presOf" srcId="{A7BA0CDF-8852-4C24-9336-59621422770C}" destId="{B8CBE545-7CEF-4084-9E75-AF4FD07156A7}" srcOrd="0" destOrd="0" presId="urn:microsoft.com/office/officeart/2005/8/layout/hList1"/>
    <dgm:cxn modelId="{26745917-3BF8-4C6E-8A62-C81BDE35472B}" type="presOf" srcId="{EFC33CCF-A9B7-40F0-9612-2D26A7A335C8}" destId="{47E311B6-AE56-4EB8-BE69-7076387931D3}" srcOrd="0" destOrd="0" presId="urn:microsoft.com/office/officeart/2005/8/layout/hList1"/>
    <dgm:cxn modelId="{02CEA226-9191-492F-A8BD-F3DB9E7D28E4}" srcId="{38E13AC9-F787-49CA-B626-5D393444FA97}" destId="{A7BA0CDF-8852-4C24-9336-59621422770C}" srcOrd="0" destOrd="0" parTransId="{7326223E-F3C3-4153-B5BF-EFF2FAA977EA}" sibTransId="{F1C4B6F2-67D4-4096-B515-D3B16EACAB89}"/>
    <dgm:cxn modelId="{D632E439-FBF4-42E5-8935-931B5AA6CF44}" srcId="{7EA61E6D-FAD2-42DF-B8AB-449FD3287734}" destId="{0198F0F2-A087-4864-BC4A-0D5A6E359D5D}" srcOrd="2" destOrd="0" parTransId="{77CDD734-3ED9-428A-9B61-5FFEDB51F570}" sibTransId="{370D1D4D-0F02-473A-8326-6EC6B30417B2}"/>
    <dgm:cxn modelId="{02C4303F-EE2A-4401-A15B-2E3104FEB5CB}" srcId="{2B780B04-6531-4A3E-917B-C64792D3F553}" destId="{AD1967AF-D829-45E7-9CB9-F47805048BCB}" srcOrd="0" destOrd="0" parTransId="{7C07FA77-96A9-4195-9DBB-EEF459B3BB0B}" sibTransId="{329437DB-00A7-4736-AD4F-30F2D80AD851}"/>
    <dgm:cxn modelId="{E251BD40-F50F-43DE-827D-FFFA87D0B0D1}" srcId="{2B780B04-6531-4A3E-917B-C64792D3F553}" destId="{0E9A7341-DE14-4AE4-9B6B-F95EABA276D6}" srcOrd="1" destOrd="0" parTransId="{F3A2D695-8C70-4D43-AC9F-0546B85E1BD2}" sibTransId="{AF313774-EECE-4F5A-BF96-978DD5E4B311}"/>
    <dgm:cxn modelId="{20225363-44A4-401C-A335-C16B16AFBA8E}" srcId="{2B780B04-6531-4A3E-917B-C64792D3F553}" destId="{DE3FF62F-EDE4-45F4-AE41-57B4D5321093}" srcOrd="2" destOrd="0" parTransId="{CFCE2AEE-3DEE-4AB7-B146-BC97ACE19021}" sibTransId="{9047F9F5-9043-431E-B436-08F4D57B12AB}"/>
    <dgm:cxn modelId="{7E6E3446-8001-4DC6-ACF4-6AA4058FBE06}" type="presOf" srcId="{2B780B04-6531-4A3E-917B-C64792D3F553}" destId="{A30CDA6A-B6F0-47B2-8026-492A86E700BE}" srcOrd="0" destOrd="0" presId="urn:microsoft.com/office/officeart/2005/8/layout/hList1"/>
    <dgm:cxn modelId="{23F9FA46-9A06-496C-A990-B22D2EA0600D}" srcId="{EFC33CCF-A9B7-40F0-9612-2D26A7A335C8}" destId="{38E13AC9-F787-49CA-B626-5D393444FA97}" srcOrd="2" destOrd="0" parTransId="{5CEF7942-5459-49EC-B2E3-16E1C797D17B}" sibTransId="{4D28D252-EA75-4EC2-B53D-9CF5DBCA1FC3}"/>
    <dgm:cxn modelId="{C3971B6F-3127-490B-8F0C-B310FEE83E28}" type="presOf" srcId="{0E9A7341-DE14-4AE4-9B6B-F95EABA276D6}" destId="{7C14EAAE-F003-4631-9D27-E5D74EDCFBE0}" srcOrd="0" destOrd="1" presId="urn:microsoft.com/office/officeart/2005/8/layout/hList1"/>
    <dgm:cxn modelId="{A28BAF50-879B-4295-AFAE-7F09C714FB9E}" type="presOf" srcId="{38E13AC9-F787-49CA-B626-5D393444FA97}" destId="{6A546515-2279-47CB-8FB7-3EDCC199AF4F}" srcOrd="0" destOrd="0" presId="urn:microsoft.com/office/officeart/2005/8/layout/hList1"/>
    <dgm:cxn modelId="{28CB0973-F926-4944-AA87-92E96073F682}" type="presOf" srcId="{2C30CC8C-E8A7-40CD-8D74-D5023E707D3E}" destId="{7C14EAAE-F003-4631-9D27-E5D74EDCFBE0}" srcOrd="0" destOrd="3" presId="urn:microsoft.com/office/officeart/2005/8/layout/hList1"/>
    <dgm:cxn modelId="{35D79B75-455B-4C58-BC4A-5A6CE9D69D33}" srcId="{38E13AC9-F787-49CA-B626-5D393444FA97}" destId="{0F557CDD-E62C-42EB-B970-7B1974F99D6A}" srcOrd="2" destOrd="0" parTransId="{F6328670-3064-49FC-A7D7-963AE5E197E5}" sibTransId="{8879F282-10EA-43F2-8857-B6E44453A7BA}"/>
    <dgm:cxn modelId="{37CD9056-E5E8-4581-AF55-654A8308B7D0}" srcId="{38E13AC9-F787-49CA-B626-5D393444FA97}" destId="{D421B581-40A7-4A63-87F2-03F944D9D20A}" srcOrd="1" destOrd="0" parTransId="{4AD0042D-F19A-42BA-9088-EA9E61D9FF5E}" sibTransId="{1D21E53E-07D3-45B6-A7D4-4883B24531FC}"/>
    <dgm:cxn modelId="{E583ED81-69BF-4AD6-9CAB-E529617BFCEC}" srcId="{EFC33CCF-A9B7-40F0-9612-2D26A7A335C8}" destId="{7EA61E6D-FAD2-42DF-B8AB-449FD3287734}" srcOrd="1" destOrd="0" parTransId="{BF4D381C-265D-4F1E-BD4D-22BFB95A4FD0}" sibTransId="{36A8BFA6-FB2D-40BF-8752-794E201B5B7C}"/>
    <dgm:cxn modelId="{F2A23B96-A4D9-43FD-80E0-83DD0E6BD578}" type="presOf" srcId="{D421B581-40A7-4A63-87F2-03F944D9D20A}" destId="{B8CBE545-7CEF-4084-9E75-AF4FD07156A7}" srcOrd="0" destOrd="1" presId="urn:microsoft.com/office/officeart/2005/8/layout/hList1"/>
    <dgm:cxn modelId="{A43F779E-01AE-439D-9FDA-9204C8419ADA}" srcId="{7EA61E6D-FAD2-42DF-B8AB-449FD3287734}" destId="{2206DA0D-1D69-4A4E-BD2A-1F7F0D165DEA}" srcOrd="1" destOrd="0" parTransId="{1146F832-E4AC-4DB8-835E-773A1453EB49}" sibTransId="{2EE09BC1-CCC0-46A3-B8B6-774194C4C8C5}"/>
    <dgm:cxn modelId="{089996AE-DFCE-4337-8C57-E027CD20611D}" srcId="{2B780B04-6531-4A3E-917B-C64792D3F553}" destId="{2C30CC8C-E8A7-40CD-8D74-D5023E707D3E}" srcOrd="3" destOrd="0" parTransId="{C97DE976-DC4B-4335-B968-FD7930364598}" sibTransId="{40E2BCC7-AA73-4007-9085-38CCA1C6AD2D}"/>
    <dgm:cxn modelId="{68CF98AE-58FE-4A1D-B4A3-CE09F17D79B0}" srcId="{7EA61E6D-FAD2-42DF-B8AB-449FD3287734}" destId="{879CF883-C96E-40A0-80C4-5EA6EA256D2F}" srcOrd="0" destOrd="0" parTransId="{2A0469FB-F5AA-4F93-81F2-861D44A3CC48}" sibTransId="{1349356A-15DE-4B12-BE38-3F553E270F7C}"/>
    <dgm:cxn modelId="{D29EE1B0-19F5-4F8A-A490-159EA08C8727}" type="presOf" srcId="{879CF883-C96E-40A0-80C4-5EA6EA256D2F}" destId="{5C9B8DCD-EE24-4C56-B75F-453A42904592}" srcOrd="0" destOrd="0" presId="urn:microsoft.com/office/officeart/2005/8/layout/hList1"/>
    <dgm:cxn modelId="{BCE538C5-5376-4785-BB66-EBB872B23F80}" type="presOf" srcId="{0198F0F2-A087-4864-BC4A-0D5A6E359D5D}" destId="{5C9B8DCD-EE24-4C56-B75F-453A42904592}" srcOrd="0" destOrd="2" presId="urn:microsoft.com/office/officeart/2005/8/layout/hList1"/>
    <dgm:cxn modelId="{2BB8D5C8-02D3-4C29-9019-3FE04C3522D2}" srcId="{EFC33CCF-A9B7-40F0-9612-2D26A7A335C8}" destId="{2B780B04-6531-4A3E-917B-C64792D3F553}" srcOrd="0" destOrd="0" parTransId="{54673F4F-14C0-47C2-868D-170CBF7C52C3}" sibTransId="{16159D5B-1AD8-43DF-846C-5650D561995C}"/>
    <dgm:cxn modelId="{7CBD78EA-F12B-4DF8-8455-7E7ABC1F5F77}" type="presOf" srcId="{AD1967AF-D829-45E7-9CB9-F47805048BCB}" destId="{7C14EAAE-F003-4631-9D27-E5D74EDCFBE0}" srcOrd="0" destOrd="0" presId="urn:microsoft.com/office/officeart/2005/8/layout/hList1"/>
    <dgm:cxn modelId="{C01CDBFA-4D65-4F23-B1AE-498282E8B08D}" type="presOf" srcId="{2206DA0D-1D69-4A4E-BD2A-1F7F0D165DEA}" destId="{5C9B8DCD-EE24-4C56-B75F-453A42904592}" srcOrd="0" destOrd="1" presId="urn:microsoft.com/office/officeart/2005/8/layout/hList1"/>
    <dgm:cxn modelId="{689AAC3C-3B4B-4E08-9EF3-842B2FC03E40}" type="presParOf" srcId="{47E311B6-AE56-4EB8-BE69-7076387931D3}" destId="{BF4D18AC-7AB7-4A80-82FE-BCAEBBE61BB5}" srcOrd="0" destOrd="0" presId="urn:microsoft.com/office/officeart/2005/8/layout/hList1"/>
    <dgm:cxn modelId="{8C238DDB-6284-4A97-8E3B-4A72F1CBD039}" type="presParOf" srcId="{BF4D18AC-7AB7-4A80-82FE-BCAEBBE61BB5}" destId="{A30CDA6A-B6F0-47B2-8026-492A86E700BE}" srcOrd="0" destOrd="0" presId="urn:microsoft.com/office/officeart/2005/8/layout/hList1"/>
    <dgm:cxn modelId="{6448F9BF-F761-4614-8065-19256D78A2C1}" type="presParOf" srcId="{BF4D18AC-7AB7-4A80-82FE-BCAEBBE61BB5}" destId="{7C14EAAE-F003-4631-9D27-E5D74EDCFBE0}" srcOrd="1" destOrd="0" presId="urn:microsoft.com/office/officeart/2005/8/layout/hList1"/>
    <dgm:cxn modelId="{5BC7D70E-E0C4-4A59-B3AD-BAA0C81B69A0}" type="presParOf" srcId="{47E311B6-AE56-4EB8-BE69-7076387931D3}" destId="{5156C736-185D-494A-9B23-D6668F3348EC}" srcOrd="1" destOrd="0" presId="urn:microsoft.com/office/officeart/2005/8/layout/hList1"/>
    <dgm:cxn modelId="{71AB4D31-504C-4AB7-A44A-80500A1B2706}" type="presParOf" srcId="{47E311B6-AE56-4EB8-BE69-7076387931D3}" destId="{7168685C-2862-40F3-9F2C-C98066F60199}" srcOrd="2" destOrd="0" presId="urn:microsoft.com/office/officeart/2005/8/layout/hList1"/>
    <dgm:cxn modelId="{09815A98-6F42-418F-9CE3-D351138A2DD4}" type="presParOf" srcId="{7168685C-2862-40F3-9F2C-C98066F60199}" destId="{7F200149-E9D4-4884-81B8-B2C689C8848E}" srcOrd="0" destOrd="0" presId="urn:microsoft.com/office/officeart/2005/8/layout/hList1"/>
    <dgm:cxn modelId="{2E065A10-9989-43FE-B07B-B1A5B733DEFE}" type="presParOf" srcId="{7168685C-2862-40F3-9F2C-C98066F60199}" destId="{5C9B8DCD-EE24-4C56-B75F-453A42904592}" srcOrd="1" destOrd="0" presId="urn:microsoft.com/office/officeart/2005/8/layout/hList1"/>
    <dgm:cxn modelId="{CE052D89-1C93-4774-B5B7-3B1C86DBBB0D}" type="presParOf" srcId="{47E311B6-AE56-4EB8-BE69-7076387931D3}" destId="{9EE80371-1EA8-4318-A356-FB0CC6AB58E6}" srcOrd="3" destOrd="0" presId="urn:microsoft.com/office/officeart/2005/8/layout/hList1"/>
    <dgm:cxn modelId="{0B8A13B0-4816-4057-A2E0-498FE609BB2B}" type="presParOf" srcId="{47E311B6-AE56-4EB8-BE69-7076387931D3}" destId="{1062A720-8083-4F9E-9528-A5001C0C963C}" srcOrd="4" destOrd="0" presId="urn:microsoft.com/office/officeart/2005/8/layout/hList1"/>
    <dgm:cxn modelId="{98970AE1-CE9F-4BCD-AA74-25CA8726AF86}" type="presParOf" srcId="{1062A720-8083-4F9E-9528-A5001C0C963C}" destId="{6A546515-2279-47CB-8FB7-3EDCC199AF4F}" srcOrd="0" destOrd="0" presId="urn:microsoft.com/office/officeart/2005/8/layout/hList1"/>
    <dgm:cxn modelId="{03DBCD4E-E348-4475-9653-EA72FF435250}" type="presParOf" srcId="{1062A720-8083-4F9E-9528-A5001C0C963C}" destId="{B8CBE545-7CEF-4084-9E75-AF4FD07156A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0057D5-2F4C-499F-96B1-67C789CBBA8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6C88E-F0CB-44DD-BF23-A96C38531F2B}">
      <dgm:prSet custT="1"/>
      <dgm:spPr/>
      <dgm:t>
        <a:bodyPr/>
        <a:lstStyle/>
        <a:p>
          <a:r>
            <a:rPr lang="en-IN" sz="1000" b="1" dirty="0"/>
            <a:t>Authentication vs. Authorization</a:t>
          </a:r>
          <a:endParaRPr lang="en-US" sz="1000" b="1" dirty="0"/>
        </a:p>
      </dgm:t>
    </dgm:pt>
    <dgm:pt modelId="{91133A9B-DF67-42CB-9EAE-9DC9FBCD300A}" type="parTrans" cxnId="{B631531C-597C-49B6-92C2-8D26F0BE9497}">
      <dgm:prSet/>
      <dgm:spPr/>
      <dgm:t>
        <a:bodyPr/>
        <a:lstStyle/>
        <a:p>
          <a:endParaRPr lang="en-US"/>
        </a:p>
      </dgm:t>
    </dgm:pt>
    <dgm:pt modelId="{6FF38E81-2FC7-426E-8D62-3F538B895BE2}" type="sibTrans" cxnId="{B631531C-597C-49B6-92C2-8D26F0BE9497}">
      <dgm:prSet/>
      <dgm:spPr/>
      <dgm:t>
        <a:bodyPr/>
        <a:lstStyle/>
        <a:p>
          <a:endParaRPr lang="en-US"/>
        </a:p>
      </dgm:t>
    </dgm:pt>
    <dgm:pt modelId="{84716596-3E13-4B8F-974F-3D8F02CFEBA3}">
      <dgm:prSet/>
      <dgm:spPr/>
      <dgm:t>
        <a:bodyPr/>
        <a:lstStyle/>
        <a:p>
          <a:r>
            <a:rPr lang="en-US" dirty="0"/>
            <a:t>A method of access control that uses multiple, detailed conditions (not just a user’s role).</a:t>
          </a:r>
        </a:p>
      </dgm:t>
    </dgm:pt>
    <dgm:pt modelId="{8A9C8354-9EAB-4A59-AA88-F13265665D9E}" type="parTrans" cxnId="{55523C10-5862-4A38-85BC-649B29C4A52E}">
      <dgm:prSet/>
      <dgm:spPr/>
      <dgm:t>
        <a:bodyPr/>
        <a:lstStyle/>
        <a:p>
          <a:endParaRPr lang="en-US"/>
        </a:p>
      </dgm:t>
    </dgm:pt>
    <dgm:pt modelId="{B717BCD3-02F4-40FF-8673-6FB08E7D35A1}" type="sibTrans" cxnId="{55523C10-5862-4A38-85BC-649B29C4A52E}">
      <dgm:prSet/>
      <dgm:spPr/>
      <dgm:t>
        <a:bodyPr/>
        <a:lstStyle/>
        <a:p>
          <a:endParaRPr lang="en-US"/>
        </a:p>
      </dgm:t>
    </dgm:pt>
    <dgm:pt modelId="{7978DF91-CB90-4AC3-869A-0615DF63D2C8}">
      <dgm:prSet custT="1"/>
      <dgm:spPr/>
      <dgm:t>
        <a:bodyPr/>
        <a:lstStyle/>
        <a:p>
          <a:r>
            <a:rPr lang="en-US" sz="1000" b="1" dirty="0"/>
            <a:t>Why It’s Important</a:t>
          </a:r>
        </a:p>
      </dgm:t>
    </dgm:pt>
    <dgm:pt modelId="{43AA6ACA-67D4-40DE-AA46-670D9E771B89}" type="parTrans" cxnId="{1D4D86BE-BD92-41C6-8F91-CB341412F955}">
      <dgm:prSet/>
      <dgm:spPr/>
      <dgm:t>
        <a:bodyPr/>
        <a:lstStyle/>
        <a:p>
          <a:endParaRPr lang="en-US"/>
        </a:p>
      </dgm:t>
    </dgm:pt>
    <dgm:pt modelId="{295F7250-FB99-45D8-8B99-6F220A546263}" type="sibTrans" cxnId="{1D4D86BE-BD92-41C6-8F91-CB341412F955}">
      <dgm:prSet/>
      <dgm:spPr/>
      <dgm:t>
        <a:bodyPr/>
        <a:lstStyle/>
        <a:p>
          <a:endParaRPr lang="en-US"/>
        </a:p>
      </dgm:t>
    </dgm:pt>
    <dgm:pt modelId="{4EA6285B-4E37-471E-8AA7-239F27EAEA85}">
      <dgm:prSet/>
      <dgm:spPr/>
      <dgm:t>
        <a:bodyPr/>
        <a:lstStyle/>
        <a:p>
          <a:r>
            <a:rPr lang="en-US" dirty="0"/>
            <a:t>Ensures each user only sees the specific data and functions they truly need.</a:t>
          </a:r>
        </a:p>
      </dgm:t>
    </dgm:pt>
    <dgm:pt modelId="{D29DB27A-5161-4523-BD5D-3A5573A2613B}" type="parTrans" cxnId="{1AF4E83E-6493-44D6-9E99-18ADDB6267E6}">
      <dgm:prSet/>
      <dgm:spPr/>
      <dgm:t>
        <a:bodyPr/>
        <a:lstStyle/>
        <a:p>
          <a:endParaRPr lang="en-US"/>
        </a:p>
      </dgm:t>
    </dgm:pt>
    <dgm:pt modelId="{C5CCF3EF-6F59-4CD5-9A59-1F94579E31A5}" type="sibTrans" cxnId="{1AF4E83E-6493-44D6-9E99-18ADDB6267E6}">
      <dgm:prSet/>
      <dgm:spPr/>
      <dgm:t>
        <a:bodyPr/>
        <a:lstStyle/>
        <a:p>
          <a:endParaRPr lang="en-US"/>
        </a:p>
      </dgm:t>
    </dgm:pt>
    <dgm:pt modelId="{F9FC4E78-96EA-4071-94F5-24EB8A9712AF}">
      <dgm:prSet custT="1"/>
      <dgm:spPr/>
      <dgm:t>
        <a:bodyPr/>
        <a:lstStyle/>
        <a:p>
          <a:r>
            <a:rPr lang="en-US" sz="1000" b="1" dirty="0"/>
            <a:t>Key Difference from Coarse-Grained</a:t>
          </a:r>
        </a:p>
      </dgm:t>
    </dgm:pt>
    <dgm:pt modelId="{CD2332E1-837B-4AB4-AEB9-97EFD6E13D53}" type="parTrans" cxnId="{0EE865C5-0B4D-4A39-86F0-8B9B1AC11D37}">
      <dgm:prSet/>
      <dgm:spPr/>
      <dgm:t>
        <a:bodyPr/>
        <a:lstStyle/>
        <a:p>
          <a:endParaRPr lang="en-US"/>
        </a:p>
      </dgm:t>
    </dgm:pt>
    <dgm:pt modelId="{2ABD5533-6520-48EF-8B16-F3079E79F527}" type="sibTrans" cxnId="{0EE865C5-0B4D-4A39-86F0-8B9B1AC11D37}">
      <dgm:prSet/>
      <dgm:spPr/>
      <dgm:t>
        <a:bodyPr/>
        <a:lstStyle/>
        <a:p>
          <a:endParaRPr lang="en-US"/>
        </a:p>
      </dgm:t>
    </dgm:pt>
    <dgm:pt modelId="{A2DE8505-9C3B-4763-805E-183DA5CEC502}">
      <dgm:prSet/>
      <dgm:spPr/>
      <dgm:t>
        <a:bodyPr/>
        <a:lstStyle/>
        <a:p>
          <a:r>
            <a:rPr lang="en-US" b="1" dirty="0"/>
            <a:t>Coarse-Grained: </a:t>
          </a:r>
          <a:r>
            <a:rPr lang="en-US" dirty="0"/>
            <a:t>Broad permissions, typically role-based (e.g., “All managers see all reports”).</a:t>
          </a:r>
        </a:p>
      </dgm:t>
    </dgm:pt>
    <dgm:pt modelId="{5246B47A-4860-40E8-BCC3-C7593BBB2E09}" type="parTrans" cxnId="{27119673-95CE-4987-9C78-3FE1FE73C0CB}">
      <dgm:prSet/>
      <dgm:spPr/>
      <dgm:t>
        <a:bodyPr/>
        <a:lstStyle/>
        <a:p>
          <a:endParaRPr lang="en-US"/>
        </a:p>
      </dgm:t>
    </dgm:pt>
    <dgm:pt modelId="{36CA6900-AF69-4AF1-B6F2-5856F8D68A4F}" type="sibTrans" cxnId="{27119673-95CE-4987-9C78-3FE1FE73C0CB}">
      <dgm:prSet/>
      <dgm:spPr/>
      <dgm:t>
        <a:bodyPr/>
        <a:lstStyle/>
        <a:p>
          <a:endParaRPr lang="en-US"/>
        </a:p>
      </dgm:t>
    </dgm:pt>
    <dgm:pt modelId="{14C840ED-FDED-4F66-B40E-26E5153AAE69}">
      <dgm:prSet custT="1"/>
      <dgm:spPr/>
      <dgm:t>
        <a:bodyPr/>
        <a:lstStyle/>
        <a:p>
          <a:r>
            <a:rPr lang="en-US" sz="1000" b="1" dirty="0"/>
            <a:t>Common Use Cases</a:t>
          </a:r>
        </a:p>
      </dgm:t>
    </dgm:pt>
    <dgm:pt modelId="{E08D14D6-662F-40C5-AFB7-BC200E5995B7}" type="parTrans" cxnId="{8371D358-F331-4729-A666-D69A401F47EA}">
      <dgm:prSet/>
      <dgm:spPr/>
      <dgm:t>
        <a:bodyPr/>
        <a:lstStyle/>
        <a:p>
          <a:endParaRPr lang="en-US"/>
        </a:p>
      </dgm:t>
    </dgm:pt>
    <dgm:pt modelId="{6E5A7C07-57AC-4222-AB56-8F262EBE1D25}" type="sibTrans" cxnId="{8371D358-F331-4729-A666-D69A401F47EA}">
      <dgm:prSet/>
      <dgm:spPr/>
      <dgm:t>
        <a:bodyPr/>
        <a:lstStyle/>
        <a:p>
          <a:endParaRPr lang="en-US"/>
        </a:p>
      </dgm:t>
    </dgm:pt>
    <dgm:pt modelId="{20D507B3-AD44-4077-90E9-E55230AC02DF}">
      <dgm:prSet/>
      <dgm:spPr/>
      <dgm:t>
        <a:bodyPr/>
        <a:lstStyle/>
        <a:p>
          <a:r>
            <a:rPr lang="en-US" b="1" dirty="0"/>
            <a:t>Healthcare: </a:t>
          </a:r>
          <a:r>
            <a:rPr lang="en-US" dirty="0"/>
            <a:t>Nurses can only edit certain patient details, doctors can access specific patient records.</a:t>
          </a:r>
        </a:p>
      </dgm:t>
    </dgm:pt>
    <dgm:pt modelId="{2BD013E9-B1DB-4D57-8ABC-0F4931A472CF}" type="parTrans" cxnId="{E372A296-50CC-4DD5-B522-AEC0E2157869}">
      <dgm:prSet/>
      <dgm:spPr/>
      <dgm:t>
        <a:bodyPr/>
        <a:lstStyle/>
        <a:p>
          <a:endParaRPr lang="en-US"/>
        </a:p>
      </dgm:t>
    </dgm:pt>
    <dgm:pt modelId="{47743F97-1567-40F3-AD26-5CFF1D18E3C4}" type="sibTrans" cxnId="{E372A296-50CC-4DD5-B522-AEC0E2157869}">
      <dgm:prSet/>
      <dgm:spPr/>
      <dgm:t>
        <a:bodyPr/>
        <a:lstStyle/>
        <a:p>
          <a:endParaRPr lang="en-US"/>
        </a:p>
      </dgm:t>
    </dgm:pt>
    <dgm:pt modelId="{CBBC470F-2D9D-4648-9309-CFE642A2C22B}">
      <dgm:prSet/>
      <dgm:spPr/>
      <dgm:t>
        <a:bodyPr/>
        <a:lstStyle/>
        <a:p>
          <a:r>
            <a:rPr lang="en-US" dirty="0"/>
            <a:t>Decides who can do what based on attributes (e.g., department, time of day, data type).</a:t>
          </a:r>
        </a:p>
      </dgm:t>
    </dgm:pt>
    <dgm:pt modelId="{4C6E1F1D-F7D7-4D9B-9F26-CD0F419F7FDA}" type="parTrans" cxnId="{21E33EEB-FE26-4E15-8442-4335A0109388}">
      <dgm:prSet/>
      <dgm:spPr/>
      <dgm:t>
        <a:bodyPr/>
        <a:lstStyle/>
        <a:p>
          <a:endParaRPr lang="en-US"/>
        </a:p>
      </dgm:t>
    </dgm:pt>
    <dgm:pt modelId="{C9203C1B-E24E-4731-AED3-631B95EBAA1C}" type="sibTrans" cxnId="{21E33EEB-FE26-4E15-8442-4335A0109388}">
      <dgm:prSet/>
      <dgm:spPr/>
      <dgm:t>
        <a:bodyPr/>
        <a:lstStyle/>
        <a:p>
          <a:endParaRPr lang="en-US"/>
        </a:p>
      </dgm:t>
    </dgm:pt>
    <dgm:pt modelId="{5A9FB50B-3E45-4B9C-8B87-063C244F3703}">
      <dgm:prSet/>
      <dgm:spPr/>
      <dgm:t>
        <a:bodyPr/>
        <a:lstStyle/>
        <a:p>
          <a:r>
            <a:rPr lang="en-US" dirty="0"/>
            <a:t>Reduces risk of unauthorized access or accidental misuse.</a:t>
          </a:r>
        </a:p>
      </dgm:t>
    </dgm:pt>
    <dgm:pt modelId="{44EBA89A-A5E2-4E4F-A23C-709C93BCB63D}" type="parTrans" cxnId="{968D471E-EBE1-4764-B2B6-1A3905DB1C73}">
      <dgm:prSet/>
      <dgm:spPr/>
      <dgm:t>
        <a:bodyPr/>
        <a:lstStyle/>
        <a:p>
          <a:endParaRPr lang="en-US"/>
        </a:p>
      </dgm:t>
    </dgm:pt>
    <dgm:pt modelId="{F0E046CB-A52F-4A64-B137-60620F6BFCFB}" type="sibTrans" cxnId="{968D471E-EBE1-4764-B2B6-1A3905DB1C73}">
      <dgm:prSet/>
      <dgm:spPr/>
      <dgm:t>
        <a:bodyPr/>
        <a:lstStyle/>
        <a:p>
          <a:endParaRPr lang="en-US"/>
        </a:p>
      </dgm:t>
    </dgm:pt>
    <dgm:pt modelId="{B876F2E8-F6B7-4933-B05E-FA63FA95658C}">
      <dgm:prSet/>
      <dgm:spPr/>
      <dgm:t>
        <a:bodyPr/>
        <a:lstStyle/>
        <a:p>
          <a:r>
            <a:rPr lang="en-US" dirty="0"/>
            <a:t>Helps with compliance by enforcing strict, tailored permissions.</a:t>
          </a:r>
        </a:p>
      </dgm:t>
    </dgm:pt>
    <dgm:pt modelId="{49DED361-FFCD-4C90-AF5D-49AF8D164676}" type="parTrans" cxnId="{4808DF2F-5E9B-4F79-B236-A30058CAA168}">
      <dgm:prSet/>
      <dgm:spPr/>
      <dgm:t>
        <a:bodyPr/>
        <a:lstStyle/>
        <a:p>
          <a:endParaRPr lang="en-US"/>
        </a:p>
      </dgm:t>
    </dgm:pt>
    <dgm:pt modelId="{0C60A789-251D-4DC8-B3FA-E00B6C6C469E}" type="sibTrans" cxnId="{4808DF2F-5E9B-4F79-B236-A30058CAA168}">
      <dgm:prSet/>
      <dgm:spPr/>
      <dgm:t>
        <a:bodyPr/>
        <a:lstStyle/>
        <a:p>
          <a:endParaRPr lang="en-US"/>
        </a:p>
      </dgm:t>
    </dgm:pt>
    <dgm:pt modelId="{2BCFB58A-A1DB-4D10-90F7-8BF784E1F3B9}">
      <dgm:prSet/>
      <dgm:spPr/>
      <dgm:t>
        <a:bodyPr/>
        <a:lstStyle/>
        <a:p>
          <a:r>
            <a:rPr lang="en-US" b="1" dirty="0"/>
            <a:t>Fine-Grained: </a:t>
          </a:r>
          <a:r>
            <a:rPr lang="en-US" dirty="0"/>
            <a:t>More specific (e.g., “Managers see only reports for their department during business hours”).</a:t>
          </a:r>
        </a:p>
      </dgm:t>
    </dgm:pt>
    <dgm:pt modelId="{E3E24225-74B6-4D5A-A252-046BDC22A8EC}" type="parTrans" cxnId="{FFA48BD9-5B1F-45AE-AFD3-E1E8C08635A2}">
      <dgm:prSet/>
      <dgm:spPr/>
      <dgm:t>
        <a:bodyPr/>
        <a:lstStyle/>
        <a:p>
          <a:endParaRPr lang="en-US"/>
        </a:p>
      </dgm:t>
    </dgm:pt>
    <dgm:pt modelId="{9A251928-DA7F-42F6-AB51-D3B4D27E3B31}" type="sibTrans" cxnId="{FFA48BD9-5B1F-45AE-AFD3-E1E8C08635A2}">
      <dgm:prSet/>
      <dgm:spPr/>
      <dgm:t>
        <a:bodyPr/>
        <a:lstStyle/>
        <a:p>
          <a:endParaRPr lang="en-US"/>
        </a:p>
      </dgm:t>
    </dgm:pt>
    <dgm:pt modelId="{0ECE1E54-B32D-448F-B0C8-E65838DA2A20}">
      <dgm:prSet/>
      <dgm:spPr/>
      <dgm:t>
        <a:bodyPr/>
        <a:lstStyle/>
        <a:p>
          <a:r>
            <a:rPr lang="en-US" b="1" dirty="0"/>
            <a:t>Banking: </a:t>
          </a:r>
          <a:r>
            <a:rPr lang="en-US" dirty="0"/>
            <a:t>Loan officers see only their assigned loans; approvals require extra conditions (e.g., manager sign-off).</a:t>
          </a:r>
        </a:p>
      </dgm:t>
    </dgm:pt>
    <dgm:pt modelId="{0959F467-C04F-4584-9570-2473F1C9FB3F}" type="parTrans" cxnId="{DDDC7C56-78FD-4EA0-84EA-7E92170AECC3}">
      <dgm:prSet/>
      <dgm:spPr/>
      <dgm:t>
        <a:bodyPr/>
        <a:lstStyle/>
        <a:p>
          <a:endParaRPr lang="en-US"/>
        </a:p>
      </dgm:t>
    </dgm:pt>
    <dgm:pt modelId="{7AC70635-20E3-4A48-B644-EA21EA333429}" type="sibTrans" cxnId="{DDDC7C56-78FD-4EA0-84EA-7E92170AECC3}">
      <dgm:prSet/>
      <dgm:spPr/>
      <dgm:t>
        <a:bodyPr/>
        <a:lstStyle/>
        <a:p>
          <a:endParaRPr lang="en-US"/>
        </a:p>
      </dgm:t>
    </dgm:pt>
    <dgm:pt modelId="{3FBA1BA1-6326-44AB-B509-A3936E209FED}">
      <dgm:prSet custT="1"/>
      <dgm:spPr/>
      <dgm:t>
        <a:bodyPr/>
        <a:lstStyle/>
        <a:p>
          <a:r>
            <a:rPr lang="en-US" sz="1000" b="1" dirty="0"/>
            <a:t>Key Benefits</a:t>
          </a:r>
        </a:p>
      </dgm:t>
    </dgm:pt>
    <dgm:pt modelId="{92566A2E-7796-49B5-B5B6-B24C6F9CB769}" type="parTrans" cxnId="{2E1DEB7F-F07C-455A-B984-054EDC95FEE3}">
      <dgm:prSet/>
      <dgm:spPr/>
      <dgm:t>
        <a:bodyPr/>
        <a:lstStyle/>
        <a:p>
          <a:endParaRPr lang="en-US"/>
        </a:p>
      </dgm:t>
    </dgm:pt>
    <dgm:pt modelId="{A2059CB6-9D60-46C5-9EA7-E7890FE18250}" type="sibTrans" cxnId="{2E1DEB7F-F07C-455A-B984-054EDC95FEE3}">
      <dgm:prSet/>
      <dgm:spPr/>
      <dgm:t>
        <a:bodyPr/>
        <a:lstStyle/>
        <a:p>
          <a:endParaRPr lang="en-US"/>
        </a:p>
      </dgm:t>
    </dgm:pt>
    <dgm:pt modelId="{7A148106-D33A-4F9E-8681-8AD0A144B4DE}">
      <dgm:prSet/>
      <dgm:spPr/>
      <dgm:t>
        <a:bodyPr/>
        <a:lstStyle/>
        <a:p>
          <a:r>
            <a:rPr lang="en-US" b="1" dirty="0"/>
            <a:t>Enhanced Security: </a:t>
          </a:r>
          <a:r>
            <a:rPr lang="en-US" dirty="0"/>
            <a:t>Limits damage if an account is compromised.</a:t>
          </a:r>
        </a:p>
      </dgm:t>
    </dgm:pt>
    <dgm:pt modelId="{6D2FBB85-C1DF-4195-90C1-C12222190998}" type="parTrans" cxnId="{22865BC3-0D40-4F00-A3F3-034A4A8DB9C0}">
      <dgm:prSet/>
      <dgm:spPr/>
      <dgm:t>
        <a:bodyPr/>
        <a:lstStyle/>
        <a:p>
          <a:endParaRPr lang="en-US"/>
        </a:p>
      </dgm:t>
    </dgm:pt>
    <dgm:pt modelId="{3A467E87-5C9B-438F-9DF1-63A1550ED13D}" type="sibTrans" cxnId="{22865BC3-0D40-4F00-A3F3-034A4A8DB9C0}">
      <dgm:prSet/>
      <dgm:spPr/>
      <dgm:t>
        <a:bodyPr/>
        <a:lstStyle/>
        <a:p>
          <a:endParaRPr lang="en-US"/>
        </a:p>
      </dgm:t>
    </dgm:pt>
    <dgm:pt modelId="{4D8AFC18-1EC0-4E45-BA34-2AA76DF10D3E}">
      <dgm:prSet/>
      <dgm:spPr/>
      <dgm:t>
        <a:bodyPr/>
        <a:lstStyle/>
        <a:p>
          <a:r>
            <a:rPr lang="en-US" b="1" dirty="0"/>
            <a:t>Precise Control: </a:t>
          </a:r>
          <a:r>
            <a:rPr lang="en-US" dirty="0"/>
            <a:t>Adapts to complex business policies.</a:t>
          </a:r>
        </a:p>
      </dgm:t>
    </dgm:pt>
    <dgm:pt modelId="{666B0B0F-B1BB-43F1-B2CC-A7C7E86AC455}" type="parTrans" cxnId="{4C0F6AE1-4448-4DD4-9297-B401A0CF1D62}">
      <dgm:prSet/>
      <dgm:spPr/>
      <dgm:t>
        <a:bodyPr/>
        <a:lstStyle/>
        <a:p>
          <a:endParaRPr lang="en-US"/>
        </a:p>
      </dgm:t>
    </dgm:pt>
    <dgm:pt modelId="{0910AD8F-F418-44F9-B9ED-48B749881259}" type="sibTrans" cxnId="{4C0F6AE1-4448-4DD4-9297-B401A0CF1D62}">
      <dgm:prSet/>
      <dgm:spPr/>
      <dgm:t>
        <a:bodyPr/>
        <a:lstStyle/>
        <a:p>
          <a:endParaRPr lang="en-US"/>
        </a:p>
      </dgm:t>
    </dgm:pt>
    <dgm:pt modelId="{D5A96A85-3711-4DD2-B5BC-C42E26B63CB6}">
      <dgm:prSet/>
      <dgm:spPr/>
      <dgm:t>
        <a:bodyPr/>
        <a:lstStyle/>
        <a:p>
          <a:r>
            <a:rPr lang="en-US" b="1" dirty="0"/>
            <a:t>Least Privilege Principle: </a:t>
          </a:r>
          <a:r>
            <a:rPr lang="en-US" dirty="0"/>
            <a:t>Each role has just what they need, nothing more.</a:t>
          </a:r>
        </a:p>
      </dgm:t>
    </dgm:pt>
    <dgm:pt modelId="{AAFA7B1B-2F63-436D-A2E4-5905AA2963E6}" type="parTrans" cxnId="{C55D4B9F-F0B2-4EF5-A9A1-5DB5F11FD5DD}">
      <dgm:prSet/>
      <dgm:spPr/>
      <dgm:t>
        <a:bodyPr/>
        <a:lstStyle/>
        <a:p>
          <a:endParaRPr lang="en-US"/>
        </a:p>
      </dgm:t>
    </dgm:pt>
    <dgm:pt modelId="{9F8E60EC-B522-484C-9188-99DAF5DE9840}" type="sibTrans" cxnId="{C55D4B9F-F0B2-4EF5-A9A1-5DB5F11FD5DD}">
      <dgm:prSet/>
      <dgm:spPr/>
      <dgm:t>
        <a:bodyPr/>
        <a:lstStyle/>
        <a:p>
          <a:endParaRPr lang="en-US"/>
        </a:p>
      </dgm:t>
    </dgm:pt>
    <dgm:pt modelId="{70B27F10-B94A-430A-9D93-9D7EB7965C9F}" type="pres">
      <dgm:prSet presAssocID="{3B0057D5-2F4C-499F-96B1-67C789CBBA81}" presName="linear" presStyleCnt="0">
        <dgm:presLayoutVars>
          <dgm:dir/>
          <dgm:animLvl val="lvl"/>
          <dgm:resizeHandles val="exact"/>
        </dgm:presLayoutVars>
      </dgm:prSet>
      <dgm:spPr/>
    </dgm:pt>
    <dgm:pt modelId="{B1226E19-3DE2-411C-ADDC-F7470C23E461}" type="pres">
      <dgm:prSet presAssocID="{2306C88E-F0CB-44DD-BF23-A96C38531F2B}" presName="parentLin" presStyleCnt="0"/>
      <dgm:spPr/>
    </dgm:pt>
    <dgm:pt modelId="{2997D89C-A0C9-4B54-BAC1-EE04B8584098}" type="pres">
      <dgm:prSet presAssocID="{2306C88E-F0CB-44DD-BF23-A96C38531F2B}" presName="parentLeftMargin" presStyleLbl="node1" presStyleIdx="0" presStyleCnt="5"/>
      <dgm:spPr/>
    </dgm:pt>
    <dgm:pt modelId="{353EDE7C-BF08-4DBB-99F0-52D34993C707}" type="pres">
      <dgm:prSet presAssocID="{2306C88E-F0CB-44DD-BF23-A96C38531F2B}" presName="parentText" presStyleLbl="node1" presStyleIdx="0" presStyleCnt="5">
        <dgm:presLayoutVars>
          <dgm:chMax val="0"/>
          <dgm:bulletEnabled val="1"/>
        </dgm:presLayoutVars>
      </dgm:prSet>
      <dgm:spPr/>
    </dgm:pt>
    <dgm:pt modelId="{3E82B791-3116-454A-8435-FB8EB7427330}" type="pres">
      <dgm:prSet presAssocID="{2306C88E-F0CB-44DD-BF23-A96C38531F2B}" presName="negativeSpace" presStyleCnt="0"/>
      <dgm:spPr/>
    </dgm:pt>
    <dgm:pt modelId="{C6981107-2272-455A-B7FF-F299B2F8E412}" type="pres">
      <dgm:prSet presAssocID="{2306C88E-F0CB-44DD-BF23-A96C38531F2B}" presName="childText" presStyleLbl="conFgAcc1" presStyleIdx="0" presStyleCnt="5">
        <dgm:presLayoutVars>
          <dgm:bulletEnabled val="1"/>
        </dgm:presLayoutVars>
      </dgm:prSet>
      <dgm:spPr/>
    </dgm:pt>
    <dgm:pt modelId="{32DA47A8-437A-4DDA-AB81-B316D0B679A0}" type="pres">
      <dgm:prSet presAssocID="{6FF38E81-2FC7-426E-8D62-3F538B895BE2}" presName="spaceBetweenRectangles" presStyleCnt="0"/>
      <dgm:spPr/>
    </dgm:pt>
    <dgm:pt modelId="{282A9083-61BB-433C-A3D8-4781E0FADBA3}" type="pres">
      <dgm:prSet presAssocID="{7978DF91-CB90-4AC3-869A-0615DF63D2C8}" presName="parentLin" presStyleCnt="0"/>
      <dgm:spPr/>
    </dgm:pt>
    <dgm:pt modelId="{6121BA52-1117-4457-BA9A-43E0453A94EF}" type="pres">
      <dgm:prSet presAssocID="{7978DF91-CB90-4AC3-869A-0615DF63D2C8}" presName="parentLeftMargin" presStyleLbl="node1" presStyleIdx="0" presStyleCnt="5"/>
      <dgm:spPr/>
    </dgm:pt>
    <dgm:pt modelId="{7B6301B4-0BEB-486F-AD70-7CDF30B79445}" type="pres">
      <dgm:prSet presAssocID="{7978DF91-CB90-4AC3-869A-0615DF63D2C8}" presName="parentText" presStyleLbl="node1" presStyleIdx="1" presStyleCnt="5">
        <dgm:presLayoutVars>
          <dgm:chMax val="0"/>
          <dgm:bulletEnabled val="1"/>
        </dgm:presLayoutVars>
      </dgm:prSet>
      <dgm:spPr/>
    </dgm:pt>
    <dgm:pt modelId="{BF2E5B26-8CE7-42E8-8993-F53448D6C2F1}" type="pres">
      <dgm:prSet presAssocID="{7978DF91-CB90-4AC3-869A-0615DF63D2C8}" presName="negativeSpace" presStyleCnt="0"/>
      <dgm:spPr/>
    </dgm:pt>
    <dgm:pt modelId="{97EAE647-9AC1-49F4-9F09-3A3EB41818C3}" type="pres">
      <dgm:prSet presAssocID="{7978DF91-CB90-4AC3-869A-0615DF63D2C8}" presName="childText" presStyleLbl="conFgAcc1" presStyleIdx="1" presStyleCnt="5">
        <dgm:presLayoutVars>
          <dgm:bulletEnabled val="1"/>
        </dgm:presLayoutVars>
      </dgm:prSet>
      <dgm:spPr/>
    </dgm:pt>
    <dgm:pt modelId="{C6A2649E-6A5F-41E1-B224-33B4648249D8}" type="pres">
      <dgm:prSet presAssocID="{295F7250-FB99-45D8-8B99-6F220A546263}" presName="spaceBetweenRectangles" presStyleCnt="0"/>
      <dgm:spPr/>
    </dgm:pt>
    <dgm:pt modelId="{79581495-D9AF-4759-AB99-15A827DC42FD}" type="pres">
      <dgm:prSet presAssocID="{F9FC4E78-96EA-4071-94F5-24EB8A9712AF}" presName="parentLin" presStyleCnt="0"/>
      <dgm:spPr/>
    </dgm:pt>
    <dgm:pt modelId="{BBA3D712-EEEC-4E94-8C7D-CDE64997C330}" type="pres">
      <dgm:prSet presAssocID="{F9FC4E78-96EA-4071-94F5-24EB8A9712AF}" presName="parentLeftMargin" presStyleLbl="node1" presStyleIdx="1" presStyleCnt="5"/>
      <dgm:spPr/>
    </dgm:pt>
    <dgm:pt modelId="{4C7AAB35-870B-4074-92C0-0322C1EC4C5D}" type="pres">
      <dgm:prSet presAssocID="{F9FC4E78-96EA-4071-94F5-24EB8A9712AF}" presName="parentText" presStyleLbl="node1" presStyleIdx="2" presStyleCnt="5">
        <dgm:presLayoutVars>
          <dgm:chMax val="0"/>
          <dgm:bulletEnabled val="1"/>
        </dgm:presLayoutVars>
      </dgm:prSet>
      <dgm:spPr/>
    </dgm:pt>
    <dgm:pt modelId="{BC4ADA37-ECD4-4336-8A4B-0E8804F411E8}" type="pres">
      <dgm:prSet presAssocID="{F9FC4E78-96EA-4071-94F5-24EB8A9712AF}" presName="negativeSpace" presStyleCnt="0"/>
      <dgm:spPr/>
    </dgm:pt>
    <dgm:pt modelId="{EABD2A0A-593C-4245-B051-EDAC9B0ED5BD}" type="pres">
      <dgm:prSet presAssocID="{F9FC4E78-96EA-4071-94F5-24EB8A9712AF}" presName="childText" presStyleLbl="conFgAcc1" presStyleIdx="2" presStyleCnt="5">
        <dgm:presLayoutVars>
          <dgm:bulletEnabled val="1"/>
        </dgm:presLayoutVars>
      </dgm:prSet>
      <dgm:spPr/>
    </dgm:pt>
    <dgm:pt modelId="{8E1DF6D7-B823-483A-BDF3-848F7DB61859}" type="pres">
      <dgm:prSet presAssocID="{2ABD5533-6520-48EF-8B16-F3079E79F527}" presName="spaceBetweenRectangles" presStyleCnt="0"/>
      <dgm:spPr/>
    </dgm:pt>
    <dgm:pt modelId="{E07797E7-292A-4050-9A17-694B39E9008B}" type="pres">
      <dgm:prSet presAssocID="{14C840ED-FDED-4F66-B40E-26E5153AAE69}" presName="parentLin" presStyleCnt="0"/>
      <dgm:spPr/>
    </dgm:pt>
    <dgm:pt modelId="{26B67190-CBF8-4AAB-90A5-F9ADA1E0E3C8}" type="pres">
      <dgm:prSet presAssocID="{14C840ED-FDED-4F66-B40E-26E5153AAE69}" presName="parentLeftMargin" presStyleLbl="node1" presStyleIdx="2" presStyleCnt="5"/>
      <dgm:spPr/>
    </dgm:pt>
    <dgm:pt modelId="{6A1C0A03-1CE6-4DAC-8233-0F16C12DE444}" type="pres">
      <dgm:prSet presAssocID="{14C840ED-FDED-4F66-B40E-26E5153AAE69}" presName="parentText" presStyleLbl="node1" presStyleIdx="3" presStyleCnt="5">
        <dgm:presLayoutVars>
          <dgm:chMax val="0"/>
          <dgm:bulletEnabled val="1"/>
        </dgm:presLayoutVars>
      </dgm:prSet>
      <dgm:spPr/>
    </dgm:pt>
    <dgm:pt modelId="{98BDAFC9-5BA6-4AB8-896F-6AF6C292D801}" type="pres">
      <dgm:prSet presAssocID="{14C840ED-FDED-4F66-B40E-26E5153AAE69}" presName="negativeSpace" presStyleCnt="0"/>
      <dgm:spPr/>
    </dgm:pt>
    <dgm:pt modelId="{6D32C263-544B-4724-8BC5-EA49DA40BCA9}" type="pres">
      <dgm:prSet presAssocID="{14C840ED-FDED-4F66-B40E-26E5153AAE69}" presName="childText" presStyleLbl="conFgAcc1" presStyleIdx="3" presStyleCnt="5">
        <dgm:presLayoutVars>
          <dgm:bulletEnabled val="1"/>
        </dgm:presLayoutVars>
      </dgm:prSet>
      <dgm:spPr/>
    </dgm:pt>
    <dgm:pt modelId="{2299BC7B-960D-4E42-839B-E46852345C43}" type="pres">
      <dgm:prSet presAssocID="{6E5A7C07-57AC-4222-AB56-8F262EBE1D25}" presName="spaceBetweenRectangles" presStyleCnt="0"/>
      <dgm:spPr/>
    </dgm:pt>
    <dgm:pt modelId="{592DFEBC-7E0C-4A8E-8991-3444FD556E66}" type="pres">
      <dgm:prSet presAssocID="{3FBA1BA1-6326-44AB-B509-A3936E209FED}" presName="parentLin" presStyleCnt="0"/>
      <dgm:spPr/>
    </dgm:pt>
    <dgm:pt modelId="{C6D7A71A-6A8A-4D82-B894-EBFC21B45AAA}" type="pres">
      <dgm:prSet presAssocID="{3FBA1BA1-6326-44AB-B509-A3936E209FED}" presName="parentLeftMargin" presStyleLbl="node1" presStyleIdx="3" presStyleCnt="5"/>
      <dgm:spPr/>
    </dgm:pt>
    <dgm:pt modelId="{E7F36835-8C2A-49E7-A18B-1207661EF6B0}" type="pres">
      <dgm:prSet presAssocID="{3FBA1BA1-6326-44AB-B509-A3936E209FED}" presName="parentText" presStyleLbl="node1" presStyleIdx="4" presStyleCnt="5">
        <dgm:presLayoutVars>
          <dgm:chMax val="0"/>
          <dgm:bulletEnabled val="1"/>
        </dgm:presLayoutVars>
      </dgm:prSet>
      <dgm:spPr/>
    </dgm:pt>
    <dgm:pt modelId="{59048809-A299-4B1A-86DF-EDD3F38283C2}" type="pres">
      <dgm:prSet presAssocID="{3FBA1BA1-6326-44AB-B509-A3936E209FED}" presName="negativeSpace" presStyleCnt="0"/>
      <dgm:spPr/>
    </dgm:pt>
    <dgm:pt modelId="{5FE44C27-9C25-443B-91E7-C60E4C84AE58}" type="pres">
      <dgm:prSet presAssocID="{3FBA1BA1-6326-44AB-B509-A3936E209FED}" presName="childText" presStyleLbl="conFgAcc1" presStyleIdx="4" presStyleCnt="5">
        <dgm:presLayoutVars>
          <dgm:bulletEnabled val="1"/>
        </dgm:presLayoutVars>
      </dgm:prSet>
      <dgm:spPr/>
    </dgm:pt>
  </dgm:ptLst>
  <dgm:cxnLst>
    <dgm:cxn modelId="{F734FF09-A54A-4FD2-9F7E-7D77B29E9AAD}" type="presOf" srcId="{14C840ED-FDED-4F66-B40E-26E5153AAE69}" destId="{26B67190-CBF8-4AAB-90A5-F9ADA1E0E3C8}" srcOrd="0" destOrd="0" presId="urn:microsoft.com/office/officeart/2005/8/layout/list1"/>
    <dgm:cxn modelId="{55523C10-5862-4A38-85BC-649B29C4A52E}" srcId="{2306C88E-F0CB-44DD-BF23-A96C38531F2B}" destId="{84716596-3E13-4B8F-974F-3D8F02CFEBA3}" srcOrd="0" destOrd="0" parTransId="{8A9C8354-9EAB-4A59-AA88-F13265665D9E}" sibTransId="{B717BCD3-02F4-40FF-8673-6FB08E7D35A1}"/>
    <dgm:cxn modelId="{A2B25917-F11D-49D3-AE69-0373619C61C3}" type="presOf" srcId="{2306C88E-F0CB-44DD-BF23-A96C38531F2B}" destId="{353EDE7C-BF08-4DBB-99F0-52D34993C707}" srcOrd="1" destOrd="0" presId="urn:microsoft.com/office/officeart/2005/8/layout/list1"/>
    <dgm:cxn modelId="{7E01E118-13FA-452D-9D77-F5B871D746DD}" type="presOf" srcId="{2306C88E-F0CB-44DD-BF23-A96C38531F2B}" destId="{2997D89C-A0C9-4B54-BAC1-EE04B8584098}" srcOrd="0" destOrd="0" presId="urn:microsoft.com/office/officeart/2005/8/layout/list1"/>
    <dgm:cxn modelId="{292F961A-9C19-43E1-9DE7-1058E75EF7BB}" type="presOf" srcId="{14C840ED-FDED-4F66-B40E-26E5153AAE69}" destId="{6A1C0A03-1CE6-4DAC-8233-0F16C12DE444}" srcOrd="1" destOrd="0" presId="urn:microsoft.com/office/officeart/2005/8/layout/list1"/>
    <dgm:cxn modelId="{B631531C-597C-49B6-92C2-8D26F0BE9497}" srcId="{3B0057D5-2F4C-499F-96B1-67C789CBBA81}" destId="{2306C88E-F0CB-44DD-BF23-A96C38531F2B}" srcOrd="0" destOrd="0" parTransId="{91133A9B-DF67-42CB-9EAE-9DC9FBCD300A}" sibTransId="{6FF38E81-2FC7-426E-8D62-3F538B895BE2}"/>
    <dgm:cxn modelId="{968D471E-EBE1-4764-B2B6-1A3905DB1C73}" srcId="{7978DF91-CB90-4AC3-869A-0615DF63D2C8}" destId="{5A9FB50B-3E45-4B9C-8B87-063C244F3703}" srcOrd="1" destOrd="0" parTransId="{44EBA89A-A5E2-4E4F-A23C-709C93BCB63D}" sibTransId="{F0E046CB-A52F-4A64-B137-60620F6BFCFB}"/>
    <dgm:cxn modelId="{4B6E132F-AADD-4C72-9401-F57BCA8DA523}" type="presOf" srcId="{4EA6285B-4E37-471E-8AA7-239F27EAEA85}" destId="{97EAE647-9AC1-49F4-9F09-3A3EB41818C3}" srcOrd="0" destOrd="0" presId="urn:microsoft.com/office/officeart/2005/8/layout/list1"/>
    <dgm:cxn modelId="{4808DF2F-5E9B-4F79-B236-A30058CAA168}" srcId="{7978DF91-CB90-4AC3-869A-0615DF63D2C8}" destId="{B876F2E8-F6B7-4933-B05E-FA63FA95658C}" srcOrd="2" destOrd="0" parTransId="{49DED361-FFCD-4C90-AF5D-49AF8D164676}" sibTransId="{0C60A789-251D-4DC8-B3FA-E00B6C6C469E}"/>
    <dgm:cxn modelId="{12FE6B30-C9CB-4DCF-A0AD-C5E4E363586B}" type="presOf" srcId="{F9FC4E78-96EA-4071-94F5-24EB8A9712AF}" destId="{BBA3D712-EEEC-4E94-8C7D-CDE64997C330}" srcOrd="0" destOrd="0" presId="urn:microsoft.com/office/officeart/2005/8/layout/list1"/>
    <dgm:cxn modelId="{AB0A5437-1FF1-42C1-947E-7548E3A2AA3F}" type="presOf" srcId="{B876F2E8-F6B7-4933-B05E-FA63FA95658C}" destId="{97EAE647-9AC1-49F4-9F09-3A3EB41818C3}" srcOrd="0" destOrd="2" presId="urn:microsoft.com/office/officeart/2005/8/layout/list1"/>
    <dgm:cxn modelId="{38DCC139-564F-46C6-8225-66378CAA7C3D}" type="presOf" srcId="{7978DF91-CB90-4AC3-869A-0615DF63D2C8}" destId="{7B6301B4-0BEB-486F-AD70-7CDF30B79445}" srcOrd="1" destOrd="0" presId="urn:microsoft.com/office/officeart/2005/8/layout/list1"/>
    <dgm:cxn modelId="{1AF4E83E-6493-44D6-9E99-18ADDB6267E6}" srcId="{7978DF91-CB90-4AC3-869A-0615DF63D2C8}" destId="{4EA6285B-4E37-471E-8AA7-239F27EAEA85}" srcOrd="0" destOrd="0" parTransId="{D29DB27A-5161-4523-BD5D-3A5573A2613B}" sibTransId="{C5CCF3EF-6F59-4CD5-9A59-1F94579E31A5}"/>
    <dgm:cxn modelId="{25580863-0744-4A7C-B786-704937EED21E}" type="presOf" srcId="{5A9FB50B-3E45-4B9C-8B87-063C244F3703}" destId="{97EAE647-9AC1-49F4-9F09-3A3EB41818C3}" srcOrd="0" destOrd="1" presId="urn:microsoft.com/office/officeart/2005/8/layout/list1"/>
    <dgm:cxn modelId="{2F4EC043-1A2E-42F2-8C4E-AEFBAA2BCFAD}" type="presOf" srcId="{CBBC470F-2D9D-4648-9309-CFE642A2C22B}" destId="{C6981107-2272-455A-B7FF-F299B2F8E412}" srcOrd="0" destOrd="1" presId="urn:microsoft.com/office/officeart/2005/8/layout/list1"/>
    <dgm:cxn modelId="{84F07464-7D07-4775-90A0-A9C679884907}" type="presOf" srcId="{4D8AFC18-1EC0-4E45-BA34-2AA76DF10D3E}" destId="{5FE44C27-9C25-443B-91E7-C60E4C84AE58}" srcOrd="0" destOrd="1" presId="urn:microsoft.com/office/officeart/2005/8/layout/list1"/>
    <dgm:cxn modelId="{2E7AED51-A89C-40B7-9B68-CA1993FE01AC}" type="presOf" srcId="{3B0057D5-2F4C-499F-96B1-67C789CBBA81}" destId="{70B27F10-B94A-430A-9D93-9D7EB7965C9F}" srcOrd="0" destOrd="0" presId="urn:microsoft.com/office/officeart/2005/8/layout/list1"/>
    <dgm:cxn modelId="{27119673-95CE-4987-9C78-3FE1FE73C0CB}" srcId="{F9FC4E78-96EA-4071-94F5-24EB8A9712AF}" destId="{A2DE8505-9C3B-4763-805E-183DA5CEC502}" srcOrd="0" destOrd="0" parTransId="{5246B47A-4860-40E8-BCC3-C7593BBB2E09}" sibTransId="{36CA6900-AF69-4AF1-B6F2-5856F8D68A4F}"/>
    <dgm:cxn modelId="{DDDC7C56-78FD-4EA0-84EA-7E92170AECC3}" srcId="{14C840ED-FDED-4F66-B40E-26E5153AAE69}" destId="{0ECE1E54-B32D-448F-B0C8-E65838DA2A20}" srcOrd="1" destOrd="0" parTransId="{0959F467-C04F-4584-9570-2473F1C9FB3F}" sibTransId="{7AC70635-20E3-4A48-B644-EA21EA333429}"/>
    <dgm:cxn modelId="{8371D358-F331-4729-A666-D69A401F47EA}" srcId="{3B0057D5-2F4C-499F-96B1-67C789CBBA81}" destId="{14C840ED-FDED-4F66-B40E-26E5153AAE69}" srcOrd="3" destOrd="0" parTransId="{E08D14D6-662F-40C5-AFB7-BC200E5995B7}" sibTransId="{6E5A7C07-57AC-4222-AB56-8F262EBE1D25}"/>
    <dgm:cxn modelId="{CD94705A-2CB0-438B-8B2A-8FA92AB94621}" type="presOf" srcId="{20D507B3-AD44-4077-90E9-E55230AC02DF}" destId="{6D32C263-544B-4724-8BC5-EA49DA40BCA9}" srcOrd="0" destOrd="0" presId="urn:microsoft.com/office/officeart/2005/8/layout/list1"/>
    <dgm:cxn modelId="{2E1DEB7F-F07C-455A-B984-054EDC95FEE3}" srcId="{3B0057D5-2F4C-499F-96B1-67C789CBBA81}" destId="{3FBA1BA1-6326-44AB-B509-A3936E209FED}" srcOrd="4" destOrd="0" parTransId="{92566A2E-7796-49B5-B5B6-B24C6F9CB769}" sibTransId="{A2059CB6-9D60-46C5-9EA7-E7890FE18250}"/>
    <dgm:cxn modelId="{9290AA81-860A-4897-BF39-22206C9F5836}" type="presOf" srcId="{3FBA1BA1-6326-44AB-B509-A3936E209FED}" destId="{E7F36835-8C2A-49E7-A18B-1207661EF6B0}" srcOrd="1" destOrd="0" presId="urn:microsoft.com/office/officeart/2005/8/layout/list1"/>
    <dgm:cxn modelId="{1FAE448E-B259-4098-A9A6-4ACC55C8269E}" type="presOf" srcId="{3FBA1BA1-6326-44AB-B509-A3936E209FED}" destId="{C6D7A71A-6A8A-4D82-B894-EBFC21B45AAA}" srcOrd="0" destOrd="0" presId="urn:microsoft.com/office/officeart/2005/8/layout/list1"/>
    <dgm:cxn modelId="{E372A296-50CC-4DD5-B522-AEC0E2157869}" srcId="{14C840ED-FDED-4F66-B40E-26E5153AAE69}" destId="{20D507B3-AD44-4077-90E9-E55230AC02DF}" srcOrd="0" destOrd="0" parTransId="{2BD013E9-B1DB-4D57-8ABC-0F4931A472CF}" sibTransId="{47743F97-1567-40F3-AD26-5CFF1D18E3C4}"/>
    <dgm:cxn modelId="{C55D4B9F-F0B2-4EF5-A9A1-5DB5F11FD5DD}" srcId="{3FBA1BA1-6326-44AB-B509-A3936E209FED}" destId="{D5A96A85-3711-4DD2-B5BC-C42E26B63CB6}" srcOrd="2" destOrd="0" parTransId="{AAFA7B1B-2F63-436D-A2E4-5905AA2963E6}" sibTransId="{9F8E60EC-B522-484C-9188-99DAF5DE9840}"/>
    <dgm:cxn modelId="{16F62BB0-C2F3-4891-AB28-84986F820B4C}" type="presOf" srcId="{7978DF91-CB90-4AC3-869A-0615DF63D2C8}" destId="{6121BA52-1117-4457-BA9A-43E0453A94EF}" srcOrd="0" destOrd="0" presId="urn:microsoft.com/office/officeart/2005/8/layout/list1"/>
    <dgm:cxn modelId="{F79B44B9-783A-462C-9904-41FF473C13EB}" type="presOf" srcId="{F9FC4E78-96EA-4071-94F5-24EB8A9712AF}" destId="{4C7AAB35-870B-4074-92C0-0322C1EC4C5D}" srcOrd="1" destOrd="0" presId="urn:microsoft.com/office/officeart/2005/8/layout/list1"/>
    <dgm:cxn modelId="{1D4D86BE-BD92-41C6-8F91-CB341412F955}" srcId="{3B0057D5-2F4C-499F-96B1-67C789CBBA81}" destId="{7978DF91-CB90-4AC3-869A-0615DF63D2C8}" srcOrd="1" destOrd="0" parTransId="{43AA6ACA-67D4-40DE-AA46-670D9E771B89}" sibTransId="{295F7250-FB99-45D8-8B99-6F220A546263}"/>
    <dgm:cxn modelId="{22865BC3-0D40-4F00-A3F3-034A4A8DB9C0}" srcId="{3FBA1BA1-6326-44AB-B509-A3936E209FED}" destId="{7A148106-D33A-4F9E-8681-8AD0A144B4DE}" srcOrd="0" destOrd="0" parTransId="{6D2FBB85-C1DF-4195-90C1-C12222190998}" sibTransId="{3A467E87-5C9B-438F-9DF1-63A1550ED13D}"/>
    <dgm:cxn modelId="{0EE865C5-0B4D-4A39-86F0-8B9B1AC11D37}" srcId="{3B0057D5-2F4C-499F-96B1-67C789CBBA81}" destId="{F9FC4E78-96EA-4071-94F5-24EB8A9712AF}" srcOrd="2" destOrd="0" parTransId="{CD2332E1-837B-4AB4-AEB9-97EFD6E13D53}" sibTransId="{2ABD5533-6520-48EF-8B16-F3079E79F527}"/>
    <dgm:cxn modelId="{BFF465CC-F0DC-4202-A1AF-6E5CE6F805F7}" type="presOf" srcId="{D5A96A85-3711-4DD2-B5BC-C42E26B63CB6}" destId="{5FE44C27-9C25-443B-91E7-C60E4C84AE58}" srcOrd="0" destOrd="2" presId="urn:microsoft.com/office/officeart/2005/8/layout/list1"/>
    <dgm:cxn modelId="{685DB0D3-D669-4C10-AFC5-F52D8B874C59}" type="presOf" srcId="{7A148106-D33A-4F9E-8681-8AD0A144B4DE}" destId="{5FE44C27-9C25-443B-91E7-C60E4C84AE58}" srcOrd="0" destOrd="0" presId="urn:microsoft.com/office/officeart/2005/8/layout/list1"/>
    <dgm:cxn modelId="{13FC01D5-B79E-4688-8825-8586A220B50B}" type="presOf" srcId="{84716596-3E13-4B8F-974F-3D8F02CFEBA3}" destId="{C6981107-2272-455A-B7FF-F299B2F8E412}" srcOrd="0" destOrd="0" presId="urn:microsoft.com/office/officeart/2005/8/layout/list1"/>
    <dgm:cxn modelId="{FFA48BD9-5B1F-45AE-AFD3-E1E8C08635A2}" srcId="{F9FC4E78-96EA-4071-94F5-24EB8A9712AF}" destId="{2BCFB58A-A1DB-4D10-90F7-8BF784E1F3B9}" srcOrd="1" destOrd="0" parTransId="{E3E24225-74B6-4D5A-A252-046BDC22A8EC}" sibTransId="{9A251928-DA7F-42F6-AB51-D3B4D27E3B31}"/>
    <dgm:cxn modelId="{4C0F6AE1-4448-4DD4-9297-B401A0CF1D62}" srcId="{3FBA1BA1-6326-44AB-B509-A3936E209FED}" destId="{4D8AFC18-1EC0-4E45-BA34-2AA76DF10D3E}" srcOrd="1" destOrd="0" parTransId="{666B0B0F-B1BB-43F1-B2CC-A7C7E86AC455}" sibTransId="{0910AD8F-F418-44F9-B9ED-48B749881259}"/>
    <dgm:cxn modelId="{4ED8BBEA-082E-4983-9E01-6365E0A850F8}" type="presOf" srcId="{A2DE8505-9C3B-4763-805E-183DA5CEC502}" destId="{EABD2A0A-593C-4245-B051-EDAC9B0ED5BD}" srcOrd="0" destOrd="0" presId="urn:microsoft.com/office/officeart/2005/8/layout/list1"/>
    <dgm:cxn modelId="{21E33EEB-FE26-4E15-8442-4335A0109388}" srcId="{2306C88E-F0CB-44DD-BF23-A96C38531F2B}" destId="{CBBC470F-2D9D-4648-9309-CFE642A2C22B}" srcOrd="1" destOrd="0" parTransId="{4C6E1F1D-F7D7-4D9B-9F26-CD0F419F7FDA}" sibTransId="{C9203C1B-E24E-4731-AED3-631B95EBAA1C}"/>
    <dgm:cxn modelId="{80E350EB-D5AB-41E8-995B-5D7F8EBEA5DC}" type="presOf" srcId="{0ECE1E54-B32D-448F-B0C8-E65838DA2A20}" destId="{6D32C263-544B-4724-8BC5-EA49DA40BCA9}" srcOrd="0" destOrd="1" presId="urn:microsoft.com/office/officeart/2005/8/layout/list1"/>
    <dgm:cxn modelId="{F1F5BEEC-CF8C-48D8-A49B-483645A8030B}" type="presOf" srcId="{2BCFB58A-A1DB-4D10-90F7-8BF784E1F3B9}" destId="{EABD2A0A-593C-4245-B051-EDAC9B0ED5BD}" srcOrd="0" destOrd="1" presId="urn:microsoft.com/office/officeart/2005/8/layout/list1"/>
    <dgm:cxn modelId="{6CC5C5C5-279C-4054-A0FE-C9ACB6F3843E}" type="presParOf" srcId="{70B27F10-B94A-430A-9D93-9D7EB7965C9F}" destId="{B1226E19-3DE2-411C-ADDC-F7470C23E461}" srcOrd="0" destOrd="0" presId="urn:microsoft.com/office/officeart/2005/8/layout/list1"/>
    <dgm:cxn modelId="{3314FE8B-A4E7-4134-AAA2-9921C0BCEFF0}" type="presParOf" srcId="{B1226E19-3DE2-411C-ADDC-F7470C23E461}" destId="{2997D89C-A0C9-4B54-BAC1-EE04B8584098}" srcOrd="0" destOrd="0" presId="urn:microsoft.com/office/officeart/2005/8/layout/list1"/>
    <dgm:cxn modelId="{8F8C2397-38F2-4A1E-AC20-70DAF1358512}" type="presParOf" srcId="{B1226E19-3DE2-411C-ADDC-F7470C23E461}" destId="{353EDE7C-BF08-4DBB-99F0-52D34993C707}" srcOrd="1" destOrd="0" presId="urn:microsoft.com/office/officeart/2005/8/layout/list1"/>
    <dgm:cxn modelId="{7D36D638-C384-4EE0-B4A2-F191B65F7735}" type="presParOf" srcId="{70B27F10-B94A-430A-9D93-9D7EB7965C9F}" destId="{3E82B791-3116-454A-8435-FB8EB7427330}" srcOrd="1" destOrd="0" presId="urn:microsoft.com/office/officeart/2005/8/layout/list1"/>
    <dgm:cxn modelId="{817B9FD4-714D-4BC0-BD47-E68C777B49CB}" type="presParOf" srcId="{70B27F10-B94A-430A-9D93-9D7EB7965C9F}" destId="{C6981107-2272-455A-B7FF-F299B2F8E412}" srcOrd="2" destOrd="0" presId="urn:microsoft.com/office/officeart/2005/8/layout/list1"/>
    <dgm:cxn modelId="{B7179E2E-236C-4825-8DF4-04F38F60FFEE}" type="presParOf" srcId="{70B27F10-B94A-430A-9D93-9D7EB7965C9F}" destId="{32DA47A8-437A-4DDA-AB81-B316D0B679A0}" srcOrd="3" destOrd="0" presId="urn:microsoft.com/office/officeart/2005/8/layout/list1"/>
    <dgm:cxn modelId="{D51484FF-134E-4192-B13A-65934F3EF66E}" type="presParOf" srcId="{70B27F10-B94A-430A-9D93-9D7EB7965C9F}" destId="{282A9083-61BB-433C-A3D8-4781E0FADBA3}" srcOrd="4" destOrd="0" presId="urn:microsoft.com/office/officeart/2005/8/layout/list1"/>
    <dgm:cxn modelId="{48EDDA76-87BD-4FDB-8FA9-41132C079E42}" type="presParOf" srcId="{282A9083-61BB-433C-A3D8-4781E0FADBA3}" destId="{6121BA52-1117-4457-BA9A-43E0453A94EF}" srcOrd="0" destOrd="0" presId="urn:microsoft.com/office/officeart/2005/8/layout/list1"/>
    <dgm:cxn modelId="{936869ED-4377-4D2F-B6B2-889A707F59AA}" type="presParOf" srcId="{282A9083-61BB-433C-A3D8-4781E0FADBA3}" destId="{7B6301B4-0BEB-486F-AD70-7CDF30B79445}" srcOrd="1" destOrd="0" presId="urn:microsoft.com/office/officeart/2005/8/layout/list1"/>
    <dgm:cxn modelId="{2D66208C-743A-49D1-BD57-138F3A3F8CC7}" type="presParOf" srcId="{70B27F10-B94A-430A-9D93-9D7EB7965C9F}" destId="{BF2E5B26-8CE7-42E8-8993-F53448D6C2F1}" srcOrd="5" destOrd="0" presId="urn:microsoft.com/office/officeart/2005/8/layout/list1"/>
    <dgm:cxn modelId="{25400B47-B327-43D5-9CC8-2E4879BC1F43}" type="presParOf" srcId="{70B27F10-B94A-430A-9D93-9D7EB7965C9F}" destId="{97EAE647-9AC1-49F4-9F09-3A3EB41818C3}" srcOrd="6" destOrd="0" presId="urn:microsoft.com/office/officeart/2005/8/layout/list1"/>
    <dgm:cxn modelId="{FE47368C-0902-48C2-8A61-1CF8DDD10338}" type="presParOf" srcId="{70B27F10-B94A-430A-9D93-9D7EB7965C9F}" destId="{C6A2649E-6A5F-41E1-B224-33B4648249D8}" srcOrd="7" destOrd="0" presId="urn:microsoft.com/office/officeart/2005/8/layout/list1"/>
    <dgm:cxn modelId="{A07E8C02-ADF2-440E-AD85-63E37671B303}" type="presParOf" srcId="{70B27F10-B94A-430A-9D93-9D7EB7965C9F}" destId="{79581495-D9AF-4759-AB99-15A827DC42FD}" srcOrd="8" destOrd="0" presId="urn:microsoft.com/office/officeart/2005/8/layout/list1"/>
    <dgm:cxn modelId="{8EB1A71F-A0E6-4432-988B-401B5646F019}" type="presParOf" srcId="{79581495-D9AF-4759-AB99-15A827DC42FD}" destId="{BBA3D712-EEEC-4E94-8C7D-CDE64997C330}" srcOrd="0" destOrd="0" presId="urn:microsoft.com/office/officeart/2005/8/layout/list1"/>
    <dgm:cxn modelId="{C27F538E-2B2B-4F08-B13E-4A482CDB5DB8}" type="presParOf" srcId="{79581495-D9AF-4759-AB99-15A827DC42FD}" destId="{4C7AAB35-870B-4074-92C0-0322C1EC4C5D}" srcOrd="1" destOrd="0" presId="urn:microsoft.com/office/officeart/2005/8/layout/list1"/>
    <dgm:cxn modelId="{F9C471CC-77DA-438C-9F5D-17A52C728EC5}" type="presParOf" srcId="{70B27F10-B94A-430A-9D93-9D7EB7965C9F}" destId="{BC4ADA37-ECD4-4336-8A4B-0E8804F411E8}" srcOrd="9" destOrd="0" presId="urn:microsoft.com/office/officeart/2005/8/layout/list1"/>
    <dgm:cxn modelId="{FDF28E26-AB98-4D55-8417-E9A13CC8BCFD}" type="presParOf" srcId="{70B27F10-B94A-430A-9D93-9D7EB7965C9F}" destId="{EABD2A0A-593C-4245-B051-EDAC9B0ED5BD}" srcOrd="10" destOrd="0" presId="urn:microsoft.com/office/officeart/2005/8/layout/list1"/>
    <dgm:cxn modelId="{34B77BC7-13A5-4630-849D-AA56179C9594}" type="presParOf" srcId="{70B27F10-B94A-430A-9D93-9D7EB7965C9F}" destId="{8E1DF6D7-B823-483A-BDF3-848F7DB61859}" srcOrd="11" destOrd="0" presId="urn:microsoft.com/office/officeart/2005/8/layout/list1"/>
    <dgm:cxn modelId="{F4B70C82-446D-41F3-A011-2DE746F4E19E}" type="presParOf" srcId="{70B27F10-B94A-430A-9D93-9D7EB7965C9F}" destId="{E07797E7-292A-4050-9A17-694B39E9008B}" srcOrd="12" destOrd="0" presId="urn:microsoft.com/office/officeart/2005/8/layout/list1"/>
    <dgm:cxn modelId="{463B193A-24D3-4EB6-AB67-30BE0DC6D412}" type="presParOf" srcId="{E07797E7-292A-4050-9A17-694B39E9008B}" destId="{26B67190-CBF8-4AAB-90A5-F9ADA1E0E3C8}" srcOrd="0" destOrd="0" presId="urn:microsoft.com/office/officeart/2005/8/layout/list1"/>
    <dgm:cxn modelId="{8C240B99-E7F0-40A5-BA55-E8C545E42C30}" type="presParOf" srcId="{E07797E7-292A-4050-9A17-694B39E9008B}" destId="{6A1C0A03-1CE6-4DAC-8233-0F16C12DE444}" srcOrd="1" destOrd="0" presId="urn:microsoft.com/office/officeart/2005/8/layout/list1"/>
    <dgm:cxn modelId="{A2C4B3B5-79DD-4C3A-B9A1-BD370A3C5AEF}" type="presParOf" srcId="{70B27F10-B94A-430A-9D93-9D7EB7965C9F}" destId="{98BDAFC9-5BA6-4AB8-896F-6AF6C292D801}" srcOrd="13" destOrd="0" presId="urn:microsoft.com/office/officeart/2005/8/layout/list1"/>
    <dgm:cxn modelId="{21F879A4-8530-4BE9-B4CB-E3958D0F6C71}" type="presParOf" srcId="{70B27F10-B94A-430A-9D93-9D7EB7965C9F}" destId="{6D32C263-544B-4724-8BC5-EA49DA40BCA9}" srcOrd="14" destOrd="0" presId="urn:microsoft.com/office/officeart/2005/8/layout/list1"/>
    <dgm:cxn modelId="{EA0CE7D0-AB25-40B7-BEFB-17889C85953B}" type="presParOf" srcId="{70B27F10-B94A-430A-9D93-9D7EB7965C9F}" destId="{2299BC7B-960D-4E42-839B-E46852345C43}" srcOrd="15" destOrd="0" presId="urn:microsoft.com/office/officeart/2005/8/layout/list1"/>
    <dgm:cxn modelId="{8E6246C7-6364-4382-BC57-6465F0433EDC}" type="presParOf" srcId="{70B27F10-B94A-430A-9D93-9D7EB7965C9F}" destId="{592DFEBC-7E0C-4A8E-8991-3444FD556E66}" srcOrd="16" destOrd="0" presId="urn:microsoft.com/office/officeart/2005/8/layout/list1"/>
    <dgm:cxn modelId="{F2190B11-C780-4E56-82C6-268328FD8C17}" type="presParOf" srcId="{592DFEBC-7E0C-4A8E-8991-3444FD556E66}" destId="{C6D7A71A-6A8A-4D82-B894-EBFC21B45AAA}" srcOrd="0" destOrd="0" presId="urn:microsoft.com/office/officeart/2005/8/layout/list1"/>
    <dgm:cxn modelId="{D577AB4A-3392-48A3-9BC8-752617BC0E3C}" type="presParOf" srcId="{592DFEBC-7E0C-4A8E-8991-3444FD556E66}" destId="{E7F36835-8C2A-49E7-A18B-1207661EF6B0}" srcOrd="1" destOrd="0" presId="urn:microsoft.com/office/officeart/2005/8/layout/list1"/>
    <dgm:cxn modelId="{75CC80B4-9BF4-4837-AB16-7E870886D86D}" type="presParOf" srcId="{70B27F10-B94A-430A-9D93-9D7EB7965C9F}" destId="{59048809-A299-4B1A-86DF-EDD3F38283C2}" srcOrd="17" destOrd="0" presId="urn:microsoft.com/office/officeart/2005/8/layout/list1"/>
    <dgm:cxn modelId="{21293FB4-2E7E-4D34-B655-E0AB1E03D1CF}" type="presParOf" srcId="{70B27F10-B94A-430A-9D93-9D7EB7965C9F}" destId="{5FE44C27-9C25-443B-91E7-C60E4C84AE58}"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BB6561-EDB8-4520-8580-33EEDB82860C}" type="doc">
      <dgm:prSet loTypeId="urn:diagrams.loki3.com/VaryingWidthList" loCatId="list" qsTypeId="urn:microsoft.com/office/officeart/2005/8/quickstyle/simple3" qsCatId="simple" csTypeId="urn:microsoft.com/office/officeart/2005/8/colors/colorful1" csCatId="colorful" phldr="1"/>
      <dgm:spPr/>
    </dgm:pt>
    <dgm:pt modelId="{D64F94BD-BEDE-438A-AE0E-73A58298362C}">
      <dgm:prSet phldrT="[Text]" custT="1"/>
      <dgm:spPr/>
      <dgm:t>
        <a:bodyPr/>
        <a:lstStyle/>
        <a:p>
          <a:pPr algn="just">
            <a:buFont typeface="Arial" panose="020B0604020202020204" pitchFamily="34" charset="0"/>
            <a:buChar char="•"/>
          </a:pPr>
          <a:r>
            <a:rPr lang="en-US" sz="1200" b="1" dirty="0"/>
            <a:t>Role-Based Access Control (RBAC):</a:t>
          </a:r>
        </a:p>
        <a:p>
          <a:pPr algn="just">
            <a:buFont typeface="Arial" panose="020B0604020202020204" pitchFamily="34" charset="0"/>
            <a:buChar char="•"/>
          </a:pPr>
          <a:r>
            <a:rPr lang="en-US" sz="1200" dirty="0"/>
            <a:t>Permissions are tied to </a:t>
          </a:r>
          <a:r>
            <a:rPr lang="en-US" sz="1200" b="1" dirty="0"/>
            <a:t>job roles</a:t>
          </a:r>
          <a:r>
            <a:rPr lang="en-US" sz="1200" dirty="0"/>
            <a:t> (e.g., “Admin,” “Manager,” “Teller”).</a:t>
          </a:r>
        </a:p>
        <a:p>
          <a:pPr algn="just">
            <a:buFont typeface="Arial" panose="020B0604020202020204" pitchFamily="34" charset="0"/>
            <a:buChar char="•"/>
          </a:pPr>
          <a:r>
            <a:rPr lang="en-US" sz="1200" b="1" dirty="0"/>
            <a:t>All users in the same role</a:t>
          </a:r>
          <a:r>
            <a:rPr lang="en-US" sz="1200" dirty="0"/>
            <a:t> typically share identical privileges.</a:t>
          </a:r>
        </a:p>
        <a:p>
          <a:pPr algn="just">
            <a:buFont typeface="Arial" panose="020B0604020202020204" pitchFamily="34" charset="0"/>
            <a:buChar char="•"/>
          </a:pPr>
          <a:r>
            <a:rPr lang="en-US" sz="1200" dirty="0"/>
            <a:t>Easy to implement but can become </a:t>
          </a:r>
          <a:r>
            <a:rPr lang="en-US" sz="1200" b="1" dirty="0"/>
            <a:t>too broad</a:t>
          </a:r>
          <a:r>
            <a:rPr lang="en-US" sz="1200" dirty="0"/>
            <a:t> (everyone in a role sees everything).</a:t>
          </a:r>
        </a:p>
      </dgm:t>
    </dgm:pt>
    <dgm:pt modelId="{63EC1D0E-7732-46A6-92F4-B64087D3AFA2}" type="parTrans" cxnId="{07DBFF65-2731-4DF1-BCFD-AEBBFCC7A8FF}">
      <dgm:prSet/>
      <dgm:spPr/>
      <dgm:t>
        <a:bodyPr/>
        <a:lstStyle/>
        <a:p>
          <a:endParaRPr lang="en-US"/>
        </a:p>
      </dgm:t>
    </dgm:pt>
    <dgm:pt modelId="{D8BBB11B-9A9F-4AA2-9152-83219896198E}" type="sibTrans" cxnId="{07DBFF65-2731-4DF1-BCFD-AEBBFCC7A8FF}">
      <dgm:prSet/>
      <dgm:spPr/>
      <dgm:t>
        <a:bodyPr/>
        <a:lstStyle/>
        <a:p>
          <a:endParaRPr lang="en-US"/>
        </a:p>
      </dgm:t>
    </dgm:pt>
    <dgm:pt modelId="{47C96FA6-C75C-4E13-95A2-D7F22D4CE3D8}">
      <dgm:prSet phldrT="[Text]" custT="1"/>
      <dgm:spPr/>
      <dgm:t>
        <a:bodyPr/>
        <a:lstStyle/>
        <a:p>
          <a:pPr algn="just">
            <a:buFont typeface="Arial" panose="020B0604020202020204" pitchFamily="34" charset="0"/>
            <a:buChar char="•"/>
          </a:pPr>
          <a:r>
            <a:rPr lang="en-US" sz="1200" b="1" dirty="0"/>
            <a:t>Attribute-Based Access Control (ABAC):</a:t>
          </a:r>
        </a:p>
        <a:p>
          <a:pPr algn="just">
            <a:buFont typeface="Arial" panose="020B0604020202020204" pitchFamily="34" charset="0"/>
            <a:buChar char="•"/>
          </a:pPr>
          <a:r>
            <a:rPr lang="en-US" sz="1200" b="1" dirty="0"/>
            <a:t>Decisions</a:t>
          </a:r>
          <a:r>
            <a:rPr lang="en-US" sz="1200" dirty="0"/>
            <a:t> use attributes of the user, resource, and context (e.g., </a:t>
          </a:r>
          <a:r>
            <a:rPr lang="en-US" sz="1200" b="1" dirty="0"/>
            <a:t>department, location, time</a:t>
          </a:r>
          <a:r>
            <a:rPr lang="en-US" sz="1200" dirty="0"/>
            <a:t>).</a:t>
          </a:r>
        </a:p>
        <a:p>
          <a:pPr algn="just">
            <a:buFont typeface="Arial" panose="020B0604020202020204" pitchFamily="34" charset="0"/>
            <a:buChar char="•"/>
          </a:pPr>
          <a:r>
            <a:rPr lang="en-US" sz="1200" dirty="0"/>
            <a:t>More </a:t>
          </a:r>
          <a:r>
            <a:rPr lang="en-US" sz="1200" b="1" dirty="0"/>
            <a:t>granular</a:t>
          </a:r>
          <a:r>
            <a:rPr lang="en-US" sz="1200" dirty="0"/>
            <a:t> and </a:t>
          </a:r>
          <a:r>
            <a:rPr lang="en-US" sz="1200" b="1" dirty="0"/>
            <a:t>flexible</a:t>
          </a:r>
          <a:r>
            <a:rPr lang="en-US" sz="1200" dirty="0"/>
            <a:t> (e.g., “Only allow access if </a:t>
          </a:r>
          <a:r>
            <a:rPr lang="en-US" sz="1200" dirty="0" err="1"/>
            <a:t>user.role</a:t>
          </a:r>
          <a:r>
            <a:rPr lang="en-US" sz="1200" dirty="0"/>
            <a:t> = ‘Manager’ AND region = ‘APAC’”).</a:t>
          </a:r>
        </a:p>
        <a:p>
          <a:pPr algn="just">
            <a:buFont typeface="Arial" panose="020B0604020202020204" pitchFamily="34" charset="0"/>
            <a:buChar char="•"/>
          </a:pPr>
          <a:r>
            <a:rPr lang="en-US" sz="1200" dirty="0"/>
            <a:t>Ideal for </a:t>
          </a:r>
          <a:r>
            <a:rPr lang="en-US" sz="1200" b="1" dirty="0"/>
            <a:t>complex</a:t>
          </a:r>
          <a:r>
            <a:rPr lang="en-US" sz="1200" dirty="0"/>
            <a:t> environments where simple roles aren’t enough.</a:t>
          </a:r>
        </a:p>
      </dgm:t>
    </dgm:pt>
    <dgm:pt modelId="{78B6B8E1-6511-4103-A08E-9EE1C145B2B5}" type="parTrans" cxnId="{3F32016A-ECA5-4DD1-B386-47D4F2B31790}">
      <dgm:prSet/>
      <dgm:spPr/>
      <dgm:t>
        <a:bodyPr/>
        <a:lstStyle/>
        <a:p>
          <a:endParaRPr lang="en-US"/>
        </a:p>
      </dgm:t>
    </dgm:pt>
    <dgm:pt modelId="{3179D616-6405-4E50-8FDB-CC927E0AAFD8}" type="sibTrans" cxnId="{3F32016A-ECA5-4DD1-B386-47D4F2B31790}">
      <dgm:prSet/>
      <dgm:spPr/>
      <dgm:t>
        <a:bodyPr/>
        <a:lstStyle/>
        <a:p>
          <a:endParaRPr lang="en-US"/>
        </a:p>
      </dgm:t>
    </dgm:pt>
    <dgm:pt modelId="{04E4BC38-74F6-4C06-A170-9BF37B3DD703}">
      <dgm:prSet phldrT="[Text]" custT="1"/>
      <dgm:spPr/>
      <dgm:t>
        <a:bodyPr/>
        <a:lstStyle/>
        <a:p>
          <a:pPr algn="just">
            <a:buFont typeface="Arial" panose="020B0604020202020204" pitchFamily="34" charset="0"/>
            <a:buChar char="•"/>
          </a:pPr>
          <a:r>
            <a:rPr lang="en-US" sz="1200" b="1" dirty="0"/>
            <a:t>Real-World Examples:</a:t>
          </a:r>
        </a:p>
        <a:p>
          <a:pPr algn="just">
            <a:buFont typeface="Arial" panose="020B0604020202020204" pitchFamily="34" charset="0"/>
            <a:buChar char="•"/>
          </a:pPr>
          <a:r>
            <a:rPr lang="en-US" sz="1200" b="1" dirty="0"/>
            <a:t>Banking:</a:t>
          </a:r>
          <a:r>
            <a:rPr lang="en-US" sz="1200" dirty="0"/>
            <a:t> A teller sees </a:t>
          </a:r>
          <a:r>
            <a:rPr lang="en-US" sz="1200" b="1" dirty="0"/>
            <a:t>only</a:t>
          </a:r>
          <a:r>
            <a:rPr lang="en-US" sz="1200" dirty="0"/>
            <a:t> local branch transactions under a set amount; a branch manager sees higher-value transactions </a:t>
          </a:r>
          <a:r>
            <a:rPr lang="en-US" sz="1200" b="1" dirty="0"/>
            <a:t>for their region</a:t>
          </a:r>
          <a:r>
            <a:rPr lang="en-US" sz="1200" dirty="0"/>
            <a:t>.</a:t>
          </a:r>
        </a:p>
        <a:p>
          <a:pPr algn="just">
            <a:buFont typeface="Arial" panose="020B0604020202020204" pitchFamily="34" charset="0"/>
            <a:buChar char="•"/>
          </a:pPr>
          <a:r>
            <a:rPr lang="en-US" sz="1200" b="1" dirty="0"/>
            <a:t>Healthcare:</a:t>
          </a:r>
          <a:r>
            <a:rPr lang="en-US" sz="1200" dirty="0"/>
            <a:t> A nurse can </a:t>
          </a:r>
          <a:r>
            <a:rPr lang="en-US" sz="1200" b="1" dirty="0"/>
            <a:t>view</a:t>
          </a:r>
          <a:r>
            <a:rPr lang="en-US" sz="1200" dirty="0"/>
            <a:t> patient vitals on their shift but </a:t>
          </a:r>
          <a:r>
            <a:rPr lang="en-US" sz="1200" b="1" dirty="0"/>
            <a:t>cannot</a:t>
          </a:r>
          <a:r>
            <a:rPr lang="en-US" sz="1200" dirty="0"/>
            <a:t> change doctors’ treatment notes; a doctor’s access is limited to </a:t>
          </a:r>
          <a:r>
            <a:rPr lang="en-US" sz="1200" b="1" dirty="0"/>
            <a:t>their</a:t>
          </a:r>
          <a:r>
            <a:rPr lang="en-US" sz="1200" dirty="0"/>
            <a:t> assigned patients.</a:t>
          </a:r>
        </a:p>
      </dgm:t>
    </dgm:pt>
    <dgm:pt modelId="{0E307FA0-8BDD-4FE1-A87B-A18CAAFC7077}" type="parTrans" cxnId="{7C78AB40-AF1A-4761-903C-3CA5C4F2D201}">
      <dgm:prSet/>
      <dgm:spPr/>
      <dgm:t>
        <a:bodyPr/>
        <a:lstStyle/>
        <a:p>
          <a:endParaRPr lang="en-US"/>
        </a:p>
      </dgm:t>
    </dgm:pt>
    <dgm:pt modelId="{043A43E0-FC45-4E74-A6B2-9671BC56AA7F}" type="sibTrans" cxnId="{7C78AB40-AF1A-4761-903C-3CA5C4F2D201}">
      <dgm:prSet/>
      <dgm:spPr/>
      <dgm:t>
        <a:bodyPr/>
        <a:lstStyle/>
        <a:p>
          <a:endParaRPr lang="en-US"/>
        </a:p>
      </dgm:t>
    </dgm:pt>
    <dgm:pt modelId="{DA9069D9-6123-4E4D-B0DD-65A7451B6187}" type="pres">
      <dgm:prSet presAssocID="{F2BB6561-EDB8-4520-8580-33EEDB82860C}" presName="Name0" presStyleCnt="0">
        <dgm:presLayoutVars>
          <dgm:resizeHandles/>
        </dgm:presLayoutVars>
      </dgm:prSet>
      <dgm:spPr/>
    </dgm:pt>
    <dgm:pt modelId="{45A4C1C4-F85A-4C7E-BF2F-DE81C8F3CC8A}" type="pres">
      <dgm:prSet presAssocID="{D64F94BD-BEDE-438A-AE0E-73A58298362C}" presName="text" presStyleLbl="node1" presStyleIdx="0" presStyleCnt="3" custScaleX="211864" custLinFactNeighborX="-1378" custLinFactNeighborY="-14667">
        <dgm:presLayoutVars>
          <dgm:bulletEnabled val="1"/>
        </dgm:presLayoutVars>
      </dgm:prSet>
      <dgm:spPr/>
    </dgm:pt>
    <dgm:pt modelId="{40DDF570-A555-4DF4-B3AB-5635535B949E}" type="pres">
      <dgm:prSet presAssocID="{D8BBB11B-9A9F-4AA2-9152-83219896198E}" presName="space" presStyleCnt="0"/>
      <dgm:spPr/>
    </dgm:pt>
    <dgm:pt modelId="{B74D3D80-EE6A-4409-AAC0-17BC1ACC3821}" type="pres">
      <dgm:prSet presAssocID="{47C96FA6-C75C-4E13-95A2-D7F22D4CE3D8}" presName="text" presStyleLbl="node1" presStyleIdx="1" presStyleCnt="3" custScaleX="193472">
        <dgm:presLayoutVars>
          <dgm:bulletEnabled val="1"/>
        </dgm:presLayoutVars>
      </dgm:prSet>
      <dgm:spPr/>
    </dgm:pt>
    <dgm:pt modelId="{AD987941-8FB0-4C10-B3DC-06AAF446E078}" type="pres">
      <dgm:prSet presAssocID="{3179D616-6405-4E50-8FDB-CC927E0AAFD8}" presName="space" presStyleCnt="0"/>
      <dgm:spPr/>
    </dgm:pt>
    <dgm:pt modelId="{5880BE38-4778-43DA-A782-CEAC947F0797}" type="pres">
      <dgm:prSet presAssocID="{04E4BC38-74F6-4C06-A170-9BF37B3DD703}" presName="text" presStyleLbl="node1" presStyleIdx="2" presStyleCnt="3" custScaleX="178298">
        <dgm:presLayoutVars>
          <dgm:bulletEnabled val="1"/>
        </dgm:presLayoutVars>
      </dgm:prSet>
      <dgm:spPr/>
    </dgm:pt>
  </dgm:ptLst>
  <dgm:cxnLst>
    <dgm:cxn modelId="{76E8A102-0BC2-46E4-BFCE-F94E2F5DA519}" type="presOf" srcId="{04E4BC38-74F6-4C06-A170-9BF37B3DD703}" destId="{5880BE38-4778-43DA-A782-CEAC947F0797}" srcOrd="0" destOrd="0" presId="urn:diagrams.loki3.com/VaryingWidthList"/>
    <dgm:cxn modelId="{C2388114-2701-4271-ABD5-6E9054EC43B8}" type="presOf" srcId="{D64F94BD-BEDE-438A-AE0E-73A58298362C}" destId="{45A4C1C4-F85A-4C7E-BF2F-DE81C8F3CC8A}" srcOrd="0" destOrd="0" presId="urn:diagrams.loki3.com/VaryingWidthList"/>
    <dgm:cxn modelId="{B09A3C18-8817-44EF-B272-7CEA9C8692E2}" type="presOf" srcId="{F2BB6561-EDB8-4520-8580-33EEDB82860C}" destId="{DA9069D9-6123-4E4D-B0DD-65A7451B6187}" srcOrd="0" destOrd="0" presId="urn:diagrams.loki3.com/VaryingWidthList"/>
    <dgm:cxn modelId="{57404D1C-8AA3-4521-890D-536C9B907FEB}" type="presOf" srcId="{47C96FA6-C75C-4E13-95A2-D7F22D4CE3D8}" destId="{B74D3D80-EE6A-4409-AAC0-17BC1ACC3821}" srcOrd="0" destOrd="0" presId="urn:diagrams.loki3.com/VaryingWidthList"/>
    <dgm:cxn modelId="{7C78AB40-AF1A-4761-903C-3CA5C4F2D201}" srcId="{F2BB6561-EDB8-4520-8580-33EEDB82860C}" destId="{04E4BC38-74F6-4C06-A170-9BF37B3DD703}" srcOrd="2" destOrd="0" parTransId="{0E307FA0-8BDD-4FE1-A87B-A18CAAFC7077}" sibTransId="{043A43E0-FC45-4E74-A6B2-9671BC56AA7F}"/>
    <dgm:cxn modelId="{07DBFF65-2731-4DF1-BCFD-AEBBFCC7A8FF}" srcId="{F2BB6561-EDB8-4520-8580-33EEDB82860C}" destId="{D64F94BD-BEDE-438A-AE0E-73A58298362C}" srcOrd="0" destOrd="0" parTransId="{63EC1D0E-7732-46A6-92F4-B64087D3AFA2}" sibTransId="{D8BBB11B-9A9F-4AA2-9152-83219896198E}"/>
    <dgm:cxn modelId="{3F32016A-ECA5-4DD1-B386-47D4F2B31790}" srcId="{F2BB6561-EDB8-4520-8580-33EEDB82860C}" destId="{47C96FA6-C75C-4E13-95A2-D7F22D4CE3D8}" srcOrd="1" destOrd="0" parTransId="{78B6B8E1-6511-4103-A08E-9EE1C145B2B5}" sibTransId="{3179D616-6405-4E50-8FDB-CC927E0AAFD8}"/>
    <dgm:cxn modelId="{8A69C3AB-8FD2-43D3-AC7E-912FAECE24C7}" type="presParOf" srcId="{DA9069D9-6123-4E4D-B0DD-65A7451B6187}" destId="{45A4C1C4-F85A-4C7E-BF2F-DE81C8F3CC8A}" srcOrd="0" destOrd="0" presId="urn:diagrams.loki3.com/VaryingWidthList"/>
    <dgm:cxn modelId="{70E399A3-C3A1-476B-9CA1-8CA9B4650A44}" type="presParOf" srcId="{DA9069D9-6123-4E4D-B0DD-65A7451B6187}" destId="{40DDF570-A555-4DF4-B3AB-5635535B949E}" srcOrd="1" destOrd="0" presId="urn:diagrams.loki3.com/VaryingWidthList"/>
    <dgm:cxn modelId="{F9A61D18-D447-4FD4-ABF4-731DAEE8AE5C}" type="presParOf" srcId="{DA9069D9-6123-4E4D-B0DD-65A7451B6187}" destId="{B74D3D80-EE6A-4409-AAC0-17BC1ACC3821}" srcOrd="2" destOrd="0" presId="urn:diagrams.loki3.com/VaryingWidthList"/>
    <dgm:cxn modelId="{2C096590-0727-4E1D-BD44-C5DA76FE419A}" type="presParOf" srcId="{DA9069D9-6123-4E4D-B0DD-65A7451B6187}" destId="{AD987941-8FB0-4C10-B3DC-06AAF446E078}" srcOrd="3" destOrd="0" presId="urn:diagrams.loki3.com/VaryingWidthList"/>
    <dgm:cxn modelId="{5AE22DF3-7036-47B0-A0F6-67E7F9848C78}" type="presParOf" srcId="{DA9069D9-6123-4E4D-B0DD-65A7451B6187}" destId="{5880BE38-4778-43DA-A782-CEAC947F0797}"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92BF304-3A93-409E-B901-90B74AA3682E}"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en-US"/>
        </a:p>
      </dgm:t>
    </dgm:pt>
    <dgm:pt modelId="{D9584415-046E-4C7B-9F19-F9814850D7C7}">
      <dgm:prSet phldrT="[Text]"/>
      <dgm:spPr/>
      <dgm:t>
        <a:bodyPr/>
        <a:lstStyle/>
        <a:p>
          <a:r>
            <a:rPr lang="en-US" b="1" dirty="0"/>
            <a:t>Principle of Least Privilege</a:t>
          </a:r>
        </a:p>
      </dgm:t>
    </dgm:pt>
    <dgm:pt modelId="{0F42D0FC-FFE0-49C2-8DD6-2441405991AC}" type="parTrans" cxnId="{3D10C7CB-0CD8-47FD-836E-64C91C8A0FC1}">
      <dgm:prSet/>
      <dgm:spPr/>
      <dgm:t>
        <a:bodyPr/>
        <a:lstStyle/>
        <a:p>
          <a:endParaRPr lang="en-US"/>
        </a:p>
      </dgm:t>
    </dgm:pt>
    <dgm:pt modelId="{1F559CDA-CA5F-4266-9A7A-E504E2959C6E}" type="sibTrans" cxnId="{3D10C7CB-0CD8-47FD-836E-64C91C8A0FC1}">
      <dgm:prSet/>
      <dgm:spPr/>
      <dgm:t>
        <a:bodyPr/>
        <a:lstStyle/>
        <a:p>
          <a:endParaRPr lang="en-US"/>
        </a:p>
      </dgm:t>
    </dgm:pt>
    <dgm:pt modelId="{ECFAB18B-1B45-4CC6-A9C3-C718D71799DD}">
      <dgm:prSet phldrT="[Text]" custT="1"/>
      <dgm:spPr/>
      <dgm:t>
        <a:bodyPr/>
        <a:lstStyle/>
        <a:p>
          <a:r>
            <a:rPr lang="en-US" sz="1300" dirty="0"/>
            <a:t>Grant only the minimum access needed for each task.</a:t>
          </a:r>
        </a:p>
      </dgm:t>
    </dgm:pt>
    <dgm:pt modelId="{A5F5477C-10D0-4C64-81FD-A5A058D26083}" type="parTrans" cxnId="{162EB4F5-F792-4244-8E05-07A636242FD9}">
      <dgm:prSet/>
      <dgm:spPr/>
      <dgm:t>
        <a:bodyPr/>
        <a:lstStyle/>
        <a:p>
          <a:endParaRPr lang="en-US"/>
        </a:p>
      </dgm:t>
    </dgm:pt>
    <dgm:pt modelId="{CF2EAFF9-D399-407B-84EB-093E911A39C0}" type="sibTrans" cxnId="{162EB4F5-F792-4244-8E05-07A636242FD9}">
      <dgm:prSet/>
      <dgm:spPr/>
      <dgm:t>
        <a:bodyPr/>
        <a:lstStyle/>
        <a:p>
          <a:endParaRPr lang="en-US"/>
        </a:p>
      </dgm:t>
    </dgm:pt>
    <dgm:pt modelId="{C1213934-7DD6-4E4B-AB04-649F32B9C463}">
      <dgm:prSet phldrT="[Text]"/>
      <dgm:spPr/>
      <dgm:t>
        <a:bodyPr/>
        <a:lstStyle/>
        <a:p>
          <a:r>
            <a:rPr lang="en-US" b="1" dirty="0"/>
            <a:t>Centralized Policy Management</a:t>
          </a:r>
        </a:p>
      </dgm:t>
    </dgm:pt>
    <dgm:pt modelId="{DF79144A-0926-4026-A00F-952F5571CE17}" type="parTrans" cxnId="{40509956-210B-4EC3-A2CF-57AA25CD8472}">
      <dgm:prSet/>
      <dgm:spPr/>
      <dgm:t>
        <a:bodyPr/>
        <a:lstStyle/>
        <a:p>
          <a:endParaRPr lang="en-US"/>
        </a:p>
      </dgm:t>
    </dgm:pt>
    <dgm:pt modelId="{4D46B8DD-F964-40C1-96D2-296D3A459194}" type="sibTrans" cxnId="{40509956-210B-4EC3-A2CF-57AA25CD8472}">
      <dgm:prSet/>
      <dgm:spPr/>
      <dgm:t>
        <a:bodyPr/>
        <a:lstStyle/>
        <a:p>
          <a:endParaRPr lang="en-US"/>
        </a:p>
      </dgm:t>
    </dgm:pt>
    <dgm:pt modelId="{4170B493-39E1-4042-9CED-9AE309CDE95A}">
      <dgm:prSet phldrT="[Text]" custT="1"/>
      <dgm:spPr/>
      <dgm:t>
        <a:bodyPr/>
        <a:lstStyle/>
        <a:p>
          <a:r>
            <a:rPr lang="en-US" sz="1300" dirty="0"/>
            <a:t>Use a policy engine (e.g., ABAC framework) instead of scattered, manual rules.</a:t>
          </a:r>
        </a:p>
      </dgm:t>
    </dgm:pt>
    <dgm:pt modelId="{F295285A-460E-4136-8886-82D417CF93E3}" type="parTrans" cxnId="{45543234-2556-4B6F-B4B1-ABAE7064EF88}">
      <dgm:prSet/>
      <dgm:spPr/>
      <dgm:t>
        <a:bodyPr/>
        <a:lstStyle/>
        <a:p>
          <a:endParaRPr lang="en-US"/>
        </a:p>
      </dgm:t>
    </dgm:pt>
    <dgm:pt modelId="{FD6C277A-9DE1-4C1B-85D3-15C96251F458}" type="sibTrans" cxnId="{45543234-2556-4B6F-B4B1-ABAE7064EF88}">
      <dgm:prSet/>
      <dgm:spPr/>
      <dgm:t>
        <a:bodyPr/>
        <a:lstStyle/>
        <a:p>
          <a:endParaRPr lang="en-US"/>
        </a:p>
      </dgm:t>
    </dgm:pt>
    <dgm:pt modelId="{9ECBBD1A-B3CE-4F42-85F1-2B87283D822E}">
      <dgm:prSet phldrT="[Text]"/>
      <dgm:spPr/>
      <dgm:t>
        <a:bodyPr/>
        <a:lstStyle/>
        <a:p>
          <a:r>
            <a:rPr lang="en-US" b="1" dirty="0"/>
            <a:t>Regular Access Reviews</a:t>
          </a:r>
        </a:p>
      </dgm:t>
    </dgm:pt>
    <dgm:pt modelId="{B7F94142-1E73-4B3E-9939-6E8B8B69C764}" type="parTrans" cxnId="{A1D079C2-2FA9-489C-B3C0-1DEE1575287F}">
      <dgm:prSet/>
      <dgm:spPr/>
      <dgm:t>
        <a:bodyPr/>
        <a:lstStyle/>
        <a:p>
          <a:endParaRPr lang="en-US"/>
        </a:p>
      </dgm:t>
    </dgm:pt>
    <dgm:pt modelId="{7418A412-0C62-49C1-B3B6-F827452EF94A}" type="sibTrans" cxnId="{A1D079C2-2FA9-489C-B3C0-1DEE1575287F}">
      <dgm:prSet/>
      <dgm:spPr/>
      <dgm:t>
        <a:bodyPr/>
        <a:lstStyle/>
        <a:p>
          <a:endParaRPr lang="en-US"/>
        </a:p>
      </dgm:t>
    </dgm:pt>
    <dgm:pt modelId="{968263F9-9DC3-4159-AFE0-CBEF688BD1D4}">
      <dgm:prSet phldrT="[Text]" custT="1"/>
      <dgm:spPr/>
      <dgm:t>
        <a:bodyPr/>
        <a:lstStyle/>
        <a:p>
          <a:r>
            <a:rPr lang="en-US" sz="1300" dirty="0"/>
            <a:t>Conduct periodic audits to confirm users still need their assigned privileges.</a:t>
          </a:r>
        </a:p>
      </dgm:t>
    </dgm:pt>
    <dgm:pt modelId="{0DCC9EF8-EEB8-4798-9D7F-6A5119536B12}" type="parTrans" cxnId="{5AB0E861-767D-4830-9FB6-5ED1A26FE090}">
      <dgm:prSet/>
      <dgm:spPr/>
      <dgm:t>
        <a:bodyPr/>
        <a:lstStyle/>
        <a:p>
          <a:endParaRPr lang="en-US"/>
        </a:p>
      </dgm:t>
    </dgm:pt>
    <dgm:pt modelId="{3E54780A-F30F-46F7-9E08-03973AAF752B}" type="sibTrans" cxnId="{5AB0E861-767D-4830-9FB6-5ED1A26FE090}">
      <dgm:prSet/>
      <dgm:spPr/>
      <dgm:t>
        <a:bodyPr/>
        <a:lstStyle/>
        <a:p>
          <a:endParaRPr lang="en-US"/>
        </a:p>
      </dgm:t>
    </dgm:pt>
    <dgm:pt modelId="{1159F65F-A368-402A-9B4A-215C3BFAAAE0}">
      <dgm:prSet custT="1"/>
      <dgm:spPr/>
      <dgm:t>
        <a:bodyPr/>
        <a:lstStyle/>
        <a:p>
          <a:r>
            <a:rPr lang="en-US" sz="1300" dirty="0"/>
            <a:t>Prevents accidental or malicious misuse of high-level permissions.</a:t>
          </a:r>
        </a:p>
      </dgm:t>
    </dgm:pt>
    <dgm:pt modelId="{3148B161-B09E-40EF-8C4E-9B3AE8BDC5D0}" type="parTrans" cxnId="{6E557BE3-3CFE-475B-BE45-21839926C900}">
      <dgm:prSet/>
      <dgm:spPr/>
      <dgm:t>
        <a:bodyPr/>
        <a:lstStyle/>
        <a:p>
          <a:endParaRPr lang="en-US"/>
        </a:p>
      </dgm:t>
    </dgm:pt>
    <dgm:pt modelId="{1EACCF77-F50D-42D8-B25B-3026B1FA4CD3}" type="sibTrans" cxnId="{6E557BE3-3CFE-475B-BE45-21839926C900}">
      <dgm:prSet/>
      <dgm:spPr/>
      <dgm:t>
        <a:bodyPr/>
        <a:lstStyle/>
        <a:p>
          <a:endParaRPr lang="en-US"/>
        </a:p>
      </dgm:t>
    </dgm:pt>
    <dgm:pt modelId="{C92DE60A-8948-4D2F-A637-300A35708FB8}">
      <dgm:prSet custT="1"/>
      <dgm:spPr/>
      <dgm:t>
        <a:bodyPr/>
        <a:lstStyle/>
        <a:p>
          <a:r>
            <a:rPr lang="en-US" sz="1300" dirty="0"/>
            <a:t>Easier to update, review, and enforce organization-wide.</a:t>
          </a:r>
        </a:p>
      </dgm:t>
    </dgm:pt>
    <dgm:pt modelId="{ABFDF825-DA02-4B29-967D-180481414535}" type="parTrans" cxnId="{3901AE75-AF48-4C24-9B8C-4F0A4CF5CDBE}">
      <dgm:prSet/>
      <dgm:spPr/>
      <dgm:t>
        <a:bodyPr/>
        <a:lstStyle/>
        <a:p>
          <a:endParaRPr lang="en-US"/>
        </a:p>
      </dgm:t>
    </dgm:pt>
    <dgm:pt modelId="{DB3A9FC6-FECF-42AE-B479-5AE15B025731}" type="sibTrans" cxnId="{3901AE75-AF48-4C24-9B8C-4F0A4CF5CDBE}">
      <dgm:prSet/>
      <dgm:spPr/>
      <dgm:t>
        <a:bodyPr/>
        <a:lstStyle/>
        <a:p>
          <a:endParaRPr lang="en-US"/>
        </a:p>
      </dgm:t>
    </dgm:pt>
    <dgm:pt modelId="{B3E5D185-0293-4EE6-96DC-837F3F200B7A}">
      <dgm:prSet custT="1"/>
      <dgm:spPr/>
      <dgm:t>
        <a:bodyPr/>
        <a:lstStyle/>
        <a:p>
          <a:r>
            <a:rPr lang="en-US" sz="1300" dirty="0"/>
            <a:t>Revoke unnecessary permissions to reduce security risks.</a:t>
          </a:r>
        </a:p>
      </dgm:t>
    </dgm:pt>
    <dgm:pt modelId="{A56E8E7E-E543-444A-B339-40111FAF1231}" type="parTrans" cxnId="{C477C424-CA0C-4986-A1EB-2FD9E9281B06}">
      <dgm:prSet/>
      <dgm:spPr/>
      <dgm:t>
        <a:bodyPr/>
        <a:lstStyle/>
        <a:p>
          <a:endParaRPr lang="en-US"/>
        </a:p>
      </dgm:t>
    </dgm:pt>
    <dgm:pt modelId="{A9A28379-B124-4701-9134-6C04351EFB14}" type="sibTrans" cxnId="{C477C424-CA0C-4986-A1EB-2FD9E9281B06}">
      <dgm:prSet/>
      <dgm:spPr/>
      <dgm:t>
        <a:bodyPr/>
        <a:lstStyle/>
        <a:p>
          <a:endParaRPr lang="en-US"/>
        </a:p>
      </dgm:t>
    </dgm:pt>
    <dgm:pt modelId="{0771F061-FAF6-4D24-90A0-343D0E802D6B}">
      <dgm:prSet/>
      <dgm:spPr/>
      <dgm:t>
        <a:bodyPr/>
        <a:lstStyle/>
        <a:p>
          <a:r>
            <a:rPr lang="en-US" b="1" dirty="0"/>
            <a:t>Combine Roles &amp; Attributes</a:t>
          </a:r>
        </a:p>
      </dgm:t>
    </dgm:pt>
    <dgm:pt modelId="{E017D117-8A7D-43EA-BFEE-EC5D335C93EF}" type="parTrans" cxnId="{19BFCCFD-74F3-4DFB-890F-84710060C5AF}">
      <dgm:prSet/>
      <dgm:spPr/>
      <dgm:t>
        <a:bodyPr/>
        <a:lstStyle/>
        <a:p>
          <a:endParaRPr lang="en-US"/>
        </a:p>
      </dgm:t>
    </dgm:pt>
    <dgm:pt modelId="{CECE8905-D179-4120-A157-28DCE3CEAE94}" type="sibTrans" cxnId="{19BFCCFD-74F3-4DFB-890F-84710060C5AF}">
      <dgm:prSet/>
      <dgm:spPr/>
      <dgm:t>
        <a:bodyPr/>
        <a:lstStyle/>
        <a:p>
          <a:endParaRPr lang="en-US"/>
        </a:p>
      </dgm:t>
    </dgm:pt>
    <dgm:pt modelId="{26BF6187-FB4B-4A78-8054-E1BB36A8E990}">
      <dgm:prSet/>
      <dgm:spPr/>
      <dgm:t>
        <a:bodyPr/>
        <a:lstStyle/>
        <a:p>
          <a:r>
            <a:rPr lang="en-US" b="1" dirty="0"/>
            <a:t>Detailed Logging &amp; Auditing</a:t>
          </a:r>
        </a:p>
      </dgm:t>
    </dgm:pt>
    <dgm:pt modelId="{6CB27512-664B-485A-8A46-3755053E48E5}" type="parTrans" cxnId="{18A77C59-FD83-4F46-A1F5-E6E39B0B4033}">
      <dgm:prSet/>
      <dgm:spPr/>
      <dgm:t>
        <a:bodyPr/>
        <a:lstStyle/>
        <a:p>
          <a:endParaRPr lang="en-US"/>
        </a:p>
      </dgm:t>
    </dgm:pt>
    <dgm:pt modelId="{E3ADB1CC-DF77-4E00-A929-C84D7DF84B2D}" type="sibTrans" cxnId="{18A77C59-FD83-4F46-A1F5-E6E39B0B4033}">
      <dgm:prSet/>
      <dgm:spPr/>
      <dgm:t>
        <a:bodyPr/>
        <a:lstStyle/>
        <a:p>
          <a:endParaRPr lang="en-US"/>
        </a:p>
      </dgm:t>
    </dgm:pt>
    <dgm:pt modelId="{B7F4F790-1609-4EC9-A872-8AD3AB4695AE}">
      <dgm:prSet custT="1"/>
      <dgm:spPr/>
      <dgm:t>
        <a:bodyPr/>
        <a:lstStyle/>
        <a:p>
          <a:r>
            <a:rPr lang="en-US" sz="1300" dirty="0"/>
            <a:t>Track who accessed what, when, and why.</a:t>
          </a:r>
        </a:p>
      </dgm:t>
    </dgm:pt>
    <dgm:pt modelId="{6DA1A891-ABC6-499A-A7F6-0BA2693538B8}" type="parTrans" cxnId="{5EA6718B-7D1B-4EFA-932B-A4095389AADF}">
      <dgm:prSet/>
      <dgm:spPr/>
      <dgm:t>
        <a:bodyPr/>
        <a:lstStyle/>
        <a:p>
          <a:endParaRPr lang="en-US"/>
        </a:p>
      </dgm:t>
    </dgm:pt>
    <dgm:pt modelId="{C8EF3CBC-BFD6-4AF0-AD9D-7C951613097F}" type="sibTrans" cxnId="{5EA6718B-7D1B-4EFA-932B-A4095389AADF}">
      <dgm:prSet/>
      <dgm:spPr/>
      <dgm:t>
        <a:bodyPr/>
        <a:lstStyle/>
        <a:p>
          <a:endParaRPr lang="en-US"/>
        </a:p>
      </dgm:t>
    </dgm:pt>
    <dgm:pt modelId="{A72C4C63-AF10-479D-88FA-D18D3990DE4F}">
      <dgm:prSet custT="1"/>
      <dgm:spPr/>
      <dgm:t>
        <a:bodyPr/>
        <a:lstStyle/>
        <a:p>
          <a:r>
            <a:rPr lang="en-US" sz="1300" dirty="0"/>
            <a:t>Helps detect anomalies and meet compliance requirements.</a:t>
          </a:r>
        </a:p>
      </dgm:t>
    </dgm:pt>
    <dgm:pt modelId="{127CA130-E7B8-43A2-B6C7-3CB68D2DE38C}" type="parTrans" cxnId="{59076D2E-E4AF-4477-83BC-E09CAEFD2A62}">
      <dgm:prSet/>
      <dgm:spPr/>
      <dgm:t>
        <a:bodyPr/>
        <a:lstStyle/>
        <a:p>
          <a:endParaRPr lang="en-US"/>
        </a:p>
      </dgm:t>
    </dgm:pt>
    <dgm:pt modelId="{62408447-3015-44DE-B007-EC1AF647B08D}" type="sibTrans" cxnId="{59076D2E-E4AF-4477-83BC-E09CAEFD2A62}">
      <dgm:prSet/>
      <dgm:spPr/>
      <dgm:t>
        <a:bodyPr/>
        <a:lstStyle/>
        <a:p>
          <a:endParaRPr lang="en-US"/>
        </a:p>
      </dgm:t>
    </dgm:pt>
    <dgm:pt modelId="{609A139E-EC95-4314-AE03-76138AC09EBF}">
      <dgm:prSet custT="1"/>
      <dgm:spPr/>
      <dgm:t>
        <a:bodyPr/>
        <a:lstStyle/>
        <a:p>
          <a:r>
            <a:rPr lang="en-US" sz="1300" dirty="0"/>
            <a:t>Mix RBAC (roles) with ABAC (attributes like location, time, department) for granular access decisions.</a:t>
          </a:r>
        </a:p>
      </dgm:t>
    </dgm:pt>
    <dgm:pt modelId="{DC787B81-561C-4BE4-B825-2386863CCB50}" type="parTrans" cxnId="{EF82A44F-D84E-4EA8-BF10-04259C625ECA}">
      <dgm:prSet/>
      <dgm:spPr/>
      <dgm:t>
        <a:bodyPr/>
        <a:lstStyle/>
        <a:p>
          <a:endParaRPr lang="en-US"/>
        </a:p>
      </dgm:t>
    </dgm:pt>
    <dgm:pt modelId="{1A7E9BD1-50DF-4877-A603-D12DEC21AF8D}" type="sibTrans" cxnId="{EF82A44F-D84E-4EA8-BF10-04259C625ECA}">
      <dgm:prSet/>
      <dgm:spPr/>
      <dgm:t>
        <a:bodyPr/>
        <a:lstStyle/>
        <a:p>
          <a:endParaRPr lang="en-US"/>
        </a:p>
      </dgm:t>
    </dgm:pt>
    <dgm:pt modelId="{2D05D60C-CA59-4E84-B57F-5C9B5F3216B8}">
      <dgm:prSet custT="1"/>
      <dgm:spPr/>
      <dgm:t>
        <a:bodyPr/>
        <a:lstStyle/>
        <a:p>
          <a:r>
            <a:rPr lang="en-US" sz="1300" dirty="0"/>
            <a:t>Achieves a balance of simplicity and precision.</a:t>
          </a:r>
        </a:p>
      </dgm:t>
    </dgm:pt>
    <dgm:pt modelId="{5B459C86-DD77-49E0-8B0B-12FFC258CD53}" type="parTrans" cxnId="{0E71201E-D526-4761-BD53-ACC15A1834F3}">
      <dgm:prSet/>
      <dgm:spPr/>
      <dgm:t>
        <a:bodyPr/>
        <a:lstStyle/>
        <a:p>
          <a:endParaRPr lang="en-US"/>
        </a:p>
      </dgm:t>
    </dgm:pt>
    <dgm:pt modelId="{229042FF-266B-4CB6-BADB-A00825053362}" type="sibTrans" cxnId="{0E71201E-D526-4761-BD53-ACC15A1834F3}">
      <dgm:prSet/>
      <dgm:spPr/>
      <dgm:t>
        <a:bodyPr/>
        <a:lstStyle/>
        <a:p>
          <a:endParaRPr lang="en-US"/>
        </a:p>
      </dgm:t>
    </dgm:pt>
    <dgm:pt modelId="{7E09A332-AA07-4141-8B5B-F90D8D955D56}" type="pres">
      <dgm:prSet presAssocID="{392BF304-3A93-409E-B901-90B74AA3682E}" presName="Name0" presStyleCnt="0">
        <dgm:presLayoutVars>
          <dgm:dir/>
          <dgm:animLvl val="lvl"/>
          <dgm:resizeHandles val="exact"/>
        </dgm:presLayoutVars>
      </dgm:prSet>
      <dgm:spPr/>
    </dgm:pt>
    <dgm:pt modelId="{A912B259-8478-4568-BFED-76787E74F01C}" type="pres">
      <dgm:prSet presAssocID="{D9584415-046E-4C7B-9F19-F9814850D7C7}" presName="composite" presStyleCnt="0"/>
      <dgm:spPr/>
    </dgm:pt>
    <dgm:pt modelId="{1D815896-0817-41BE-BE66-B23D4CA41B4D}" type="pres">
      <dgm:prSet presAssocID="{D9584415-046E-4C7B-9F19-F9814850D7C7}" presName="parTx" presStyleLbl="alignNode1" presStyleIdx="0" presStyleCnt="5">
        <dgm:presLayoutVars>
          <dgm:chMax val="0"/>
          <dgm:chPref val="0"/>
          <dgm:bulletEnabled val="1"/>
        </dgm:presLayoutVars>
      </dgm:prSet>
      <dgm:spPr/>
    </dgm:pt>
    <dgm:pt modelId="{698F19D5-DF56-4053-B19E-8E9262555BEB}" type="pres">
      <dgm:prSet presAssocID="{D9584415-046E-4C7B-9F19-F9814850D7C7}" presName="desTx" presStyleLbl="alignAccFollowNode1" presStyleIdx="0" presStyleCnt="5">
        <dgm:presLayoutVars>
          <dgm:bulletEnabled val="1"/>
        </dgm:presLayoutVars>
      </dgm:prSet>
      <dgm:spPr/>
    </dgm:pt>
    <dgm:pt modelId="{82EF7D63-1EA1-45ED-ABB7-C2B0628EF988}" type="pres">
      <dgm:prSet presAssocID="{1F559CDA-CA5F-4266-9A7A-E504E2959C6E}" presName="space" presStyleCnt="0"/>
      <dgm:spPr/>
    </dgm:pt>
    <dgm:pt modelId="{A61B0918-ED91-40B5-89E7-5BD135C7F455}" type="pres">
      <dgm:prSet presAssocID="{C1213934-7DD6-4E4B-AB04-649F32B9C463}" presName="composite" presStyleCnt="0"/>
      <dgm:spPr/>
    </dgm:pt>
    <dgm:pt modelId="{76F0E5A5-6DD3-4FB5-BC82-3E4C58C686A1}" type="pres">
      <dgm:prSet presAssocID="{C1213934-7DD6-4E4B-AB04-649F32B9C463}" presName="parTx" presStyleLbl="alignNode1" presStyleIdx="1" presStyleCnt="5">
        <dgm:presLayoutVars>
          <dgm:chMax val="0"/>
          <dgm:chPref val="0"/>
          <dgm:bulletEnabled val="1"/>
        </dgm:presLayoutVars>
      </dgm:prSet>
      <dgm:spPr/>
    </dgm:pt>
    <dgm:pt modelId="{6707C595-6EF7-49A3-A2CD-640CA3905F35}" type="pres">
      <dgm:prSet presAssocID="{C1213934-7DD6-4E4B-AB04-649F32B9C463}" presName="desTx" presStyleLbl="alignAccFollowNode1" presStyleIdx="1" presStyleCnt="5">
        <dgm:presLayoutVars>
          <dgm:bulletEnabled val="1"/>
        </dgm:presLayoutVars>
      </dgm:prSet>
      <dgm:spPr/>
    </dgm:pt>
    <dgm:pt modelId="{0397A4A9-39DD-4015-8F94-797BA9C1B107}" type="pres">
      <dgm:prSet presAssocID="{4D46B8DD-F964-40C1-96D2-296D3A459194}" presName="space" presStyleCnt="0"/>
      <dgm:spPr/>
    </dgm:pt>
    <dgm:pt modelId="{34926754-C985-4796-B053-923219CFFAEB}" type="pres">
      <dgm:prSet presAssocID="{9ECBBD1A-B3CE-4F42-85F1-2B87283D822E}" presName="composite" presStyleCnt="0"/>
      <dgm:spPr/>
    </dgm:pt>
    <dgm:pt modelId="{A104C3C0-94EB-4876-951C-34973E1D390B}" type="pres">
      <dgm:prSet presAssocID="{9ECBBD1A-B3CE-4F42-85F1-2B87283D822E}" presName="parTx" presStyleLbl="alignNode1" presStyleIdx="2" presStyleCnt="5">
        <dgm:presLayoutVars>
          <dgm:chMax val="0"/>
          <dgm:chPref val="0"/>
          <dgm:bulletEnabled val="1"/>
        </dgm:presLayoutVars>
      </dgm:prSet>
      <dgm:spPr/>
    </dgm:pt>
    <dgm:pt modelId="{9FCCD64D-20EA-4964-9C3D-C2AFCF000DEA}" type="pres">
      <dgm:prSet presAssocID="{9ECBBD1A-B3CE-4F42-85F1-2B87283D822E}" presName="desTx" presStyleLbl="alignAccFollowNode1" presStyleIdx="2" presStyleCnt="5">
        <dgm:presLayoutVars>
          <dgm:bulletEnabled val="1"/>
        </dgm:presLayoutVars>
      </dgm:prSet>
      <dgm:spPr/>
    </dgm:pt>
    <dgm:pt modelId="{363BB28A-4B1E-4554-B234-A7C2C7EC69AA}" type="pres">
      <dgm:prSet presAssocID="{7418A412-0C62-49C1-B3B6-F827452EF94A}" presName="space" presStyleCnt="0"/>
      <dgm:spPr/>
    </dgm:pt>
    <dgm:pt modelId="{A1648106-4BF7-4C95-A636-59C229998FF1}" type="pres">
      <dgm:prSet presAssocID="{26BF6187-FB4B-4A78-8054-E1BB36A8E990}" presName="composite" presStyleCnt="0"/>
      <dgm:spPr/>
    </dgm:pt>
    <dgm:pt modelId="{687E2C5F-6233-48C6-BB28-4E848F3C12B0}" type="pres">
      <dgm:prSet presAssocID="{26BF6187-FB4B-4A78-8054-E1BB36A8E990}" presName="parTx" presStyleLbl="alignNode1" presStyleIdx="3" presStyleCnt="5">
        <dgm:presLayoutVars>
          <dgm:chMax val="0"/>
          <dgm:chPref val="0"/>
          <dgm:bulletEnabled val="1"/>
        </dgm:presLayoutVars>
      </dgm:prSet>
      <dgm:spPr/>
    </dgm:pt>
    <dgm:pt modelId="{DD3420DD-F8AE-4C7C-A66C-275F62485166}" type="pres">
      <dgm:prSet presAssocID="{26BF6187-FB4B-4A78-8054-E1BB36A8E990}" presName="desTx" presStyleLbl="alignAccFollowNode1" presStyleIdx="3" presStyleCnt="5">
        <dgm:presLayoutVars>
          <dgm:bulletEnabled val="1"/>
        </dgm:presLayoutVars>
      </dgm:prSet>
      <dgm:spPr/>
    </dgm:pt>
    <dgm:pt modelId="{5CF6BD53-743E-4573-AC2B-EC2116D27BB5}" type="pres">
      <dgm:prSet presAssocID="{E3ADB1CC-DF77-4E00-A929-C84D7DF84B2D}" presName="space" presStyleCnt="0"/>
      <dgm:spPr/>
    </dgm:pt>
    <dgm:pt modelId="{C5F4E206-1CD1-4AEF-9040-52B4CCD1ABCE}" type="pres">
      <dgm:prSet presAssocID="{0771F061-FAF6-4D24-90A0-343D0E802D6B}" presName="composite" presStyleCnt="0"/>
      <dgm:spPr/>
    </dgm:pt>
    <dgm:pt modelId="{D75C6C90-431C-4FAE-A596-C82A8A351610}" type="pres">
      <dgm:prSet presAssocID="{0771F061-FAF6-4D24-90A0-343D0E802D6B}" presName="parTx" presStyleLbl="alignNode1" presStyleIdx="4" presStyleCnt="5">
        <dgm:presLayoutVars>
          <dgm:chMax val="0"/>
          <dgm:chPref val="0"/>
          <dgm:bulletEnabled val="1"/>
        </dgm:presLayoutVars>
      </dgm:prSet>
      <dgm:spPr/>
    </dgm:pt>
    <dgm:pt modelId="{99F7CA45-2AD5-4CD7-BB3E-3581852DC1BB}" type="pres">
      <dgm:prSet presAssocID="{0771F061-FAF6-4D24-90A0-343D0E802D6B}" presName="desTx" presStyleLbl="alignAccFollowNode1" presStyleIdx="4" presStyleCnt="5">
        <dgm:presLayoutVars>
          <dgm:bulletEnabled val="1"/>
        </dgm:presLayoutVars>
      </dgm:prSet>
      <dgm:spPr/>
    </dgm:pt>
  </dgm:ptLst>
  <dgm:cxnLst>
    <dgm:cxn modelId="{17CD5901-9F33-4153-86FB-E659A611CBB9}" type="presOf" srcId="{0771F061-FAF6-4D24-90A0-343D0E802D6B}" destId="{D75C6C90-431C-4FAE-A596-C82A8A351610}" srcOrd="0" destOrd="0" presId="urn:microsoft.com/office/officeart/2005/8/layout/hList1"/>
    <dgm:cxn modelId="{71AB1202-C80E-41BC-9F9E-C93A55D9E8FA}" type="presOf" srcId="{B3E5D185-0293-4EE6-96DC-837F3F200B7A}" destId="{9FCCD64D-20EA-4964-9C3D-C2AFCF000DEA}" srcOrd="0" destOrd="1" presId="urn:microsoft.com/office/officeart/2005/8/layout/hList1"/>
    <dgm:cxn modelId="{0E71201E-D526-4761-BD53-ACC15A1834F3}" srcId="{0771F061-FAF6-4D24-90A0-343D0E802D6B}" destId="{2D05D60C-CA59-4E84-B57F-5C9B5F3216B8}" srcOrd="1" destOrd="0" parTransId="{5B459C86-DD77-49E0-8B0B-12FFC258CD53}" sibTransId="{229042FF-266B-4CB6-BADB-A00825053362}"/>
    <dgm:cxn modelId="{C477C424-CA0C-4986-A1EB-2FD9E9281B06}" srcId="{9ECBBD1A-B3CE-4F42-85F1-2B87283D822E}" destId="{B3E5D185-0293-4EE6-96DC-837F3F200B7A}" srcOrd="1" destOrd="0" parTransId="{A56E8E7E-E543-444A-B339-40111FAF1231}" sibTransId="{A9A28379-B124-4701-9134-6C04351EFB14}"/>
    <dgm:cxn modelId="{59076D2E-E4AF-4477-83BC-E09CAEFD2A62}" srcId="{26BF6187-FB4B-4A78-8054-E1BB36A8E990}" destId="{A72C4C63-AF10-479D-88FA-D18D3990DE4F}" srcOrd="1" destOrd="0" parTransId="{127CA130-E7B8-43A2-B6C7-3CB68D2DE38C}" sibTransId="{62408447-3015-44DE-B007-EC1AF647B08D}"/>
    <dgm:cxn modelId="{45543234-2556-4B6F-B4B1-ABAE7064EF88}" srcId="{C1213934-7DD6-4E4B-AB04-649F32B9C463}" destId="{4170B493-39E1-4042-9CED-9AE309CDE95A}" srcOrd="0" destOrd="0" parTransId="{F295285A-460E-4136-8886-82D417CF93E3}" sibTransId="{FD6C277A-9DE1-4C1B-85D3-15C96251F458}"/>
    <dgm:cxn modelId="{58EF225B-0E02-41DC-A5E2-4D7403E42F3B}" type="presOf" srcId="{26BF6187-FB4B-4A78-8054-E1BB36A8E990}" destId="{687E2C5F-6233-48C6-BB28-4E848F3C12B0}" srcOrd="0" destOrd="0" presId="urn:microsoft.com/office/officeart/2005/8/layout/hList1"/>
    <dgm:cxn modelId="{5AB0E861-767D-4830-9FB6-5ED1A26FE090}" srcId="{9ECBBD1A-B3CE-4F42-85F1-2B87283D822E}" destId="{968263F9-9DC3-4159-AFE0-CBEF688BD1D4}" srcOrd="0" destOrd="0" parTransId="{0DCC9EF8-EEB8-4798-9D7F-6A5119536B12}" sibTransId="{3E54780A-F30F-46F7-9E08-03973AAF752B}"/>
    <dgm:cxn modelId="{B319D342-3790-49AB-A330-7F0D1C6E44F8}" type="presOf" srcId="{C1213934-7DD6-4E4B-AB04-649F32B9C463}" destId="{76F0E5A5-6DD3-4FB5-BC82-3E4C58C686A1}" srcOrd="0" destOrd="0" presId="urn:microsoft.com/office/officeart/2005/8/layout/hList1"/>
    <dgm:cxn modelId="{156AC946-C47C-4B03-94B9-2D98C413E4E2}" type="presOf" srcId="{9ECBBD1A-B3CE-4F42-85F1-2B87283D822E}" destId="{A104C3C0-94EB-4876-951C-34973E1D390B}" srcOrd="0" destOrd="0" presId="urn:microsoft.com/office/officeart/2005/8/layout/hList1"/>
    <dgm:cxn modelId="{62DF6467-C2AA-42F1-9F40-BC66214FFB3A}" type="presOf" srcId="{B7F4F790-1609-4EC9-A872-8AD3AB4695AE}" destId="{DD3420DD-F8AE-4C7C-A66C-275F62485166}" srcOrd="0" destOrd="0" presId="urn:microsoft.com/office/officeart/2005/8/layout/hList1"/>
    <dgm:cxn modelId="{EF82A44F-D84E-4EA8-BF10-04259C625ECA}" srcId="{0771F061-FAF6-4D24-90A0-343D0E802D6B}" destId="{609A139E-EC95-4314-AE03-76138AC09EBF}" srcOrd="0" destOrd="0" parTransId="{DC787B81-561C-4BE4-B825-2386863CCB50}" sibTransId="{1A7E9BD1-50DF-4877-A603-D12DEC21AF8D}"/>
    <dgm:cxn modelId="{3901AE75-AF48-4C24-9B8C-4F0A4CF5CDBE}" srcId="{C1213934-7DD6-4E4B-AB04-649F32B9C463}" destId="{C92DE60A-8948-4D2F-A637-300A35708FB8}" srcOrd="1" destOrd="0" parTransId="{ABFDF825-DA02-4B29-967D-180481414535}" sibTransId="{DB3A9FC6-FECF-42AE-B479-5AE15B025731}"/>
    <dgm:cxn modelId="{40509956-210B-4EC3-A2CF-57AA25CD8472}" srcId="{392BF304-3A93-409E-B901-90B74AA3682E}" destId="{C1213934-7DD6-4E4B-AB04-649F32B9C463}" srcOrd="1" destOrd="0" parTransId="{DF79144A-0926-4026-A00F-952F5571CE17}" sibTransId="{4D46B8DD-F964-40C1-96D2-296D3A459194}"/>
    <dgm:cxn modelId="{936FFF76-48A9-4B37-91BB-F8C045F65083}" type="presOf" srcId="{392BF304-3A93-409E-B901-90B74AA3682E}" destId="{7E09A332-AA07-4141-8B5B-F90D8D955D56}" srcOrd="0" destOrd="0" presId="urn:microsoft.com/office/officeart/2005/8/layout/hList1"/>
    <dgm:cxn modelId="{29147E78-E3E2-4E26-82E3-69CA0525F9A7}" type="presOf" srcId="{1159F65F-A368-402A-9B4A-215C3BFAAAE0}" destId="{698F19D5-DF56-4053-B19E-8E9262555BEB}" srcOrd="0" destOrd="1" presId="urn:microsoft.com/office/officeart/2005/8/layout/hList1"/>
    <dgm:cxn modelId="{18A77C59-FD83-4F46-A1F5-E6E39B0B4033}" srcId="{392BF304-3A93-409E-B901-90B74AA3682E}" destId="{26BF6187-FB4B-4A78-8054-E1BB36A8E990}" srcOrd="3" destOrd="0" parTransId="{6CB27512-664B-485A-8A46-3755053E48E5}" sibTransId="{E3ADB1CC-DF77-4E00-A929-C84D7DF84B2D}"/>
    <dgm:cxn modelId="{D5044984-6DCF-4659-9F7B-2ADC277B88A7}" type="presOf" srcId="{C92DE60A-8948-4D2F-A637-300A35708FB8}" destId="{6707C595-6EF7-49A3-A2CD-640CA3905F35}" srcOrd="0" destOrd="1" presId="urn:microsoft.com/office/officeart/2005/8/layout/hList1"/>
    <dgm:cxn modelId="{5EA6718B-7D1B-4EFA-932B-A4095389AADF}" srcId="{26BF6187-FB4B-4A78-8054-E1BB36A8E990}" destId="{B7F4F790-1609-4EC9-A872-8AD3AB4695AE}" srcOrd="0" destOrd="0" parTransId="{6DA1A891-ABC6-499A-A7F6-0BA2693538B8}" sibTransId="{C8EF3CBC-BFD6-4AF0-AD9D-7C951613097F}"/>
    <dgm:cxn modelId="{FEFCD88F-EED4-4FB0-8F69-0CBEB3FA4675}" type="presOf" srcId="{A72C4C63-AF10-479D-88FA-D18D3990DE4F}" destId="{DD3420DD-F8AE-4C7C-A66C-275F62485166}" srcOrd="0" destOrd="1" presId="urn:microsoft.com/office/officeart/2005/8/layout/hList1"/>
    <dgm:cxn modelId="{60B97CB0-9253-4A30-AFC4-E4DFF10E8E3B}" type="presOf" srcId="{D9584415-046E-4C7B-9F19-F9814850D7C7}" destId="{1D815896-0817-41BE-BE66-B23D4CA41B4D}" srcOrd="0" destOrd="0" presId="urn:microsoft.com/office/officeart/2005/8/layout/hList1"/>
    <dgm:cxn modelId="{573508BE-6FCC-40E8-9CA4-CA7CF05B4096}" type="presOf" srcId="{609A139E-EC95-4314-AE03-76138AC09EBF}" destId="{99F7CA45-2AD5-4CD7-BB3E-3581852DC1BB}" srcOrd="0" destOrd="0" presId="urn:microsoft.com/office/officeart/2005/8/layout/hList1"/>
    <dgm:cxn modelId="{A1D079C2-2FA9-489C-B3C0-1DEE1575287F}" srcId="{392BF304-3A93-409E-B901-90B74AA3682E}" destId="{9ECBBD1A-B3CE-4F42-85F1-2B87283D822E}" srcOrd="2" destOrd="0" parTransId="{B7F94142-1E73-4B3E-9939-6E8B8B69C764}" sibTransId="{7418A412-0C62-49C1-B3B6-F827452EF94A}"/>
    <dgm:cxn modelId="{3D10C7CB-0CD8-47FD-836E-64C91C8A0FC1}" srcId="{392BF304-3A93-409E-B901-90B74AA3682E}" destId="{D9584415-046E-4C7B-9F19-F9814850D7C7}" srcOrd="0" destOrd="0" parTransId="{0F42D0FC-FFE0-49C2-8DD6-2441405991AC}" sibTransId="{1F559CDA-CA5F-4266-9A7A-E504E2959C6E}"/>
    <dgm:cxn modelId="{EAB73FD0-83B1-4110-B03E-1DBE54392A47}" type="presOf" srcId="{2D05D60C-CA59-4E84-B57F-5C9B5F3216B8}" destId="{99F7CA45-2AD5-4CD7-BB3E-3581852DC1BB}" srcOrd="0" destOrd="1" presId="urn:microsoft.com/office/officeart/2005/8/layout/hList1"/>
    <dgm:cxn modelId="{462592D5-429F-4662-964D-ED62A876B622}" type="presOf" srcId="{4170B493-39E1-4042-9CED-9AE309CDE95A}" destId="{6707C595-6EF7-49A3-A2CD-640CA3905F35}" srcOrd="0" destOrd="0" presId="urn:microsoft.com/office/officeart/2005/8/layout/hList1"/>
    <dgm:cxn modelId="{6E557BE3-3CFE-475B-BE45-21839926C900}" srcId="{D9584415-046E-4C7B-9F19-F9814850D7C7}" destId="{1159F65F-A368-402A-9B4A-215C3BFAAAE0}" srcOrd="1" destOrd="0" parTransId="{3148B161-B09E-40EF-8C4E-9B3AE8BDC5D0}" sibTransId="{1EACCF77-F50D-42D8-B25B-3026B1FA4CD3}"/>
    <dgm:cxn modelId="{BF1916F4-F3C4-40DB-944B-3EDA72A48272}" type="presOf" srcId="{ECFAB18B-1B45-4CC6-A9C3-C718D71799DD}" destId="{698F19D5-DF56-4053-B19E-8E9262555BEB}" srcOrd="0" destOrd="0" presId="urn:microsoft.com/office/officeart/2005/8/layout/hList1"/>
    <dgm:cxn modelId="{32CD34F4-198C-41E5-AC0B-E98E3D9900BA}" type="presOf" srcId="{968263F9-9DC3-4159-AFE0-CBEF688BD1D4}" destId="{9FCCD64D-20EA-4964-9C3D-C2AFCF000DEA}" srcOrd="0" destOrd="0" presId="urn:microsoft.com/office/officeart/2005/8/layout/hList1"/>
    <dgm:cxn modelId="{162EB4F5-F792-4244-8E05-07A636242FD9}" srcId="{D9584415-046E-4C7B-9F19-F9814850D7C7}" destId="{ECFAB18B-1B45-4CC6-A9C3-C718D71799DD}" srcOrd="0" destOrd="0" parTransId="{A5F5477C-10D0-4C64-81FD-A5A058D26083}" sibTransId="{CF2EAFF9-D399-407B-84EB-093E911A39C0}"/>
    <dgm:cxn modelId="{19BFCCFD-74F3-4DFB-890F-84710060C5AF}" srcId="{392BF304-3A93-409E-B901-90B74AA3682E}" destId="{0771F061-FAF6-4D24-90A0-343D0E802D6B}" srcOrd="4" destOrd="0" parTransId="{E017D117-8A7D-43EA-BFEE-EC5D335C93EF}" sibTransId="{CECE8905-D179-4120-A157-28DCE3CEAE94}"/>
    <dgm:cxn modelId="{770355B4-004C-437B-94CC-16FE1C5B29CF}" type="presParOf" srcId="{7E09A332-AA07-4141-8B5B-F90D8D955D56}" destId="{A912B259-8478-4568-BFED-76787E74F01C}" srcOrd="0" destOrd="0" presId="urn:microsoft.com/office/officeart/2005/8/layout/hList1"/>
    <dgm:cxn modelId="{7A218940-F1E4-4FD8-A673-7032C89E67C2}" type="presParOf" srcId="{A912B259-8478-4568-BFED-76787E74F01C}" destId="{1D815896-0817-41BE-BE66-B23D4CA41B4D}" srcOrd="0" destOrd="0" presId="urn:microsoft.com/office/officeart/2005/8/layout/hList1"/>
    <dgm:cxn modelId="{23709836-9250-41C8-8E91-4EE77A06119B}" type="presParOf" srcId="{A912B259-8478-4568-BFED-76787E74F01C}" destId="{698F19D5-DF56-4053-B19E-8E9262555BEB}" srcOrd="1" destOrd="0" presId="urn:microsoft.com/office/officeart/2005/8/layout/hList1"/>
    <dgm:cxn modelId="{03B764E2-8FC9-4246-AEDC-47E2EFCC3293}" type="presParOf" srcId="{7E09A332-AA07-4141-8B5B-F90D8D955D56}" destId="{82EF7D63-1EA1-45ED-ABB7-C2B0628EF988}" srcOrd="1" destOrd="0" presId="urn:microsoft.com/office/officeart/2005/8/layout/hList1"/>
    <dgm:cxn modelId="{733FF574-2D02-4532-823C-23D202318587}" type="presParOf" srcId="{7E09A332-AA07-4141-8B5B-F90D8D955D56}" destId="{A61B0918-ED91-40B5-89E7-5BD135C7F455}" srcOrd="2" destOrd="0" presId="urn:microsoft.com/office/officeart/2005/8/layout/hList1"/>
    <dgm:cxn modelId="{2EAE8F83-B266-4B99-855F-27A4D4E8D92A}" type="presParOf" srcId="{A61B0918-ED91-40B5-89E7-5BD135C7F455}" destId="{76F0E5A5-6DD3-4FB5-BC82-3E4C58C686A1}" srcOrd="0" destOrd="0" presId="urn:microsoft.com/office/officeart/2005/8/layout/hList1"/>
    <dgm:cxn modelId="{8F6F3D48-5308-494F-9D47-3E3E959BAB57}" type="presParOf" srcId="{A61B0918-ED91-40B5-89E7-5BD135C7F455}" destId="{6707C595-6EF7-49A3-A2CD-640CA3905F35}" srcOrd="1" destOrd="0" presId="urn:microsoft.com/office/officeart/2005/8/layout/hList1"/>
    <dgm:cxn modelId="{4B929B0F-519A-4BFC-BD16-D7BE788C544E}" type="presParOf" srcId="{7E09A332-AA07-4141-8B5B-F90D8D955D56}" destId="{0397A4A9-39DD-4015-8F94-797BA9C1B107}" srcOrd="3" destOrd="0" presId="urn:microsoft.com/office/officeart/2005/8/layout/hList1"/>
    <dgm:cxn modelId="{346BCAFA-16A1-4F32-889C-15CB9301C77F}" type="presParOf" srcId="{7E09A332-AA07-4141-8B5B-F90D8D955D56}" destId="{34926754-C985-4796-B053-923219CFFAEB}" srcOrd="4" destOrd="0" presId="urn:microsoft.com/office/officeart/2005/8/layout/hList1"/>
    <dgm:cxn modelId="{93164E48-CCDF-42BB-9AAC-B67F136A213A}" type="presParOf" srcId="{34926754-C985-4796-B053-923219CFFAEB}" destId="{A104C3C0-94EB-4876-951C-34973E1D390B}" srcOrd="0" destOrd="0" presId="urn:microsoft.com/office/officeart/2005/8/layout/hList1"/>
    <dgm:cxn modelId="{0EDC5B10-8F2D-4FE5-A12B-05094813A1FF}" type="presParOf" srcId="{34926754-C985-4796-B053-923219CFFAEB}" destId="{9FCCD64D-20EA-4964-9C3D-C2AFCF000DEA}" srcOrd="1" destOrd="0" presId="urn:microsoft.com/office/officeart/2005/8/layout/hList1"/>
    <dgm:cxn modelId="{D8754BA1-187D-4B26-B839-210FB49A27C6}" type="presParOf" srcId="{7E09A332-AA07-4141-8B5B-F90D8D955D56}" destId="{363BB28A-4B1E-4554-B234-A7C2C7EC69AA}" srcOrd="5" destOrd="0" presId="urn:microsoft.com/office/officeart/2005/8/layout/hList1"/>
    <dgm:cxn modelId="{CB8D7CD7-03AF-452E-9542-3CEBDF34C847}" type="presParOf" srcId="{7E09A332-AA07-4141-8B5B-F90D8D955D56}" destId="{A1648106-4BF7-4C95-A636-59C229998FF1}" srcOrd="6" destOrd="0" presId="urn:microsoft.com/office/officeart/2005/8/layout/hList1"/>
    <dgm:cxn modelId="{0300C00F-E09A-4B60-A363-5647E59B5017}" type="presParOf" srcId="{A1648106-4BF7-4C95-A636-59C229998FF1}" destId="{687E2C5F-6233-48C6-BB28-4E848F3C12B0}" srcOrd="0" destOrd="0" presId="urn:microsoft.com/office/officeart/2005/8/layout/hList1"/>
    <dgm:cxn modelId="{E737CD65-E6E4-4FFD-B280-209E94CF3CCE}" type="presParOf" srcId="{A1648106-4BF7-4C95-A636-59C229998FF1}" destId="{DD3420DD-F8AE-4C7C-A66C-275F62485166}" srcOrd="1" destOrd="0" presId="urn:microsoft.com/office/officeart/2005/8/layout/hList1"/>
    <dgm:cxn modelId="{5103A2DA-E557-4898-82F1-ECDC6DBD78D5}" type="presParOf" srcId="{7E09A332-AA07-4141-8B5B-F90D8D955D56}" destId="{5CF6BD53-743E-4573-AC2B-EC2116D27BB5}" srcOrd="7" destOrd="0" presId="urn:microsoft.com/office/officeart/2005/8/layout/hList1"/>
    <dgm:cxn modelId="{C04B10A0-EA6E-4983-8AEA-D1441A6040CD}" type="presParOf" srcId="{7E09A332-AA07-4141-8B5B-F90D8D955D56}" destId="{C5F4E206-1CD1-4AEF-9040-52B4CCD1ABCE}" srcOrd="8" destOrd="0" presId="urn:microsoft.com/office/officeart/2005/8/layout/hList1"/>
    <dgm:cxn modelId="{5F72E436-A30E-4ACD-B5F2-044F5F70CCA3}" type="presParOf" srcId="{C5F4E206-1CD1-4AEF-9040-52B4CCD1ABCE}" destId="{D75C6C90-431C-4FAE-A596-C82A8A351610}" srcOrd="0" destOrd="0" presId="urn:microsoft.com/office/officeart/2005/8/layout/hList1"/>
    <dgm:cxn modelId="{99985545-C4F6-4331-9DD6-A2BDC92E4658}" type="presParOf" srcId="{C5F4E206-1CD1-4AEF-9040-52B4CCD1ABCE}" destId="{99F7CA45-2AD5-4CD7-BB3E-3581852DC1B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981107-2272-455A-B7FF-F299B2F8E412}">
      <dsp:nvSpPr>
        <dsp:cNvPr id="0" name=""/>
        <dsp:cNvSpPr/>
      </dsp:nvSpPr>
      <dsp:spPr>
        <a:xfrm>
          <a:off x="0" y="183060"/>
          <a:ext cx="8671560" cy="73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66624" rIns="673009"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Authentication is the process of verifying a user’s identity (e.g. prompting for username/password or an OTP). </a:t>
          </a:r>
        </a:p>
        <a:p>
          <a:pPr marL="57150" lvl="1" indent="-57150" algn="l" defTabSz="355600">
            <a:lnSpc>
              <a:spcPct val="90000"/>
            </a:lnSpc>
            <a:spcBef>
              <a:spcPct val="0"/>
            </a:spcBef>
            <a:spcAft>
              <a:spcPct val="15000"/>
            </a:spcAft>
            <a:buChar char="•"/>
          </a:pPr>
          <a:r>
            <a:rPr lang="en-US" sz="800" kern="1200" dirty="0"/>
            <a:t>Authorization happens after authentication and is the process of granting or denying access to specific resources based on policies or roles. </a:t>
          </a:r>
        </a:p>
        <a:p>
          <a:pPr marL="57150" lvl="1" indent="-57150" algn="l" defTabSz="355600">
            <a:lnSpc>
              <a:spcPct val="90000"/>
            </a:lnSpc>
            <a:spcBef>
              <a:spcPct val="0"/>
            </a:spcBef>
            <a:spcAft>
              <a:spcPct val="15000"/>
            </a:spcAft>
            <a:buChar char="•"/>
          </a:pPr>
          <a:r>
            <a:rPr lang="en-US" sz="800" kern="1200" dirty="0"/>
            <a:t>In simple terms: authentication = “Who are you?”, authorization = “What are you allowed to do?”.</a:t>
          </a:r>
        </a:p>
        <a:p>
          <a:pPr marL="57150" lvl="1" indent="-57150" algn="l" defTabSz="355600">
            <a:lnSpc>
              <a:spcPct val="90000"/>
            </a:lnSpc>
            <a:spcBef>
              <a:spcPct val="0"/>
            </a:spcBef>
            <a:spcAft>
              <a:spcPct val="15000"/>
            </a:spcAft>
            <a:buChar char="•"/>
          </a:pPr>
          <a:r>
            <a:rPr lang="en-US" sz="800" kern="1200" dirty="0"/>
            <a:t>WAM handles both – first confirming who the user is, then enforcing what that user can access.</a:t>
          </a:r>
        </a:p>
      </dsp:txBody>
      <dsp:txXfrm>
        <a:off x="0" y="183060"/>
        <a:ext cx="8671560" cy="730800"/>
      </dsp:txXfrm>
    </dsp:sp>
    <dsp:sp modelId="{353EDE7C-BF08-4DBB-99F0-52D34993C707}">
      <dsp:nvSpPr>
        <dsp:cNvPr id="0" name=""/>
        <dsp:cNvSpPr/>
      </dsp:nvSpPr>
      <dsp:spPr>
        <a:xfrm>
          <a:off x="433578" y="64979"/>
          <a:ext cx="6070092" cy="236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355600">
            <a:lnSpc>
              <a:spcPct val="90000"/>
            </a:lnSpc>
            <a:spcBef>
              <a:spcPct val="0"/>
            </a:spcBef>
            <a:spcAft>
              <a:spcPct val="35000"/>
            </a:spcAft>
            <a:buNone/>
          </a:pPr>
          <a:r>
            <a:rPr lang="en-IN" sz="800" b="1" kern="1200" dirty="0"/>
            <a:t>Authentication vs. Authorization</a:t>
          </a:r>
          <a:endParaRPr lang="en-US" sz="800" b="1" kern="1200" dirty="0"/>
        </a:p>
      </dsp:txBody>
      <dsp:txXfrm>
        <a:off x="445106" y="76507"/>
        <a:ext cx="6047036" cy="213104"/>
      </dsp:txXfrm>
    </dsp:sp>
    <dsp:sp modelId="{97EAE647-9AC1-49F4-9F09-3A3EB41818C3}">
      <dsp:nvSpPr>
        <dsp:cNvPr id="0" name=""/>
        <dsp:cNvSpPr/>
      </dsp:nvSpPr>
      <dsp:spPr>
        <a:xfrm>
          <a:off x="0" y="1075140"/>
          <a:ext cx="8671560" cy="108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66624" rIns="673009"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SSO means a user can log in once and gain access to multiple applications without re-entering credentials each time. </a:t>
          </a:r>
        </a:p>
        <a:p>
          <a:pPr marL="57150" lvl="1" indent="-57150" algn="l" defTabSz="355600">
            <a:lnSpc>
              <a:spcPct val="90000"/>
            </a:lnSpc>
            <a:spcBef>
              <a:spcPct val="0"/>
            </a:spcBef>
            <a:spcAft>
              <a:spcPct val="15000"/>
            </a:spcAft>
            <a:buChar char="•"/>
          </a:pPr>
          <a:r>
            <a:rPr lang="en-US" sz="800" kern="1200" dirty="0"/>
            <a:t>WAM solutions provide SSO convenience by sharing a session token or cookie across trusted applications. </a:t>
          </a:r>
        </a:p>
        <a:p>
          <a:pPr marL="57150" lvl="1" indent="-57150" algn="l" defTabSz="355600">
            <a:lnSpc>
              <a:spcPct val="90000"/>
            </a:lnSpc>
            <a:spcBef>
              <a:spcPct val="0"/>
            </a:spcBef>
            <a:spcAft>
              <a:spcPct val="15000"/>
            </a:spcAft>
            <a:buChar char="•"/>
          </a:pPr>
          <a:r>
            <a:rPr lang="en-US" sz="800" kern="1200" dirty="0"/>
            <a:t>Federation extends this idea across organizational or domain boundaries – it allows a user’s SSO to work for applications in different domains or companies through trust agreements. </a:t>
          </a:r>
        </a:p>
        <a:p>
          <a:pPr marL="57150" lvl="1" indent="-57150" algn="l" defTabSz="355600">
            <a:lnSpc>
              <a:spcPct val="90000"/>
            </a:lnSpc>
            <a:spcBef>
              <a:spcPct val="0"/>
            </a:spcBef>
            <a:spcAft>
              <a:spcPct val="15000"/>
            </a:spcAft>
            <a:buChar char="•"/>
          </a:pPr>
          <a:r>
            <a:rPr lang="en-US" sz="800" kern="1200" dirty="0"/>
            <a:t>Federated identity management uses standards like SAML or OIDC so that an identity from one domain (e.g. a corporate IdP) is accepted in another domain (a partner’s application).</a:t>
          </a:r>
        </a:p>
        <a:p>
          <a:pPr marL="57150" lvl="1" indent="-57150" algn="l" defTabSz="355600">
            <a:lnSpc>
              <a:spcPct val="90000"/>
            </a:lnSpc>
            <a:spcBef>
              <a:spcPct val="0"/>
            </a:spcBef>
            <a:spcAft>
              <a:spcPct val="15000"/>
            </a:spcAft>
            <a:buChar char="•"/>
          </a:pPr>
          <a:r>
            <a:rPr lang="en-US" sz="800" kern="1200" dirty="0"/>
            <a:t>The key difference: SSO is typically within one organization, while federation enables SSO across multiple organizations or security domains.</a:t>
          </a:r>
        </a:p>
      </dsp:txBody>
      <dsp:txXfrm>
        <a:off x="0" y="1075140"/>
        <a:ext cx="8671560" cy="1083600"/>
      </dsp:txXfrm>
    </dsp:sp>
    <dsp:sp modelId="{7B6301B4-0BEB-486F-AD70-7CDF30B79445}">
      <dsp:nvSpPr>
        <dsp:cNvPr id="0" name=""/>
        <dsp:cNvSpPr/>
      </dsp:nvSpPr>
      <dsp:spPr>
        <a:xfrm>
          <a:off x="433578" y="957060"/>
          <a:ext cx="6070092" cy="236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355600">
            <a:lnSpc>
              <a:spcPct val="90000"/>
            </a:lnSpc>
            <a:spcBef>
              <a:spcPct val="0"/>
            </a:spcBef>
            <a:spcAft>
              <a:spcPct val="35000"/>
            </a:spcAft>
            <a:buNone/>
          </a:pPr>
          <a:r>
            <a:rPr lang="en-IN" sz="800" b="1" kern="1200" dirty="0"/>
            <a:t>Single Sign-On (SSO) &amp; Federation: </a:t>
          </a:r>
          <a:endParaRPr lang="en-US" sz="800" b="1" kern="1200" dirty="0"/>
        </a:p>
      </dsp:txBody>
      <dsp:txXfrm>
        <a:off x="445106" y="968588"/>
        <a:ext cx="6047036" cy="213104"/>
      </dsp:txXfrm>
    </dsp:sp>
    <dsp:sp modelId="{EABD2A0A-593C-4245-B051-EDAC9B0ED5BD}">
      <dsp:nvSpPr>
        <dsp:cNvPr id="0" name=""/>
        <dsp:cNvSpPr/>
      </dsp:nvSpPr>
      <dsp:spPr>
        <a:xfrm>
          <a:off x="0" y="2320019"/>
          <a:ext cx="8671560" cy="95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66624" rIns="673009"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WAM applies access policies often using Role-Based Access Control or Attribute-Based Access Control. </a:t>
          </a:r>
        </a:p>
        <a:p>
          <a:pPr marL="57150" lvl="1" indent="-57150" algn="l" defTabSz="355600">
            <a:lnSpc>
              <a:spcPct val="90000"/>
            </a:lnSpc>
            <a:spcBef>
              <a:spcPct val="0"/>
            </a:spcBef>
            <a:spcAft>
              <a:spcPct val="15000"/>
            </a:spcAft>
            <a:buChar char="•"/>
          </a:pPr>
          <a:r>
            <a:rPr lang="en-US" sz="800" kern="1200" dirty="0"/>
            <a:t>In RBAC, permissions are tied to roles (job functions) and users are assigned roles – e.g., a “Manager” role grants access to certain web pages.</a:t>
          </a:r>
        </a:p>
        <a:p>
          <a:pPr marL="57150" lvl="1" indent="-57150" algn="l" defTabSz="355600">
            <a:lnSpc>
              <a:spcPct val="90000"/>
            </a:lnSpc>
            <a:spcBef>
              <a:spcPct val="0"/>
            </a:spcBef>
            <a:spcAft>
              <a:spcPct val="15000"/>
            </a:spcAft>
            <a:buChar char="•"/>
          </a:pPr>
          <a:r>
            <a:rPr lang="en-US" sz="800" kern="1200" dirty="0"/>
            <a:t>In ABAC, access is determined by evaluating attributes about the user, resource, and context (e.g., department = Finance, resource sensitivity = confidential, access time = work hours). </a:t>
          </a:r>
        </a:p>
        <a:p>
          <a:pPr marL="57150" lvl="1" indent="-57150" algn="l" defTabSz="355600">
            <a:lnSpc>
              <a:spcPct val="90000"/>
            </a:lnSpc>
            <a:spcBef>
              <a:spcPct val="0"/>
            </a:spcBef>
            <a:spcAft>
              <a:spcPct val="15000"/>
            </a:spcAft>
            <a:buChar char="•"/>
          </a:pPr>
          <a:r>
            <a:rPr lang="en-US" sz="800" kern="1200" dirty="0"/>
            <a:t>ABAC allows more granular, dynamic decisions but is more complex to implement. Modern WAM systems may use RBAC, ABAC, or a combination to define who can access what.</a:t>
          </a:r>
        </a:p>
      </dsp:txBody>
      <dsp:txXfrm>
        <a:off x="0" y="2320019"/>
        <a:ext cx="8671560" cy="957600"/>
      </dsp:txXfrm>
    </dsp:sp>
    <dsp:sp modelId="{4C7AAB35-870B-4074-92C0-0322C1EC4C5D}">
      <dsp:nvSpPr>
        <dsp:cNvPr id="0" name=""/>
        <dsp:cNvSpPr/>
      </dsp:nvSpPr>
      <dsp:spPr>
        <a:xfrm>
          <a:off x="433578" y="2201940"/>
          <a:ext cx="6070092" cy="236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355600">
            <a:lnSpc>
              <a:spcPct val="90000"/>
            </a:lnSpc>
            <a:spcBef>
              <a:spcPct val="0"/>
            </a:spcBef>
            <a:spcAft>
              <a:spcPct val="35000"/>
            </a:spcAft>
            <a:buNone/>
          </a:pPr>
          <a:r>
            <a:rPr lang="en-IN" sz="800" b="1" kern="1200" dirty="0"/>
            <a:t>Access Control Models (RBAC &amp; ABAC): </a:t>
          </a:r>
          <a:endParaRPr lang="en-US" sz="800" b="1" kern="1200" dirty="0"/>
        </a:p>
      </dsp:txBody>
      <dsp:txXfrm>
        <a:off x="445106" y="2213468"/>
        <a:ext cx="6047036" cy="213104"/>
      </dsp:txXfrm>
    </dsp:sp>
    <dsp:sp modelId="{6D32C263-544B-4724-8BC5-EA49DA40BCA9}">
      <dsp:nvSpPr>
        <dsp:cNvPr id="0" name=""/>
        <dsp:cNvSpPr/>
      </dsp:nvSpPr>
      <dsp:spPr>
        <a:xfrm>
          <a:off x="0" y="3438900"/>
          <a:ext cx="867156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66624" rIns="673009"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Once authenticated, WAM manages a session for the user’s web access – often via a session cookie or token that keeps the user logged in across pages or apps. </a:t>
          </a:r>
        </a:p>
        <a:p>
          <a:pPr marL="57150" lvl="1" indent="-57150" algn="l" defTabSz="355600">
            <a:lnSpc>
              <a:spcPct val="90000"/>
            </a:lnSpc>
            <a:spcBef>
              <a:spcPct val="0"/>
            </a:spcBef>
            <a:spcAft>
              <a:spcPct val="15000"/>
            </a:spcAft>
            <a:buChar char="•"/>
          </a:pPr>
          <a:r>
            <a:rPr lang="en-US" sz="800" kern="1200" dirty="0"/>
            <a:t>Secure session management is vital: the WAM system ensures session tokens are protected (HTTPS, secure cookies, etc.) and expire appropriately to prevent misuse. </a:t>
          </a:r>
        </a:p>
        <a:p>
          <a:pPr marL="57150" lvl="1" indent="-57150" algn="l" defTabSz="355600">
            <a:lnSpc>
              <a:spcPct val="90000"/>
            </a:lnSpc>
            <a:spcBef>
              <a:spcPct val="0"/>
            </a:spcBef>
            <a:spcAft>
              <a:spcPct val="15000"/>
            </a:spcAft>
            <a:buChar char="•"/>
          </a:pPr>
          <a:r>
            <a:rPr lang="en-US" sz="800" kern="1200" dirty="0"/>
            <a:t>WAM solutions use measures like token encryption, idle timeouts, and tying sessions to client attributes and authentication methods like MFA.</a:t>
          </a:r>
        </a:p>
      </dsp:txBody>
      <dsp:txXfrm>
        <a:off x="0" y="3438900"/>
        <a:ext cx="8671560" cy="604800"/>
      </dsp:txXfrm>
    </dsp:sp>
    <dsp:sp modelId="{6A1C0A03-1CE6-4DAC-8233-0F16C12DE444}">
      <dsp:nvSpPr>
        <dsp:cNvPr id="0" name=""/>
        <dsp:cNvSpPr/>
      </dsp:nvSpPr>
      <dsp:spPr>
        <a:xfrm>
          <a:off x="433578" y="3320820"/>
          <a:ext cx="6070092" cy="2361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355600">
            <a:lnSpc>
              <a:spcPct val="90000"/>
            </a:lnSpc>
            <a:spcBef>
              <a:spcPct val="0"/>
            </a:spcBef>
            <a:spcAft>
              <a:spcPct val="35000"/>
            </a:spcAft>
            <a:buNone/>
          </a:pPr>
          <a:r>
            <a:rPr lang="en-IN" sz="800" b="1" kern="1200" dirty="0"/>
            <a:t>Session Management &amp; Security: </a:t>
          </a:r>
          <a:endParaRPr lang="en-US" sz="800" b="1" kern="1200" dirty="0"/>
        </a:p>
      </dsp:txBody>
      <dsp:txXfrm>
        <a:off x="445106" y="3332348"/>
        <a:ext cx="6047036" cy="2131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CDA6A-B6F0-47B2-8026-492A86E700BE}">
      <dsp:nvSpPr>
        <dsp:cNvPr id="0" name=""/>
        <dsp:cNvSpPr/>
      </dsp:nvSpPr>
      <dsp:spPr>
        <a:xfrm>
          <a:off x="2706" y="16196"/>
          <a:ext cx="2639034" cy="1055613"/>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SAML 2.0 (Security Assertion Markup Language)</a:t>
          </a:r>
        </a:p>
      </dsp:txBody>
      <dsp:txXfrm>
        <a:off x="2706" y="16196"/>
        <a:ext cx="2639034" cy="1055613"/>
      </dsp:txXfrm>
    </dsp:sp>
    <dsp:sp modelId="{7C14EAAE-F003-4631-9D27-E5D74EDCFBE0}">
      <dsp:nvSpPr>
        <dsp:cNvPr id="0" name=""/>
        <dsp:cNvSpPr/>
      </dsp:nvSpPr>
      <dsp:spPr>
        <a:xfrm>
          <a:off x="2706"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dirty="0"/>
            <a:t>An XML-based standard for exchanging authentication and authorization data between an Identity Provider (IdP) and a Service Provider (SP).</a:t>
          </a:r>
        </a:p>
        <a:p>
          <a:pPr marL="114300" lvl="1" indent="-114300" algn="l" defTabSz="533400">
            <a:lnSpc>
              <a:spcPct val="90000"/>
            </a:lnSpc>
            <a:spcBef>
              <a:spcPct val="0"/>
            </a:spcBef>
            <a:spcAft>
              <a:spcPct val="15000"/>
            </a:spcAft>
            <a:buChar char="•"/>
          </a:pPr>
          <a:r>
            <a:rPr lang="en-US" sz="1200" kern="1200" dirty="0"/>
            <a:t>SAML is widely used in enterprise SSO scenarios. Ex. when we click “Login with Corporate ID” on a third-party site, a SAML message authenticates us through the company’s IdP and trusts us to the external SP.</a:t>
          </a:r>
        </a:p>
      </dsp:txBody>
      <dsp:txXfrm>
        <a:off x="2706" y="1071809"/>
        <a:ext cx="2639034" cy="2854800"/>
      </dsp:txXfrm>
    </dsp:sp>
    <dsp:sp modelId="{7F200149-E9D4-4884-81B8-B2C689C8848E}">
      <dsp:nvSpPr>
        <dsp:cNvPr id="0" name=""/>
        <dsp:cNvSpPr/>
      </dsp:nvSpPr>
      <dsp:spPr>
        <a:xfrm>
          <a:off x="3011205" y="16196"/>
          <a:ext cx="2639034" cy="1055613"/>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anose="020F0502020204030204"/>
              <a:ea typeface="+mn-ea"/>
              <a:cs typeface="+mn-cs"/>
            </a:rPr>
            <a:t>OAuth 2.0</a:t>
          </a:r>
          <a:endParaRPr lang="en-US" sz="1800" kern="1200" dirty="0">
            <a:latin typeface="Calibri" panose="020F0502020204030204"/>
            <a:ea typeface="+mn-ea"/>
            <a:cs typeface="+mn-cs"/>
          </a:endParaRPr>
        </a:p>
      </dsp:txBody>
      <dsp:txXfrm>
        <a:off x="3011205" y="16196"/>
        <a:ext cx="2639034" cy="1055613"/>
      </dsp:txXfrm>
    </dsp:sp>
    <dsp:sp modelId="{5C9B8DCD-EE24-4C56-B75F-453A42904592}">
      <dsp:nvSpPr>
        <dsp:cNvPr id="0" name=""/>
        <dsp:cNvSpPr/>
      </dsp:nvSpPr>
      <dsp:spPr>
        <a:xfrm>
          <a:off x="3011205"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An authorization framework that allows users to grant third-party applications limited access to their resources without sharing passwords. </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OAuth is commonly used for delegating access (e.g., allowing an app to access our profile or data on another service).</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In WAM context, OAuth underpins many “Login with X” features and API access scenarios by issuing tokens. However, OAuth by itself is about authorization (not identity) – that’s where OIDC comes in.</a:t>
          </a:r>
          <a:endParaRPr lang="en-US" sz="1200" kern="1200" dirty="0">
            <a:latin typeface="Calibri" panose="020F0502020204030204"/>
            <a:ea typeface="+mn-ea"/>
            <a:cs typeface="+mn-cs"/>
          </a:endParaRPr>
        </a:p>
      </dsp:txBody>
      <dsp:txXfrm>
        <a:off x="3011205" y="1071809"/>
        <a:ext cx="2639034" cy="2854800"/>
      </dsp:txXfrm>
    </dsp:sp>
    <dsp:sp modelId="{6A546515-2279-47CB-8FB7-3EDCC199AF4F}">
      <dsp:nvSpPr>
        <dsp:cNvPr id="0" name=""/>
        <dsp:cNvSpPr/>
      </dsp:nvSpPr>
      <dsp:spPr>
        <a:xfrm>
          <a:off x="6019704" y="16196"/>
          <a:ext cx="2639034" cy="1055613"/>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anose="020F0502020204030204"/>
              <a:ea typeface="+mn-ea"/>
              <a:cs typeface="+mn-cs"/>
            </a:rPr>
            <a:t>OpenID Connect (OIDC)</a:t>
          </a:r>
          <a:endParaRPr lang="en-US" sz="1800" kern="1200" dirty="0">
            <a:latin typeface="Calibri" panose="020F0502020204030204"/>
            <a:ea typeface="+mn-ea"/>
            <a:cs typeface="+mn-cs"/>
          </a:endParaRPr>
        </a:p>
      </dsp:txBody>
      <dsp:txXfrm>
        <a:off x="6019704" y="16196"/>
        <a:ext cx="2639034" cy="1055613"/>
      </dsp:txXfrm>
    </dsp:sp>
    <dsp:sp modelId="{B8CBE545-7CEF-4084-9E75-AF4FD07156A7}">
      <dsp:nvSpPr>
        <dsp:cNvPr id="0" name=""/>
        <dsp:cNvSpPr/>
      </dsp:nvSpPr>
      <dsp:spPr>
        <a:xfrm>
          <a:off x="6019704"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A simple identity layer on top of OAuth 2.0 that adds user authentication. </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OIDC issues an ID Token (often a JWT) containing user identity info after an OAuth login flow.</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Char char="•"/>
          </a:pPr>
          <a:r>
            <a:rPr lang="en-US" sz="1200" kern="1200">
              <a:latin typeface="Calibri" panose="020F0502020204030204"/>
              <a:ea typeface="+mn-ea"/>
              <a:cs typeface="+mn-cs"/>
            </a:rPr>
            <a:t>This has become popular for modern web and mobile SSO because it’s lightweight (uses JSON/REST vs. SAML’s XML) and works well with OAuth-friendly platforms.</a:t>
          </a:r>
          <a:endParaRPr lang="en-US" sz="1200" kern="1200" dirty="0">
            <a:latin typeface="Calibri" panose="020F0502020204030204"/>
            <a:ea typeface="+mn-ea"/>
            <a:cs typeface="+mn-cs"/>
          </a:endParaRPr>
        </a:p>
      </dsp:txBody>
      <dsp:txXfrm>
        <a:off x="6019704" y="1071809"/>
        <a:ext cx="2639034" cy="2854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AE4153-02FE-4840-9B5B-5006B2A16538}">
      <dsp:nvSpPr>
        <dsp:cNvPr id="0" name=""/>
        <dsp:cNvSpPr/>
      </dsp:nvSpPr>
      <dsp:spPr>
        <a:xfrm>
          <a:off x="0" y="328924"/>
          <a:ext cx="8829089" cy="831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235" tIns="166624" rIns="685235"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Customer Identity and Access Management (CIAM) refers to managing external customer identities for a business’s apps and websites, focusing on providing seamless, secure access to users. </a:t>
          </a:r>
        </a:p>
        <a:p>
          <a:pPr marL="57150" lvl="1" indent="-57150" algn="l" defTabSz="355600">
            <a:lnSpc>
              <a:spcPct val="90000"/>
            </a:lnSpc>
            <a:spcBef>
              <a:spcPct val="0"/>
            </a:spcBef>
            <a:spcAft>
              <a:spcPct val="15000"/>
            </a:spcAft>
            <a:buChar char="•"/>
          </a:pPr>
          <a:r>
            <a:rPr lang="en-US" sz="800" kern="1200" dirty="0"/>
            <a:t>CIAM is tailored to customer-facing scenarios – enabling users to self-register, log in, authenticate, and manage their profiles and consent preferences on their own. </a:t>
          </a:r>
        </a:p>
        <a:p>
          <a:pPr marL="57150" lvl="1" indent="-57150" algn="l" defTabSz="355600">
            <a:lnSpc>
              <a:spcPct val="90000"/>
            </a:lnSpc>
            <a:spcBef>
              <a:spcPct val="0"/>
            </a:spcBef>
            <a:spcAft>
              <a:spcPct val="15000"/>
            </a:spcAft>
            <a:buChar char="•"/>
          </a:pPr>
          <a:r>
            <a:rPr lang="en-US" sz="800" kern="1200" dirty="0"/>
            <a:t>It combines security and user experience: CIAM helps organizations deliver frictionless login experiences across web and mobile channels while protecting customer data and accounts.</a:t>
          </a:r>
        </a:p>
      </dsp:txBody>
      <dsp:txXfrm>
        <a:off x="0" y="328924"/>
        <a:ext cx="8829089" cy="831600"/>
      </dsp:txXfrm>
    </dsp:sp>
    <dsp:sp modelId="{D03FC9D2-CC08-4EAF-9207-B7330BF62ED6}">
      <dsp:nvSpPr>
        <dsp:cNvPr id="0" name=""/>
        <dsp:cNvSpPr/>
      </dsp:nvSpPr>
      <dsp:spPr>
        <a:xfrm>
          <a:off x="441454" y="210844"/>
          <a:ext cx="6180362"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3603" tIns="0" rIns="233603" bIns="0" numCol="1" spcCol="1270" anchor="ctr" anchorCtr="0">
          <a:noAutofit/>
        </a:bodyPr>
        <a:lstStyle/>
        <a:p>
          <a:pPr marL="0" lvl="0" indent="0" algn="l" defTabSz="400050">
            <a:lnSpc>
              <a:spcPct val="90000"/>
            </a:lnSpc>
            <a:spcBef>
              <a:spcPct val="0"/>
            </a:spcBef>
            <a:spcAft>
              <a:spcPct val="35000"/>
            </a:spcAft>
            <a:buNone/>
          </a:pPr>
          <a:br>
            <a:rPr lang="en-US" sz="900" b="1" kern="1200" dirty="0"/>
          </a:br>
          <a:r>
            <a:rPr lang="en-US" sz="900" b="1" kern="1200" dirty="0"/>
            <a:t>What is CIAM</a:t>
          </a:r>
        </a:p>
      </dsp:txBody>
      <dsp:txXfrm>
        <a:off x="452982" y="222372"/>
        <a:ext cx="6157306" cy="213104"/>
      </dsp:txXfrm>
    </dsp:sp>
    <dsp:sp modelId="{B571B7B5-3AAB-453D-9616-8C1D824CEC0D}">
      <dsp:nvSpPr>
        <dsp:cNvPr id="0" name=""/>
        <dsp:cNvSpPr/>
      </dsp:nvSpPr>
      <dsp:spPr>
        <a:xfrm>
          <a:off x="0" y="1321804"/>
          <a:ext cx="8829089" cy="108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235" tIns="166624" rIns="685235" bIns="56896" numCol="1" spcCol="1270" anchor="t" anchorCtr="0">
          <a:noAutofit/>
        </a:bodyPr>
        <a:lstStyle/>
        <a:p>
          <a:pPr marL="57150" lvl="1" indent="-57150" algn="l" defTabSz="355600">
            <a:lnSpc>
              <a:spcPct val="90000"/>
            </a:lnSpc>
            <a:spcBef>
              <a:spcPct val="0"/>
            </a:spcBef>
            <a:spcAft>
              <a:spcPct val="15000"/>
            </a:spcAft>
            <a:buChar char="•"/>
          </a:pPr>
          <a:r>
            <a:rPr lang="en-US" sz="800" b="1" kern="1200" dirty="0"/>
            <a:t>Seamless User Experience: </a:t>
          </a:r>
          <a:r>
            <a:rPr lang="en-US" sz="800" kern="1200" dirty="0"/>
            <a:t>Smooth registration and login processes (e.g. social login, single sign-on) reduce friction for customers, leading to higher satisfaction and loyalty.</a:t>
          </a:r>
        </a:p>
        <a:p>
          <a:pPr marL="57150" lvl="1" indent="-57150" algn="l" defTabSz="355600">
            <a:lnSpc>
              <a:spcPct val="90000"/>
            </a:lnSpc>
            <a:spcBef>
              <a:spcPct val="0"/>
            </a:spcBef>
            <a:spcAft>
              <a:spcPct val="15000"/>
            </a:spcAft>
            <a:buChar char="•"/>
          </a:pPr>
          <a:r>
            <a:rPr lang="en-US" sz="800" b="1" kern="1200" dirty="0"/>
            <a:t>Robust Security: </a:t>
          </a:r>
          <a:r>
            <a:rPr lang="en-US" sz="800" kern="1200" dirty="0"/>
            <a:t>Enhanced authentication (MFA, risk-based checks) helps prevent fraud and account takeovers without overly burdening users. CIAM creates secure, trusted interactions between customers and the business.</a:t>
          </a:r>
        </a:p>
        <a:p>
          <a:pPr marL="57150" lvl="1" indent="-57150" algn="l" defTabSz="355600">
            <a:lnSpc>
              <a:spcPct val="90000"/>
            </a:lnSpc>
            <a:spcBef>
              <a:spcPct val="0"/>
            </a:spcBef>
            <a:spcAft>
              <a:spcPct val="15000"/>
            </a:spcAft>
            <a:buChar char="•"/>
          </a:pPr>
          <a:r>
            <a:rPr lang="en-US" sz="800" b="1" kern="1200" dirty="0"/>
            <a:t>Scalability: </a:t>
          </a:r>
          <a:r>
            <a:rPr lang="en-US" sz="800" kern="1200" dirty="0"/>
            <a:t>Designed to handle millions of users and unpredictable traffic spikes, unlike internal IAM which only supports a fixed employee count. CIAM systems can grow with business demand.</a:t>
          </a:r>
        </a:p>
        <a:p>
          <a:pPr marL="57150" lvl="1" indent="-57150" algn="l" defTabSz="355600">
            <a:lnSpc>
              <a:spcPct val="90000"/>
            </a:lnSpc>
            <a:spcBef>
              <a:spcPct val="0"/>
            </a:spcBef>
            <a:spcAft>
              <a:spcPct val="15000"/>
            </a:spcAft>
            <a:buChar char="•"/>
          </a:pPr>
          <a:r>
            <a:rPr lang="en-US" sz="800" b="1" kern="1200" dirty="0"/>
            <a:t>Compliance: </a:t>
          </a:r>
          <a:r>
            <a:rPr lang="en-US" sz="800" kern="1200" dirty="0"/>
            <a:t>Built-in consent and privacy management to meet regulatory requirements (users give consent for data use, data is handled per GDPR/CCPA guidelines) – avoiding legal risks and building user trust through transparency.</a:t>
          </a:r>
        </a:p>
      </dsp:txBody>
      <dsp:txXfrm>
        <a:off x="0" y="1321804"/>
        <a:ext cx="8829089" cy="1083600"/>
      </dsp:txXfrm>
    </dsp:sp>
    <dsp:sp modelId="{A2C2BF64-81CA-48B0-8DA0-283469050145}">
      <dsp:nvSpPr>
        <dsp:cNvPr id="0" name=""/>
        <dsp:cNvSpPr/>
      </dsp:nvSpPr>
      <dsp:spPr>
        <a:xfrm>
          <a:off x="441454" y="1203724"/>
          <a:ext cx="6180362"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3603" tIns="0" rIns="233603" bIns="0" numCol="1" spcCol="1270" anchor="ctr" anchorCtr="0">
          <a:noAutofit/>
        </a:bodyPr>
        <a:lstStyle/>
        <a:p>
          <a:pPr marL="0" lvl="0" indent="0" algn="l" defTabSz="400050">
            <a:lnSpc>
              <a:spcPct val="90000"/>
            </a:lnSpc>
            <a:spcBef>
              <a:spcPct val="0"/>
            </a:spcBef>
            <a:spcAft>
              <a:spcPct val="35000"/>
            </a:spcAft>
            <a:buNone/>
          </a:pPr>
          <a:r>
            <a:rPr lang="en-US" sz="900" b="1" kern="1200" dirty="0"/>
            <a:t>Importance of CIAM</a:t>
          </a:r>
        </a:p>
      </dsp:txBody>
      <dsp:txXfrm>
        <a:off x="452982" y="1215252"/>
        <a:ext cx="6157306" cy="213104"/>
      </dsp:txXfrm>
    </dsp:sp>
    <dsp:sp modelId="{B457C918-85AC-40C6-83AD-DBD295256969}">
      <dsp:nvSpPr>
        <dsp:cNvPr id="0" name=""/>
        <dsp:cNvSpPr/>
      </dsp:nvSpPr>
      <dsp:spPr>
        <a:xfrm>
          <a:off x="0" y="2566685"/>
          <a:ext cx="8829089" cy="1285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235" tIns="166624" rIns="685235" bIns="56896" numCol="1" spcCol="1270" anchor="t" anchorCtr="0">
          <a:noAutofit/>
        </a:bodyPr>
        <a:lstStyle/>
        <a:p>
          <a:pPr marL="57150" lvl="1" indent="-57150" algn="l" defTabSz="355600">
            <a:lnSpc>
              <a:spcPct val="90000"/>
            </a:lnSpc>
            <a:spcBef>
              <a:spcPct val="0"/>
            </a:spcBef>
            <a:spcAft>
              <a:spcPct val="15000"/>
            </a:spcAft>
            <a:buChar char="•"/>
          </a:pPr>
          <a:r>
            <a:rPr lang="en-US" sz="800" b="1" kern="1200" dirty="0"/>
            <a:t>Scope of Users: </a:t>
          </a:r>
          <a:r>
            <a:rPr lang="en-US" sz="800" kern="1200" dirty="0"/>
            <a:t>Traditional IAM (Identity &amp; Access Management) is internal-facing, managing access for an organization’s employees and workforce. Its primary goal is to enforce security and proper access inside the company. CIAM, on the other hand, is external-facing, dealing with customers or consumers who use the company’s digital services. </a:t>
          </a:r>
        </a:p>
        <a:p>
          <a:pPr marL="57150" lvl="1" indent="-57150" algn="l" defTabSz="355600">
            <a:lnSpc>
              <a:spcPct val="90000"/>
            </a:lnSpc>
            <a:spcBef>
              <a:spcPct val="0"/>
            </a:spcBef>
            <a:spcAft>
              <a:spcPct val="15000"/>
            </a:spcAft>
            <a:buChar char="•"/>
          </a:pPr>
          <a:r>
            <a:rPr lang="en-US" sz="800" b="1" kern="1200" dirty="0"/>
            <a:t>User Experience vs. Control: </a:t>
          </a:r>
          <a:r>
            <a:rPr lang="en-US" sz="800" kern="1200" dirty="0"/>
            <a:t>IAM deals with employees who are trained to handle extra steps as it protects company data. In contrast, customers will not tolerate friction – a complicated sign-up or login process means they may give up and go elsewhere. Thus, CIAM places a greater emphasis on user experience and self-service. Customers can register themselves, reset passwords, and use familiar logins (like Google/Facebook) without calling IT support. </a:t>
          </a:r>
        </a:p>
        <a:p>
          <a:pPr marL="57150" lvl="1" indent="-57150" algn="l" defTabSz="355600">
            <a:lnSpc>
              <a:spcPct val="90000"/>
            </a:lnSpc>
            <a:spcBef>
              <a:spcPct val="0"/>
            </a:spcBef>
            <a:spcAft>
              <a:spcPct val="15000"/>
            </a:spcAft>
            <a:buChar char="•"/>
          </a:pPr>
          <a:r>
            <a:rPr lang="en-US" sz="800" b="1" kern="1200" dirty="0"/>
            <a:t>Scale and Performance: </a:t>
          </a:r>
          <a:r>
            <a:rPr lang="en-US" sz="800" kern="1200" dirty="0"/>
            <a:t>An IAM system might support a workforce of, say, 5,000 employees, with predictable login patterns. CIAM must support possibly 5 million customers with spiky, 24/7 usage. </a:t>
          </a:r>
        </a:p>
        <a:p>
          <a:pPr marL="57150" lvl="1" indent="-57150" algn="l" defTabSz="355600">
            <a:lnSpc>
              <a:spcPct val="90000"/>
            </a:lnSpc>
            <a:spcBef>
              <a:spcPct val="0"/>
            </a:spcBef>
            <a:spcAft>
              <a:spcPct val="15000"/>
            </a:spcAft>
            <a:buChar char="•"/>
          </a:pPr>
          <a:r>
            <a:rPr lang="en-US" sz="800" b="1" kern="1200" dirty="0"/>
            <a:t>Features and Compliance: </a:t>
          </a:r>
          <a:r>
            <a:rPr lang="en-US" sz="800" kern="1200" dirty="0"/>
            <a:t>Both IAM and CIAM involve authentication, authorization, and directory services, but CIAM extends functionality to meet consumer needs. For example, CIAM commonly offers social login integration, consumer privacy consent, and marketing profile data – features not needed in internal IAM.</a:t>
          </a:r>
        </a:p>
      </dsp:txBody>
      <dsp:txXfrm>
        <a:off x="0" y="2566685"/>
        <a:ext cx="8829089" cy="1285200"/>
      </dsp:txXfrm>
    </dsp:sp>
    <dsp:sp modelId="{3C48C465-92D1-4ABC-AF01-5869090B38FE}">
      <dsp:nvSpPr>
        <dsp:cNvPr id="0" name=""/>
        <dsp:cNvSpPr/>
      </dsp:nvSpPr>
      <dsp:spPr>
        <a:xfrm>
          <a:off x="441454" y="2448604"/>
          <a:ext cx="6180362" cy="236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3603" tIns="0" rIns="233603" bIns="0" numCol="1" spcCol="1270" anchor="ctr" anchorCtr="0">
          <a:noAutofit/>
        </a:bodyPr>
        <a:lstStyle/>
        <a:p>
          <a:pPr marL="0" lvl="0" indent="0" algn="l" defTabSz="400050">
            <a:lnSpc>
              <a:spcPct val="90000"/>
            </a:lnSpc>
            <a:spcBef>
              <a:spcPct val="0"/>
            </a:spcBef>
            <a:spcAft>
              <a:spcPct val="35000"/>
            </a:spcAft>
            <a:buNone/>
          </a:pPr>
          <a:r>
            <a:rPr lang="en-US" sz="900" b="1" kern="1200" dirty="0"/>
            <a:t>Differences between IAM and CIAM</a:t>
          </a:r>
        </a:p>
      </dsp:txBody>
      <dsp:txXfrm>
        <a:off x="452982" y="2460132"/>
        <a:ext cx="6157306" cy="2131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61EA74-94F5-4BF5-A0AE-96739714FCC7}">
      <dsp:nvSpPr>
        <dsp:cNvPr id="0" name=""/>
        <dsp:cNvSpPr/>
      </dsp:nvSpPr>
      <dsp:spPr>
        <a:xfrm>
          <a:off x="-4756036" y="-728990"/>
          <a:ext cx="5664904" cy="5664904"/>
        </a:xfrm>
        <a:prstGeom prst="blockArc">
          <a:avLst>
            <a:gd name="adj1" fmla="val 18900000"/>
            <a:gd name="adj2" fmla="val 2700000"/>
            <a:gd name="adj3" fmla="val 381"/>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CC2A4F-9DD4-40D0-9FC0-6E4CF655611D}">
      <dsp:nvSpPr>
        <dsp:cNvPr id="0" name=""/>
        <dsp:cNvSpPr/>
      </dsp:nvSpPr>
      <dsp:spPr>
        <a:xfrm>
          <a:off x="339268" y="221536"/>
          <a:ext cx="6358930"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CIAM is essential for businesses engaging customers online – It provides the secure, seamless digital experiences that modern consumers expect. Unlike internal IAM, CIAM directly impacts customer satisfaction and trust, which in turn drives business growth. </a:t>
          </a:r>
        </a:p>
      </dsp:txBody>
      <dsp:txXfrm>
        <a:off x="339268" y="221536"/>
        <a:ext cx="6358930" cy="442904"/>
      </dsp:txXfrm>
    </dsp:sp>
    <dsp:sp modelId="{F345BADF-44A0-437A-9ECC-960EC8801978}">
      <dsp:nvSpPr>
        <dsp:cNvPr id="0" name=""/>
        <dsp:cNvSpPr/>
      </dsp:nvSpPr>
      <dsp:spPr>
        <a:xfrm>
          <a:off x="62453" y="166173"/>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6E62BC-656C-4E3B-ABCB-7DB2C599101C}">
      <dsp:nvSpPr>
        <dsp:cNvPr id="0" name=""/>
        <dsp:cNvSpPr/>
      </dsp:nvSpPr>
      <dsp:spPr>
        <a:xfrm>
          <a:off x="703588" y="885809"/>
          <a:ext cx="5994610"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The best practice in CIAM is to minimize friction at every step of the user journey – from registration to login to account recovery. Use features like social login, single sign-on, and remember-me to streamline access. </a:t>
          </a:r>
        </a:p>
      </dsp:txBody>
      <dsp:txXfrm>
        <a:off x="703588" y="885809"/>
        <a:ext cx="5994610" cy="442904"/>
      </dsp:txXfrm>
    </dsp:sp>
    <dsp:sp modelId="{F2E0E361-8315-4049-A2C5-CE25F338A606}">
      <dsp:nvSpPr>
        <dsp:cNvPr id="0" name=""/>
        <dsp:cNvSpPr/>
      </dsp:nvSpPr>
      <dsp:spPr>
        <a:xfrm>
          <a:off x="426772" y="830446"/>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DA3FFD-BF1E-423E-9770-8E849273AC67}">
      <dsp:nvSpPr>
        <dsp:cNvPr id="0" name=""/>
        <dsp:cNvSpPr/>
      </dsp:nvSpPr>
      <dsp:spPr>
        <a:xfrm>
          <a:off x="865112" y="1550082"/>
          <a:ext cx="5828016"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Make privacy compliance a core part of your CIAM implementation from the start. Always ask for user consent for data collection and clearly explain how their data will be used. </a:t>
          </a:r>
        </a:p>
      </dsp:txBody>
      <dsp:txXfrm>
        <a:off x="865112" y="1550082"/>
        <a:ext cx="5828016" cy="442904"/>
      </dsp:txXfrm>
    </dsp:sp>
    <dsp:sp modelId="{F0CB814E-FC3C-4776-A109-A6A588559DF9}">
      <dsp:nvSpPr>
        <dsp:cNvPr id="0" name=""/>
        <dsp:cNvSpPr/>
      </dsp:nvSpPr>
      <dsp:spPr>
        <a:xfrm>
          <a:off x="593367" y="1494719"/>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D48190-C646-4AA9-8E1B-63A6C40EB7E7}">
      <dsp:nvSpPr>
        <dsp:cNvPr id="0" name=""/>
        <dsp:cNvSpPr/>
      </dsp:nvSpPr>
      <dsp:spPr>
        <a:xfrm>
          <a:off x="862547" y="2249243"/>
          <a:ext cx="5828016"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When rolling out CIAM, design for the “best case scenario” – i.e., if the user base growing rapidly we need to choose architectures (or vendors) that can scale to millions of accounts and handle spikes (like a product launch causing thousands of logins per second).</a:t>
          </a:r>
        </a:p>
      </dsp:txBody>
      <dsp:txXfrm>
        <a:off x="862547" y="2249243"/>
        <a:ext cx="5828016" cy="442904"/>
      </dsp:txXfrm>
    </dsp:sp>
    <dsp:sp modelId="{ECF3EFD6-0245-4EA7-8282-ED6CDB9A153B}">
      <dsp:nvSpPr>
        <dsp:cNvPr id="0" name=""/>
        <dsp:cNvSpPr/>
      </dsp:nvSpPr>
      <dsp:spPr>
        <a:xfrm>
          <a:off x="593367" y="2158572"/>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4CF2AF-7495-4172-9F1C-129B01FBB739}">
      <dsp:nvSpPr>
        <dsp:cNvPr id="0" name=""/>
        <dsp:cNvSpPr/>
      </dsp:nvSpPr>
      <dsp:spPr>
        <a:xfrm>
          <a:off x="703588" y="2878208"/>
          <a:ext cx="5994610"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Implement strong authentication and monitoring. Use modern password policies (or go </a:t>
          </a:r>
          <a:r>
            <a:rPr lang="en-US" sz="1000" b="0" kern="1200" dirty="0" err="1"/>
            <a:t>passwordless</a:t>
          </a:r>
          <a:r>
            <a:rPr lang="en-US" sz="1000" b="0" kern="1200" dirty="0"/>
            <a:t> where feasible) and enable MFA options – educate users on why MFA benefits them (protects their account). </a:t>
          </a:r>
        </a:p>
      </dsp:txBody>
      <dsp:txXfrm>
        <a:off x="703588" y="2878208"/>
        <a:ext cx="5994610" cy="442904"/>
      </dsp:txXfrm>
    </dsp:sp>
    <dsp:sp modelId="{517EF9E0-23A5-4DB1-B338-CED7DAE69343}">
      <dsp:nvSpPr>
        <dsp:cNvPr id="0" name=""/>
        <dsp:cNvSpPr/>
      </dsp:nvSpPr>
      <dsp:spPr>
        <a:xfrm>
          <a:off x="426772" y="2822845"/>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31A0D1-E356-4D36-8C2F-A3C8FD808B07}">
      <dsp:nvSpPr>
        <dsp:cNvPr id="0" name=""/>
        <dsp:cNvSpPr/>
      </dsp:nvSpPr>
      <dsp:spPr>
        <a:xfrm>
          <a:off x="339268" y="3542481"/>
          <a:ext cx="6358930" cy="4429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556" tIns="25400" rIns="25400" bIns="25400" numCol="1" spcCol="1270" anchor="ctr" anchorCtr="0">
          <a:noAutofit/>
        </a:bodyPr>
        <a:lstStyle/>
        <a:p>
          <a:pPr marL="0" lvl="0" indent="0" algn="l" defTabSz="444500">
            <a:lnSpc>
              <a:spcPct val="90000"/>
            </a:lnSpc>
            <a:spcBef>
              <a:spcPct val="0"/>
            </a:spcBef>
            <a:spcAft>
              <a:spcPct val="35000"/>
            </a:spcAft>
            <a:buNone/>
          </a:pPr>
          <a:r>
            <a:rPr lang="en-US" sz="1000" b="0" kern="1200" dirty="0"/>
            <a:t>Zero Trust mindset: just because it’s a customer doesn’t mean you trust their device or network – always verify and use context to make access decisions. Also ensure proper API security if your CIAM exposes APIs (use rate limiting, OAuth scopes, etc., to prevent abuse).</a:t>
          </a:r>
        </a:p>
      </dsp:txBody>
      <dsp:txXfrm>
        <a:off x="339268" y="3542481"/>
        <a:ext cx="6358930" cy="442904"/>
      </dsp:txXfrm>
    </dsp:sp>
    <dsp:sp modelId="{C97E34F7-C468-4CF7-8AA2-465E67A17282}">
      <dsp:nvSpPr>
        <dsp:cNvPr id="0" name=""/>
        <dsp:cNvSpPr/>
      </dsp:nvSpPr>
      <dsp:spPr>
        <a:xfrm>
          <a:off x="62453" y="3487118"/>
          <a:ext cx="553631" cy="553631"/>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CAAB2-4B0A-417A-92D0-CFF8DD65345A}">
      <dsp:nvSpPr>
        <dsp:cNvPr id="0" name=""/>
        <dsp:cNvSpPr/>
      </dsp:nvSpPr>
      <dsp:spPr>
        <a:xfrm rot="5400000">
          <a:off x="4345272" y="-1673898"/>
          <a:ext cx="947231"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Identity Governance and Administration (IGA) is about managing who has access to what within an organization, ensuring users have the right access at the right time and nothing more.</a:t>
          </a:r>
        </a:p>
      </dsp:txBody>
      <dsp:txXfrm rot="-5400000">
        <a:off x="2551176" y="166438"/>
        <a:ext cx="4489184" cy="854751"/>
      </dsp:txXfrm>
    </dsp:sp>
    <dsp:sp modelId="{98A80F7A-8434-438D-9B3C-8B96EAFCE853}">
      <dsp:nvSpPr>
        <dsp:cNvPr id="0" name=""/>
        <dsp:cNvSpPr/>
      </dsp:nvSpPr>
      <dsp:spPr>
        <a:xfrm>
          <a:off x="0" y="1793"/>
          <a:ext cx="2551176" cy="118403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IN" sz="2500" b="1" kern="1200" dirty="0"/>
            <a:t>Definition</a:t>
          </a:r>
          <a:endParaRPr lang="en-US" sz="2500" b="1" kern="1200" dirty="0"/>
        </a:p>
      </dsp:txBody>
      <dsp:txXfrm>
        <a:off x="57800" y="59593"/>
        <a:ext cx="2435576" cy="1068439"/>
      </dsp:txXfrm>
    </dsp:sp>
    <dsp:sp modelId="{2EFAF58C-5374-4F94-A8B3-D3734150E13C}">
      <dsp:nvSpPr>
        <dsp:cNvPr id="0" name=""/>
        <dsp:cNvSpPr/>
      </dsp:nvSpPr>
      <dsp:spPr>
        <a:xfrm rot="5400000">
          <a:off x="4345272" y="-430657"/>
          <a:ext cx="947231"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Prevents unauthorized access and data breaches.</a:t>
          </a:r>
        </a:p>
        <a:p>
          <a:pPr marL="114300" lvl="1" indent="-114300" algn="l" defTabSz="577850">
            <a:lnSpc>
              <a:spcPct val="90000"/>
            </a:lnSpc>
            <a:spcBef>
              <a:spcPct val="0"/>
            </a:spcBef>
            <a:spcAft>
              <a:spcPct val="15000"/>
            </a:spcAft>
            <a:buChar char="•"/>
          </a:pPr>
          <a:r>
            <a:rPr lang="en-US" sz="1300" kern="1200" dirty="0"/>
            <a:t>Satisfies compliance with regulations (e.g., GDPR, SOX).</a:t>
          </a:r>
        </a:p>
        <a:p>
          <a:pPr marL="114300" lvl="1" indent="-114300" algn="l" defTabSz="577850">
            <a:lnSpc>
              <a:spcPct val="90000"/>
            </a:lnSpc>
            <a:spcBef>
              <a:spcPct val="0"/>
            </a:spcBef>
            <a:spcAft>
              <a:spcPct val="15000"/>
            </a:spcAft>
            <a:buChar char="•"/>
          </a:pPr>
          <a:r>
            <a:rPr lang="en-US" sz="1300" kern="1200" dirty="0"/>
            <a:t>Reduces risk by removing excessive or outdated privileges.</a:t>
          </a:r>
        </a:p>
      </dsp:txBody>
      <dsp:txXfrm rot="-5400000">
        <a:off x="2551176" y="1409679"/>
        <a:ext cx="4489184" cy="854751"/>
      </dsp:txXfrm>
    </dsp:sp>
    <dsp:sp modelId="{86070A82-A761-4669-85EE-25FB5DB75320}">
      <dsp:nvSpPr>
        <dsp:cNvPr id="0" name=""/>
        <dsp:cNvSpPr/>
      </dsp:nvSpPr>
      <dsp:spPr>
        <a:xfrm>
          <a:off x="0" y="1245035"/>
          <a:ext cx="2551176" cy="118403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IN" sz="2500" b="1" kern="1200" dirty="0"/>
            <a:t>Why It Matters</a:t>
          </a:r>
          <a:endParaRPr lang="en-US" sz="2500" b="1" kern="1200" dirty="0"/>
        </a:p>
      </dsp:txBody>
      <dsp:txXfrm>
        <a:off x="57800" y="1302835"/>
        <a:ext cx="2435576" cy="1068439"/>
      </dsp:txXfrm>
    </dsp:sp>
    <dsp:sp modelId="{8EC659A4-B3B0-481D-ABBB-B74938376DF0}">
      <dsp:nvSpPr>
        <dsp:cNvPr id="0" name=""/>
        <dsp:cNvSpPr/>
      </dsp:nvSpPr>
      <dsp:spPr>
        <a:xfrm rot="5400000">
          <a:off x="4345272" y="812584"/>
          <a:ext cx="947231" cy="45354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Centralize &amp; automate access lifecycle (joiners, movers, leavers).</a:t>
          </a:r>
        </a:p>
        <a:p>
          <a:pPr marL="114300" lvl="1" indent="-114300" algn="l" defTabSz="577850">
            <a:lnSpc>
              <a:spcPct val="90000"/>
            </a:lnSpc>
            <a:spcBef>
              <a:spcPct val="0"/>
            </a:spcBef>
            <a:spcAft>
              <a:spcPct val="15000"/>
            </a:spcAft>
            <a:buChar char="•"/>
          </a:pPr>
          <a:r>
            <a:rPr lang="en-US" sz="1300" kern="1200" dirty="0"/>
            <a:t>Track and review access privileges regularly to maintain security.</a:t>
          </a:r>
        </a:p>
      </dsp:txBody>
      <dsp:txXfrm rot="-5400000">
        <a:off x="2551176" y="2652920"/>
        <a:ext cx="4489184" cy="854751"/>
      </dsp:txXfrm>
    </dsp:sp>
    <dsp:sp modelId="{01C4A589-F1DF-48F0-84EF-D1690C67BE3A}">
      <dsp:nvSpPr>
        <dsp:cNvPr id="0" name=""/>
        <dsp:cNvSpPr/>
      </dsp:nvSpPr>
      <dsp:spPr>
        <a:xfrm>
          <a:off x="0" y="2488276"/>
          <a:ext cx="2551176" cy="118403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IN" sz="2500" b="1" kern="1200" dirty="0"/>
            <a:t>Key Idea</a:t>
          </a:r>
          <a:endParaRPr lang="en-US" sz="2500" b="1" kern="1200" dirty="0"/>
        </a:p>
      </dsp:txBody>
      <dsp:txXfrm>
        <a:off x="57800" y="2546076"/>
        <a:ext cx="2435576" cy="10684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3452D-1ED1-4B0F-B98D-CCA7AA9B954B}">
      <dsp:nvSpPr>
        <dsp:cNvPr id="0" name=""/>
        <dsp:cNvSpPr/>
      </dsp:nvSpPr>
      <dsp:spPr>
        <a:xfrm>
          <a:off x="2550" y="40012"/>
          <a:ext cx="2486560" cy="432000"/>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sz="1500" b="1" i="0" u="none" strike="noStrike" kern="1200" cap="none" spc="0" normalizeH="0" baseline="0" noProof="0">
              <a:ln/>
              <a:effectLst/>
              <a:uLnTx/>
              <a:uFillTx/>
              <a:latin typeface="Calibri" panose="020F0502020204030204"/>
              <a:ea typeface="+mn-ea"/>
              <a:cs typeface="+mn-cs"/>
            </a:rPr>
            <a:t>Real-World Example</a:t>
          </a:r>
          <a:endParaRPr lang="en-US" sz="1500" kern="1200" dirty="0"/>
        </a:p>
      </dsp:txBody>
      <dsp:txXfrm>
        <a:off x="2550" y="40012"/>
        <a:ext cx="2486560" cy="432000"/>
      </dsp:txXfrm>
    </dsp:sp>
    <dsp:sp modelId="{C179FC58-2FB8-4735-92A4-DDBDCEAF16AE}">
      <dsp:nvSpPr>
        <dsp:cNvPr id="0" name=""/>
        <dsp:cNvSpPr/>
      </dsp:nvSpPr>
      <dsp:spPr>
        <a:xfrm>
          <a:off x="2550" y="472012"/>
          <a:ext cx="2486560" cy="306239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lrTx/>
            <a:buSzTx/>
            <a:buFont typeface="Arial" panose="020B0604020202020204" pitchFamily="34" charset="0"/>
            <a:buChar char="•"/>
          </a:pPr>
          <a:r>
            <a:rPr kumimoji="0" lang="en-US" sz="1500" b="0" i="0" u="none" strike="noStrike" kern="1200" cap="none" spc="0" normalizeH="0" baseline="0" noProof="0" dirty="0">
              <a:ln/>
              <a:effectLst/>
              <a:uLnTx/>
              <a:uFillTx/>
              <a:latin typeface="Calibri" panose="020F0502020204030204"/>
              <a:ea typeface="+mn-ea"/>
              <a:cs typeface="+mn-cs"/>
            </a:rPr>
            <a:t>A large company found many ex-employees still had active accounts—a big security risk!</a:t>
          </a:r>
          <a:endParaRPr lang="en-US" sz="1500" kern="1200" dirty="0"/>
        </a:p>
        <a:p>
          <a:pPr marL="114300" lvl="1" indent="-114300" algn="l" defTabSz="666750">
            <a:lnSpc>
              <a:spcPct val="90000"/>
            </a:lnSpc>
            <a:spcBef>
              <a:spcPct val="0"/>
            </a:spcBef>
            <a:spcAft>
              <a:spcPct val="15000"/>
            </a:spcAft>
            <a:buChar char="•"/>
          </a:pPr>
          <a:r>
            <a:rPr kumimoji="0" lang="en-US" sz="1500" b="0" i="0" u="none" strike="noStrike" kern="1200" cap="none" spc="0" normalizeH="0" baseline="0" noProof="0" dirty="0">
              <a:ln/>
              <a:effectLst/>
              <a:uLnTx/>
              <a:uFillTx/>
              <a:latin typeface="Calibri" panose="020F0502020204030204"/>
              <a:ea typeface="+mn-ea"/>
              <a:cs typeface="+mn-cs"/>
            </a:rPr>
            <a:t>By deploying an IGA solution, they automated deprovisioning (removing old accounts) and set up regular access reviews.</a:t>
          </a:r>
        </a:p>
        <a:p>
          <a:pPr marL="114300" lvl="1" indent="-114300" algn="l" defTabSz="666750">
            <a:lnSpc>
              <a:spcPct val="90000"/>
            </a:lnSpc>
            <a:spcBef>
              <a:spcPct val="0"/>
            </a:spcBef>
            <a:spcAft>
              <a:spcPct val="15000"/>
            </a:spcAft>
            <a:buChar char="•"/>
          </a:pPr>
          <a:r>
            <a:rPr kumimoji="0" lang="en-US" sz="1500" b="0" i="0" u="none" strike="noStrike" kern="1200" cap="none" spc="0" normalizeH="0" baseline="0" noProof="0" dirty="0">
              <a:ln/>
              <a:effectLst/>
              <a:uLnTx/>
              <a:uFillTx/>
              <a:latin typeface="Calibri" panose="020F0502020204030204"/>
              <a:ea typeface="+mn-ea"/>
              <a:cs typeface="+mn-cs"/>
            </a:rPr>
            <a:t>This drastically reduced unauthorized access, closing security gaps.</a:t>
          </a:r>
        </a:p>
      </dsp:txBody>
      <dsp:txXfrm>
        <a:off x="2550" y="472012"/>
        <a:ext cx="2486560" cy="3062390"/>
      </dsp:txXfrm>
    </dsp:sp>
    <dsp:sp modelId="{71A1E0FE-7734-4563-8EFD-292C28ED6C09}">
      <dsp:nvSpPr>
        <dsp:cNvPr id="0" name=""/>
        <dsp:cNvSpPr/>
      </dsp:nvSpPr>
      <dsp:spPr>
        <a:xfrm>
          <a:off x="2837229" y="40012"/>
          <a:ext cx="2486560" cy="432000"/>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sz="1500" b="1" i="0" u="none" strike="noStrike" kern="1200" cap="none" spc="0" normalizeH="0" baseline="0" noProof="0">
              <a:ln/>
              <a:effectLst/>
              <a:uLnTx/>
              <a:uFillTx/>
              <a:latin typeface="Calibri" panose="020F0502020204030204"/>
              <a:ea typeface="+mn-ea"/>
              <a:cs typeface="+mn-cs"/>
            </a:rPr>
            <a:t>Leading IGA Solutions</a:t>
          </a:r>
          <a:endParaRPr lang="en-US" sz="1500" kern="1200" dirty="0"/>
        </a:p>
      </dsp:txBody>
      <dsp:txXfrm>
        <a:off x="2837229" y="40012"/>
        <a:ext cx="2486560" cy="432000"/>
      </dsp:txXfrm>
    </dsp:sp>
    <dsp:sp modelId="{BCEA4EA0-3EEE-404D-8C86-D0A66CC33264}">
      <dsp:nvSpPr>
        <dsp:cNvPr id="0" name=""/>
        <dsp:cNvSpPr/>
      </dsp:nvSpPr>
      <dsp:spPr>
        <a:xfrm>
          <a:off x="2837229" y="472012"/>
          <a:ext cx="2486560" cy="306239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lrTx/>
            <a:buSzTx/>
            <a:buFont typeface="Arial" panose="020B0604020202020204" pitchFamily="34" charset="0"/>
            <a:buChar char="•"/>
          </a:pPr>
          <a:r>
            <a:rPr kumimoji="0" lang="en-US" sz="1500" b="1" i="0" u="none" strike="noStrike" kern="1200" cap="none" spc="0" normalizeH="0" baseline="0" noProof="0" dirty="0">
              <a:ln/>
              <a:effectLst/>
              <a:uLnTx/>
              <a:uFillTx/>
              <a:latin typeface="Calibri" panose="020F0502020204030204"/>
              <a:ea typeface="+mn-ea"/>
              <a:cs typeface="+mn-cs"/>
            </a:rPr>
            <a:t>SailPoint: </a:t>
          </a:r>
          <a:r>
            <a:rPr kumimoji="0" lang="en-US" sz="1500" b="0" i="0" u="none" strike="noStrike" kern="1200" cap="none" spc="0" normalizeH="0" baseline="0" noProof="0" dirty="0">
              <a:ln/>
              <a:effectLst/>
              <a:uLnTx/>
              <a:uFillTx/>
              <a:latin typeface="Calibri" panose="020F0502020204030204"/>
              <a:ea typeface="+mn-ea"/>
              <a:cs typeface="+mn-cs"/>
            </a:rPr>
            <a:t>Known for strong access certification features and automated provisioning.</a:t>
          </a:r>
          <a:endParaRPr lang="en-US" sz="1500" kern="1200" dirty="0"/>
        </a:p>
        <a:p>
          <a:pPr marL="114300" lvl="1" indent="-114300" algn="l" defTabSz="666750">
            <a:lnSpc>
              <a:spcPct val="90000"/>
            </a:lnSpc>
            <a:spcBef>
              <a:spcPct val="0"/>
            </a:spcBef>
            <a:spcAft>
              <a:spcPct val="15000"/>
            </a:spcAft>
            <a:buChar char="•"/>
          </a:pPr>
          <a:r>
            <a:rPr kumimoji="0" lang="en-US" sz="1500" b="1" i="0" u="none" strike="noStrike" kern="1200" cap="none" spc="0" normalizeH="0" baseline="0" noProof="0" dirty="0">
              <a:ln/>
              <a:effectLst/>
              <a:uLnTx/>
              <a:uFillTx/>
              <a:latin typeface="Calibri" panose="020F0502020204030204"/>
              <a:ea typeface="+mn-ea"/>
              <a:cs typeface="+mn-cs"/>
            </a:rPr>
            <a:t>Saviynt: </a:t>
          </a:r>
          <a:r>
            <a:rPr kumimoji="0" lang="en-US" sz="1500" b="0" i="0" u="none" strike="noStrike" kern="1200" cap="none" spc="0" normalizeH="0" baseline="0" noProof="0" dirty="0">
              <a:ln/>
              <a:effectLst/>
              <a:uLnTx/>
              <a:uFillTx/>
              <a:latin typeface="Calibri" panose="020F0502020204030204"/>
              <a:ea typeface="+mn-ea"/>
              <a:cs typeface="+mn-cs"/>
            </a:rPr>
            <a:t>Cloud-friendly IGA platform offering detailed analytics and governance for apps/databases.</a:t>
          </a:r>
        </a:p>
        <a:p>
          <a:pPr marL="114300" lvl="1" indent="-114300" algn="l" defTabSz="666750">
            <a:lnSpc>
              <a:spcPct val="90000"/>
            </a:lnSpc>
            <a:spcBef>
              <a:spcPct val="0"/>
            </a:spcBef>
            <a:spcAft>
              <a:spcPct val="15000"/>
            </a:spcAft>
            <a:buChar char="•"/>
          </a:pPr>
          <a:r>
            <a:rPr kumimoji="0" lang="en-US" sz="1500" b="1" i="0" u="none" strike="noStrike" kern="1200" cap="none" spc="0" normalizeH="0" baseline="0" noProof="0" dirty="0">
              <a:ln/>
              <a:effectLst/>
              <a:uLnTx/>
              <a:uFillTx/>
              <a:latin typeface="Calibri" panose="020F0502020204030204"/>
              <a:ea typeface="+mn-ea"/>
              <a:cs typeface="+mn-cs"/>
            </a:rPr>
            <a:t>One Identity: </a:t>
          </a:r>
          <a:r>
            <a:rPr kumimoji="0" lang="en-US" sz="1500" b="0" i="0" u="none" strike="noStrike" kern="1200" cap="none" spc="0" normalizeH="0" baseline="0" noProof="0" dirty="0">
              <a:ln/>
              <a:effectLst/>
              <a:uLnTx/>
              <a:uFillTx/>
              <a:latin typeface="Calibri" panose="020F0502020204030204"/>
              <a:ea typeface="+mn-ea"/>
              <a:cs typeface="+mn-cs"/>
            </a:rPr>
            <a:t>Offers role-based provisioning, access reviews, and compliance reporting in a unified platform.</a:t>
          </a:r>
        </a:p>
      </dsp:txBody>
      <dsp:txXfrm>
        <a:off x="2837229" y="472012"/>
        <a:ext cx="2486560" cy="3062390"/>
      </dsp:txXfrm>
    </dsp:sp>
    <dsp:sp modelId="{E13A303D-F69D-4DD1-BF28-D82C76F920E7}">
      <dsp:nvSpPr>
        <dsp:cNvPr id="0" name=""/>
        <dsp:cNvSpPr/>
      </dsp:nvSpPr>
      <dsp:spPr>
        <a:xfrm>
          <a:off x="5671908" y="40012"/>
          <a:ext cx="2486560" cy="432000"/>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ClrTx/>
            <a:buSzTx/>
            <a:buFontTx/>
            <a:buNone/>
          </a:pPr>
          <a:r>
            <a:rPr kumimoji="0" lang="en-US" sz="1500" b="1" i="0" u="none" strike="noStrike" kern="1200" cap="none" spc="0" normalizeH="0" baseline="0" noProof="0">
              <a:ln/>
              <a:effectLst/>
              <a:uLnTx/>
              <a:uFillTx/>
              <a:latin typeface="Calibri" panose="020F0502020204030204"/>
              <a:ea typeface="+mn-ea"/>
              <a:cs typeface="+mn-cs"/>
            </a:rPr>
            <a:t>Key Takeaways</a:t>
          </a:r>
          <a:endParaRPr lang="en-US" sz="1500" kern="1200" dirty="0"/>
        </a:p>
      </dsp:txBody>
      <dsp:txXfrm>
        <a:off x="5671908" y="40012"/>
        <a:ext cx="2486560" cy="432000"/>
      </dsp:txXfrm>
    </dsp:sp>
    <dsp:sp modelId="{75D2B4CA-06E5-4643-8E0B-4E152EC4FD08}">
      <dsp:nvSpPr>
        <dsp:cNvPr id="0" name=""/>
        <dsp:cNvSpPr/>
      </dsp:nvSpPr>
      <dsp:spPr>
        <a:xfrm>
          <a:off x="5671908" y="472012"/>
          <a:ext cx="2486560" cy="3062390"/>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lrTx/>
            <a:buSzTx/>
            <a:buFont typeface="Arial" panose="020B0604020202020204" pitchFamily="34" charset="0"/>
            <a:buChar char="•"/>
          </a:pPr>
          <a:r>
            <a:rPr kumimoji="0" lang="en-US" sz="1500" b="0" i="0" u="none" strike="noStrike" kern="1200" cap="none" spc="0" normalizeH="0" baseline="0" noProof="0" dirty="0">
              <a:ln/>
              <a:effectLst/>
              <a:uLnTx/>
              <a:uFillTx/>
              <a:latin typeface="Calibri" panose="020F0502020204030204"/>
              <a:ea typeface="+mn-ea"/>
              <a:cs typeface="+mn-cs"/>
            </a:rPr>
            <a:t>IGA ensures visibility, control, and compliance for user access.</a:t>
          </a:r>
          <a:endParaRPr lang="en-US" sz="1500" kern="1200" dirty="0"/>
        </a:p>
        <a:p>
          <a:pPr marL="114300" lvl="1" indent="-114300" algn="l" defTabSz="666750">
            <a:lnSpc>
              <a:spcPct val="90000"/>
            </a:lnSpc>
            <a:spcBef>
              <a:spcPct val="0"/>
            </a:spcBef>
            <a:spcAft>
              <a:spcPct val="15000"/>
            </a:spcAft>
            <a:buChar char="•"/>
          </a:pPr>
          <a:r>
            <a:rPr kumimoji="0" lang="en-US" sz="1500" b="0" i="0" u="none" strike="noStrike" kern="1200" cap="none" spc="0" normalizeH="0" baseline="0" noProof="0">
              <a:ln/>
              <a:effectLst/>
              <a:uLnTx/>
              <a:uFillTx/>
              <a:latin typeface="Calibri" panose="020F0502020204030204"/>
              <a:ea typeface="+mn-ea"/>
              <a:cs typeface="+mn-cs"/>
            </a:rPr>
            <a:t>It brings structure and automation to user onboarding, offboarding, and privilege review.</a:t>
          </a:r>
          <a:endParaRPr lang="en-US" sz="1500" kern="1200" dirty="0">
            <a:latin typeface="Calibri" panose="020F0502020204030204"/>
          </a:endParaRPr>
        </a:p>
        <a:p>
          <a:pPr marL="114300" lvl="1" indent="-114300" algn="l" defTabSz="666750">
            <a:lnSpc>
              <a:spcPct val="90000"/>
            </a:lnSpc>
            <a:spcBef>
              <a:spcPct val="0"/>
            </a:spcBef>
            <a:spcAft>
              <a:spcPct val="15000"/>
            </a:spcAft>
            <a:buChar char="•"/>
          </a:pPr>
          <a:r>
            <a:rPr kumimoji="0" lang="en-US" sz="1500" b="0" i="0" u="none" strike="noStrike" kern="1200" cap="none" spc="0" normalizeH="0" baseline="0" noProof="0">
              <a:ln/>
              <a:effectLst/>
              <a:uLnTx/>
              <a:uFillTx/>
              <a:latin typeface="Calibri" panose="020F0502020204030204"/>
              <a:ea typeface="+mn-ea"/>
              <a:cs typeface="+mn-cs"/>
            </a:rPr>
            <a:t>A solid IGA strategy protects sensitive data while supporting business operations smoothly.</a:t>
          </a:r>
          <a:endParaRPr kumimoji="0" lang="en-US" sz="1500" b="0" i="0" u="none" strike="noStrike" kern="1200" cap="none" spc="0" normalizeH="0" baseline="0" noProof="0" dirty="0">
            <a:ln/>
            <a:effectLst/>
            <a:uLnTx/>
            <a:uFillTx/>
            <a:latin typeface="Calibri" panose="020F0502020204030204"/>
            <a:ea typeface="+mn-ea"/>
            <a:cs typeface="+mn-cs"/>
          </a:endParaRPr>
        </a:p>
      </dsp:txBody>
      <dsp:txXfrm>
        <a:off x="5671908" y="472012"/>
        <a:ext cx="2486560" cy="30623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CAAB2-4B0A-417A-92D0-CFF8DD65345A}">
      <dsp:nvSpPr>
        <dsp:cNvPr id="0" name=""/>
        <dsp:cNvSpPr/>
      </dsp:nvSpPr>
      <dsp:spPr>
        <a:xfrm rot="5400000">
          <a:off x="5172756" y="-2130516"/>
          <a:ext cx="774199"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57150" lvl="1" indent="-57150" algn="l" defTabSz="444500">
            <a:lnSpc>
              <a:spcPct val="90000"/>
            </a:lnSpc>
            <a:spcBef>
              <a:spcPct val="0"/>
            </a:spcBef>
            <a:spcAft>
              <a:spcPct val="15000"/>
            </a:spcAft>
            <a:buChar char="•"/>
          </a:pPr>
          <a:r>
            <a:rPr lang="en-US" sz="1000" kern="1200" dirty="0"/>
            <a:t>A security strategy that controls and monitors high-level access within an organization.</a:t>
          </a:r>
        </a:p>
        <a:p>
          <a:pPr marL="57150" lvl="1" indent="-57150" algn="l" defTabSz="444500">
            <a:lnSpc>
              <a:spcPct val="90000"/>
            </a:lnSpc>
            <a:spcBef>
              <a:spcPct val="0"/>
            </a:spcBef>
            <a:spcAft>
              <a:spcPct val="15000"/>
            </a:spcAft>
            <a:buChar char="•"/>
          </a:pPr>
          <a:r>
            <a:rPr lang="en-US" sz="1000" kern="1200" dirty="0"/>
            <a:t>Focuses on “privileged” accounts with elevated permissions (e.g., administrators, root users).</a:t>
          </a:r>
        </a:p>
      </dsp:txBody>
      <dsp:txXfrm rot="-5400000">
        <a:off x="2943453" y="136580"/>
        <a:ext cx="5195013" cy="698613"/>
      </dsp:txXfrm>
    </dsp:sp>
    <dsp:sp modelId="{98A80F7A-8434-438D-9B3C-8B96EAFCE853}">
      <dsp:nvSpPr>
        <dsp:cNvPr id="0" name=""/>
        <dsp:cNvSpPr/>
      </dsp:nvSpPr>
      <dsp:spPr>
        <a:xfrm>
          <a:off x="0" y="2012"/>
          <a:ext cx="2943453" cy="96774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What is PAM?</a:t>
          </a:r>
        </a:p>
      </dsp:txBody>
      <dsp:txXfrm>
        <a:off x="47242" y="49254"/>
        <a:ext cx="2848969" cy="873265"/>
      </dsp:txXfrm>
    </dsp:sp>
    <dsp:sp modelId="{2EFAF58C-5374-4F94-A8B3-D3734150E13C}">
      <dsp:nvSpPr>
        <dsp:cNvPr id="0" name=""/>
        <dsp:cNvSpPr/>
      </dsp:nvSpPr>
      <dsp:spPr>
        <a:xfrm rot="5400000">
          <a:off x="5172756" y="-1114379"/>
          <a:ext cx="774199"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355600">
            <a:lnSpc>
              <a:spcPct val="90000"/>
            </a:lnSpc>
            <a:spcBef>
              <a:spcPct val="0"/>
            </a:spcBef>
            <a:spcAft>
              <a:spcPct val="15000"/>
            </a:spcAft>
            <a:buChar char="•"/>
          </a:pPr>
          <a:endParaRPr lang="en-US" sz="800" kern="1200" dirty="0"/>
        </a:p>
        <a:p>
          <a:pPr marL="57150" lvl="1" indent="-57150" algn="l" defTabSz="444500">
            <a:lnSpc>
              <a:spcPct val="90000"/>
            </a:lnSpc>
            <a:spcBef>
              <a:spcPct val="0"/>
            </a:spcBef>
            <a:spcAft>
              <a:spcPct val="15000"/>
            </a:spcAft>
            <a:buChar char="•"/>
          </a:pPr>
          <a:r>
            <a:rPr lang="en-US" sz="1000" kern="1200" dirty="0"/>
            <a:t>Privileged accounts hold the “keys to the kingdom” — if compromised, attackers can access or damage critical systems.</a:t>
          </a:r>
        </a:p>
        <a:p>
          <a:pPr marL="57150" lvl="1" indent="-57150" algn="l" defTabSz="444500">
            <a:lnSpc>
              <a:spcPct val="90000"/>
            </a:lnSpc>
            <a:spcBef>
              <a:spcPct val="0"/>
            </a:spcBef>
            <a:spcAft>
              <a:spcPct val="15000"/>
            </a:spcAft>
            <a:buChar char="•"/>
          </a:pPr>
          <a:r>
            <a:rPr lang="en-US" sz="1000" kern="1200" dirty="0"/>
            <a:t>Ensures safeguards for sensitive operations, reducing the risk of major security breaches.</a:t>
          </a:r>
        </a:p>
        <a:p>
          <a:pPr marL="57150" lvl="1" indent="-57150" algn="l" defTabSz="444500">
            <a:lnSpc>
              <a:spcPct val="90000"/>
            </a:lnSpc>
            <a:spcBef>
              <a:spcPct val="0"/>
            </a:spcBef>
            <a:spcAft>
              <a:spcPct val="15000"/>
            </a:spcAft>
            <a:buChar char="•"/>
          </a:pPr>
          <a:r>
            <a:rPr lang="en-US" sz="1000" kern="1200" dirty="0"/>
            <a:t>Helps meet compliance requirements (SOX, GDPR, etc.) by managing who can access critical data.</a:t>
          </a:r>
        </a:p>
      </dsp:txBody>
      <dsp:txXfrm rot="-5400000">
        <a:off x="2943453" y="1152717"/>
        <a:ext cx="5195013" cy="698613"/>
      </dsp:txXfrm>
    </dsp:sp>
    <dsp:sp modelId="{86070A82-A761-4669-85EE-25FB5DB75320}">
      <dsp:nvSpPr>
        <dsp:cNvPr id="0" name=""/>
        <dsp:cNvSpPr/>
      </dsp:nvSpPr>
      <dsp:spPr>
        <a:xfrm>
          <a:off x="0" y="1018149"/>
          <a:ext cx="2943453" cy="96774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Why is it Important?</a:t>
          </a:r>
        </a:p>
      </dsp:txBody>
      <dsp:txXfrm>
        <a:off x="47242" y="1065391"/>
        <a:ext cx="2848969" cy="873265"/>
      </dsp:txXfrm>
    </dsp:sp>
    <dsp:sp modelId="{8EC659A4-B3B0-481D-ABBB-B74938376DF0}">
      <dsp:nvSpPr>
        <dsp:cNvPr id="0" name=""/>
        <dsp:cNvSpPr/>
      </dsp:nvSpPr>
      <dsp:spPr>
        <a:xfrm rot="5400000">
          <a:off x="5172756" y="-98242"/>
          <a:ext cx="774199"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System Admin (full control of servers/networks).</a:t>
          </a:r>
        </a:p>
        <a:p>
          <a:pPr marL="57150" lvl="1" indent="-57150" algn="l" defTabSz="444500">
            <a:lnSpc>
              <a:spcPct val="90000"/>
            </a:lnSpc>
            <a:spcBef>
              <a:spcPct val="0"/>
            </a:spcBef>
            <a:spcAft>
              <a:spcPct val="15000"/>
            </a:spcAft>
            <a:buChar char="•"/>
          </a:pPr>
          <a:r>
            <a:rPr lang="en-US" sz="1000" kern="1200" dirty="0"/>
            <a:t>Database Admin (access to entire databases).</a:t>
          </a:r>
        </a:p>
        <a:p>
          <a:pPr marL="57150" lvl="1" indent="-57150" algn="l" defTabSz="444500">
            <a:lnSpc>
              <a:spcPct val="90000"/>
            </a:lnSpc>
            <a:spcBef>
              <a:spcPct val="0"/>
            </a:spcBef>
            <a:spcAft>
              <a:spcPct val="15000"/>
            </a:spcAft>
            <a:buChar char="•"/>
          </a:pPr>
          <a:r>
            <a:rPr lang="en-US" sz="1000" kern="1200" dirty="0"/>
            <a:t>Application Admin (manages critical software platforms).</a:t>
          </a:r>
        </a:p>
      </dsp:txBody>
      <dsp:txXfrm rot="-5400000">
        <a:off x="2943453" y="2168854"/>
        <a:ext cx="5195013" cy="698613"/>
      </dsp:txXfrm>
    </dsp:sp>
    <dsp:sp modelId="{01C4A589-F1DF-48F0-84EF-D1690C67BE3A}">
      <dsp:nvSpPr>
        <dsp:cNvPr id="0" name=""/>
        <dsp:cNvSpPr/>
      </dsp:nvSpPr>
      <dsp:spPr>
        <a:xfrm>
          <a:off x="0" y="2034286"/>
          <a:ext cx="2943453" cy="96774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Common Privileged Accounts</a:t>
          </a:r>
        </a:p>
      </dsp:txBody>
      <dsp:txXfrm>
        <a:off x="47242" y="2081528"/>
        <a:ext cx="2848969" cy="873265"/>
      </dsp:txXfrm>
    </dsp:sp>
    <dsp:sp modelId="{716D2E05-E5A1-484E-AABF-57DA71493E34}">
      <dsp:nvSpPr>
        <dsp:cNvPr id="0" name=""/>
        <dsp:cNvSpPr/>
      </dsp:nvSpPr>
      <dsp:spPr>
        <a:xfrm rot="5400000">
          <a:off x="5172756" y="917894"/>
          <a:ext cx="774199"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endParaRPr lang="en-US" sz="1000" kern="1200"/>
        </a:p>
        <a:p>
          <a:pPr marL="57150" lvl="1" indent="-57150" algn="l" defTabSz="444500">
            <a:lnSpc>
              <a:spcPct val="90000"/>
            </a:lnSpc>
            <a:spcBef>
              <a:spcPct val="0"/>
            </a:spcBef>
            <a:spcAft>
              <a:spcPct val="15000"/>
            </a:spcAft>
            <a:buChar char="•"/>
          </a:pPr>
          <a:r>
            <a:rPr lang="en-US" sz="1000" kern="1200" dirty="0"/>
            <a:t>Stronger Security: Reduces chances of malicious insiders or external threats gaining full control.</a:t>
          </a:r>
        </a:p>
        <a:p>
          <a:pPr marL="57150" lvl="1" indent="-57150" algn="l" defTabSz="444500">
            <a:lnSpc>
              <a:spcPct val="90000"/>
            </a:lnSpc>
            <a:spcBef>
              <a:spcPct val="0"/>
            </a:spcBef>
            <a:spcAft>
              <a:spcPct val="15000"/>
            </a:spcAft>
            <a:buChar char="•"/>
          </a:pPr>
          <a:r>
            <a:rPr lang="en-US" sz="1000" kern="1200" dirty="0"/>
            <a:t>Better Accountability: Clear records of “who did what” on sensitive systems.</a:t>
          </a:r>
        </a:p>
        <a:p>
          <a:pPr marL="57150" lvl="1" indent="-57150" algn="l" defTabSz="444500">
            <a:lnSpc>
              <a:spcPct val="90000"/>
            </a:lnSpc>
            <a:spcBef>
              <a:spcPct val="0"/>
            </a:spcBef>
            <a:spcAft>
              <a:spcPct val="15000"/>
            </a:spcAft>
            <a:buChar char="•"/>
          </a:pPr>
          <a:r>
            <a:rPr lang="en-US" sz="1000" kern="1200" dirty="0"/>
            <a:t>Simplified Auditing: Centralized logging for compliance and incident investigations.</a:t>
          </a:r>
        </a:p>
      </dsp:txBody>
      <dsp:txXfrm rot="-5400000">
        <a:off x="2943453" y="3184991"/>
        <a:ext cx="5195013" cy="698613"/>
      </dsp:txXfrm>
    </dsp:sp>
    <dsp:sp modelId="{06D499EE-F60B-43D8-AE1B-A8138E7E18E5}">
      <dsp:nvSpPr>
        <dsp:cNvPr id="0" name=""/>
        <dsp:cNvSpPr/>
      </dsp:nvSpPr>
      <dsp:spPr>
        <a:xfrm>
          <a:off x="0" y="3050423"/>
          <a:ext cx="2943453" cy="96774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Key Benefits of PAM</a:t>
          </a:r>
        </a:p>
      </dsp:txBody>
      <dsp:txXfrm>
        <a:off x="47242" y="3097665"/>
        <a:ext cx="2848969" cy="87326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CDA6A-B6F0-47B2-8026-492A86E700BE}">
      <dsp:nvSpPr>
        <dsp:cNvPr id="0" name=""/>
        <dsp:cNvSpPr/>
      </dsp:nvSpPr>
      <dsp:spPr>
        <a:xfrm>
          <a:off x="2706" y="16196"/>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CyberArk:</a:t>
          </a:r>
          <a:r>
            <a:rPr lang="en-IN" sz="1800" kern="1200" dirty="0"/>
            <a:t> </a:t>
          </a:r>
          <a:endParaRPr lang="en-US" sz="1800" kern="1200" dirty="0"/>
        </a:p>
      </dsp:txBody>
      <dsp:txXfrm>
        <a:off x="2706" y="16196"/>
        <a:ext cx="2639034" cy="1055613"/>
      </dsp:txXfrm>
    </dsp:sp>
    <dsp:sp modelId="{7C14EAAE-F003-4631-9D27-E5D74EDCFBE0}">
      <dsp:nvSpPr>
        <dsp:cNvPr id="0" name=""/>
        <dsp:cNvSpPr/>
      </dsp:nvSpPr>
      <dsp:spPr>
        <a:xfrm>
          <a:off x="2706"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IN" sz="1200" kern="1200" dirty="0"/>
            <a:t>A market-leading PAM platform known for its comprehensive credential vaulting and session monitoring. CyberArk supports complex enterprise environments and integrates with cloud platforms, providing adaptive MFA and just-in-time access across on-prem and cloud assets​. (CyberArk is often cited as the “gold standard” for vaulting privileged passwords.)</a:t>
          </a:r>
          <a:endParaRPr lang="en-US" sz="1200" kern="1200" dirty="0"/>
        </a:p>
      </dsp:txBody>
      <dsp:txXfrm>
        <a:off x="2706" y="1071809"/>
        <a:ext cx="2639034" cy="2854800"/>
      </dsp:txXfrm>
    </dsp:sp>
    <dsp:sp modelId="{7F200149-E9D4-4884-81B8-B2C689C8848E}">
      <dsp:nvSpPr>
        <dsp:cNvPr id="0" name=""/>
        <dsp:cNvSpPr/>
      </dsp:nvSpPr>
      <dsp:spPr>
        <a:xfrm>
          <a:off x="3011205" y="16196"/>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err="1"/>
            <a:t>BeyondTrust</a:t>
          </a:r>
          <a:r>
            <a:rPr lang="en-IN" sz="1800" b="1" kern="1200" dirty="0"/>
            <a:t>:</a:t>
          </a:r>
          <a:r>
            <a:rPr lang="en-IN" sz="1800" kern="1200" dirty="0"/>
            <a:t> </a:t>
          </a:r>
          <a:endParaRPr lang="en-US" sz="1800" kern="1200" dirty="0">
            <a:latin typeface="Calibri" panose="020F0502020204030204"/>
            <a:ea typeface="+mn-ea"/>
            <a:cs typeface="+mn-cs"/>
          </a:endParaRPr>
        </a:p>
      </dsp:txBody>
      <dsp:txXfrm>
        <a:off x="3011205" y="16196"/>
        <a:ext cx="2639034" cy="1055613"/>
      </dsp:txXfrm>
    </dsp:sp>
    <dsp:sp modelId="{5C9B8DCD-EE24-4C56-B75F-453A42904592}">
      <dsp:nvSpPr>
        <dsp:cNvPr id="0" name=""/>
        <dsp:cNvSpPr/>
      </dsp:nvSpPr>
      <dsp:spPr>
        <a:xfrm>
          <a:off x="3011205"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A PAM suite offering </a:t>
          </a:r>
          <a:r>
            <a:rPr lang="en-IN" sz="1200" b="1" kern="1200" dirty="0"/>
            <a:t>privileged password management, session management, and endpoint least privilege</a:t>
          </a:r>
          <a:r>
            <a:rPr lang="en-IN" sz="1200" kern="1200" dirty="0"/>
            <a:t> enforcement. </a:t>
          </a:r>
          <a:r>
            <a:rPr lang="en-IN" sz="1200" kern="1200" dirty="0" err="1"/>
            <a:t>BeyondTrust</a:t>
          </a:r>
          <a:r>
            <a:rPr lang="en-IN" sz="1200" kern="1200" dirty="0"/>
            <a:t> can discover privileged accounts across Windows, Linux, network devices, and even apply policies on end-user workstations to remove local admin rights​. It’s valued for a unified view of privileged activities and strong analytics for risk reporting.</a:t>
          </a:r>
          <a:endParaRPr lang="en-US" sz="1200" kern="1200" dirty="0">
            <a:latin typeface="Calibri" panose="020F0502020204030204"/>
            <a:ea typeface="+mn-ea"/>
            <a:cs typeface="+mn-cs"/>
          </a:endParaRPr>
        </a:p>
      </dsp:txBody>
      <dsp:txXfrm>
        <a:off x="3011205" y="1071809"/>
        <a:ext cx="2639034" cy="2854800"/>
      </dsp:txXfrm>
    </dsp:sp>
    <dsp:sp modelId="{6A546515-2279-47CB-8FB7-3EDCC199AF4F}">
      <dsp:nvSpPr>
        <dsp:cNvPr id="0" name=""/>
        <dsp:cNvSpPr/>
      </dsp:nvSpPr>
      <dsp:spPr>
        <a:xfrm>
          <a:off x="6022411" y="25221"/>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err="1"/>
            <a:t>Delinea</a:t>
          </a:r>
          <a:r>
            <a:rPr lang="en-IN" sz="1800" b="1" kern="1200" dirty="0"/>
            <a:t> (Thycotic/Centrify):</a:t>
          </a:r>
          <a:r>
            <a:rPr lang="en-IN" sz="1800" kern="1200" dirty="0"/>
            <a:t> </a:t>
          </a:r>
          <a:endParaRPr lang="en-US" sz="1800" kern="1200" dirty="0">
            <a:latin typeface="Calibri" panose="020F0502020204030204"/>
            <a:ea typeface="+mn-ea"/>
            <a:cs typeface="+mn-cs"/>
          </a:endParaRPr>
        </a:p>
      </dsp:txBody>
      <dsp:txXfrm>
        <a:off x="6022411" y="25221"/>
        <a:ext cx="2639034" cy="1055613"/>
      </dsp:txXfrm>
    </dsp:sp>
    <dsp:sp modelId="{B8CBE545-7CEF-4084-9E75-AF4FD07156A7}">
      <dsp:nvSpPr>
        <dsp:cNvPr id="0" name=""/>
        <dsp:cNvSpPr/>
      </dsp:nvSpPr>
      <dsp:spPr>
        <a:xfrm>
          <a:off x="6019704"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A user-friendly PAM solution that emphasizes ease of deployment and cloud readiness. </a:t>
          </a:r>
          <a:r>
            <a:rPr lang="en-IN" sz="1200" kern="1200" dirty="0" err="1"/>
            <a:t>Delinea</a:t>
          </a:r>
          <a:r>
            <a:rPr lang="en-IN" sz="1200" kern="1200" dirty="0"/>
            <a:t> provides an encrypted Secret Server vault for credentials, with policy-based access controls and automated password rotation​. It also offers </a:t>
          </a:r>
          <a:r>
            <a:rPr lang="en-IN" sz="1200" b="1" kern="1200" dirty="0"/>
            <a:t>just-in-time provisioning</a:t>
          </a:r>
          <a:r>
            <a:rPr lang="en-IN" sz="1200" kern="1200" dirty="0"/>
            <a:t> and scalable options for hybrid cloud environments, aligning with zero trust principles​. (</a:t>
          </a:r>
          <a:r>
            <a:rPr lang="en-IN" sz="1200" kern="1200" dirty="0" err="1"/>
            <a:t>Delinea</a:t>
          </a:r>
          <a:r>
            <a:rPr lang="en-IN" sz="1200" kern="1200" dirty="0"/>
            <a:t> is the result of a merger between Thycotic and Centrify, combining strengths in password safety and identity-centric control.)</a:t>
          </a:r>
          <a:endParaRPr lang="en-US" sz="1200" kern="1200" dirty="0">
            <a:latin typeface="Calibri" panose="020F0502020204030204"/>
            <a:ea typeface="+mn-ea"/>
            <a:cs typeface="+mn-cs"/>
          </a:endParaRPr>
        </a:p>
      </dsp:txBody>
      <dsp:txXfrm>
        <a:off x="6019704" y="1071809"/>
        <a:ext cx="2639034" cy="28548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61EA74-94F5-4BF5-A0AE-96739714FCC7}">
      <dsp:nvSpPr>
        <dsp:cNvPr id="0" name=""/>
        <dsp:cNvSpPr/>
      </dsp:nvSpPr>
      <dsp:spPr>
        <a:xfrm>
          <a:off x="-4756036" y="-728990"/>
          <a:ext cx="5664904" cy="5664904"/>
        </a:xfrm>
        <a:prstGeom prst="blockArc">
          <a:avLst>
            <a:gd name="adj1" fmla="val 18900000"/>
            <a:gd name="adj2" fmla="val 2700000"/>
            <a:gd name="adj3" fmla="val 381"/>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CC2A4F-9DD4-40D0-9FC0-6E4CF655611D}">
      <dsp:nvSpPr>
        <dsp:cNvPr id="0" name=""/>
        <dsp:cNvSpPr/>
      </dsp:nvSpPr>
      <dsp:spPr>
        <a:xfrm>
          <a:off x="397745" y="262848"/>
          <a:ext cx="6300453" cy="526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539"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Enforce Multi-Factor Authentication (MFA): Always require MFA (e.g. token or biometric) for logging into privileged accounts or PAM portals. Even if an attacker steals a password, the second factor stops them.</a:t>
          </a:r>
        </a:p>
      </dsp:txBody>
      <dsp:txXfrm>
        <a:off x="397745" y="262848"/>
        <a:ext cx="6300453" cy="526033"/>
      </dsp:txXfrm>
    </dsp:sp>
    <dsp:sp modelId="{F345BADF-44A0-437A-9ECC-960EC8801978}">
      <dsp:nvSpPr>
        <dsp:cNvPr id="0" name=""/>
        <dsp:cNvSpPr/>
      </dsp:nvSpPr>
      <dsp:spPr>
        <a:xfrm>
          <a:off x="68974" y="197094"/>
          <a:ext cx="657542" cy="657542"/>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6E62BC-656C-4E3B-ABCB-7DB2C599101C}">
      <dsp:nvSpPr>
        <dsp:cNvPr id="0" name=""/>
        <dsp:cNvSpPr/>
      </dsp:nvSpPr>
      <dsp:spPr>
        <a:xfrm>
          <a:off x="774685" y="1051646"/>
          <a:ext cx="5923513" cy="526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539"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Adopt Least Privilege &amp; JIT everywhere: Give users the lowest level of privilege they need and no more. Use just-in-time elevation so that permanent admin rights are eliminated.</a:t>
          </a:r>
        </a:p>
      </dsp:txBody>
      <dsp:txXfrm>
        <a:off x="774685" y="1051646"/>
        <a:ext cx="5923513" cy="526033"/>
      </dsp:txXfrm>
    </dsp:sp>
    <dsp:sp modelId="{F2E0E361-8315-4049-A2C5-CE25F338A606}">
      <dsp:nvSpPr>
        <dsp:cNvPr id="0" name=""/>
        <dsp:cNvSpPr/>
      </dsp:nvSpPr>
      <dsp:spPr>
        <a:xfrm>
          <a:off x="445914" y="985892"/>
          <a:ext cx="657542" cy="657542"/>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DA3FFD-BF1E-423E-9770-8E849273AC67}">
      <dsp:nvSpPr>
        <dsp:cNvPr id="0" name=""/>
        <dsp:cNvSpPr/>
      </dsp:nvSpPr>
      <dsp:spPr>
        <a:xfrm>
          <a:off x="885323" y="1840444"/>
          <a:ext cx="5807823" cy="526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539"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Monitor and audit continuously: Continuously monitor privileged sessions and keep detailed audit logs. PAM tools should track who accessed what, when, and what they did.</a:t>
          </a:r>
        </a:p>
      </dsp:txBody>
      <dsp:txXfrm>
        <a:off x="885323" y="1840444"/>
        <a:ext cx="5807823" cy="526033"/>
      </dsp:txXfrm>
    </dsp:sp>
    <dsp:sp modelId="{F0CB814E-FC3C-4776-A109-A6A588559DF9}">
      <dsp:nvSpPr>
        <dsp:cNvPr id="0" name=""/>
        <dsp:cNvSpPr/>
      </dsp:nvSpPr>
      <dsp:spPr>
        <a:xfrm>
          <a:off x="561604" y="1774690"/>
          <a:ext cx="657542" cy="657542"/>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D48190-C646-4AA9-8E1B-63A6C40EB7E7}">
      <dsp:nvSpPr>
        <dsp:cNvPr id="0" name=""/>
        <dsp:cNvSpPr/>
      </dsp:nvSpPr>
      <dsp:spPr>
        <a:xfrm>
          <a:off x="766925" y="2671178"/>
          <a:ext cx="5923513" cy="526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539"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Automate credential management: Eliminate hard-coded or shared passwords by vaulting them and automating password rotations on a schedule.</a:t>
          </a:r>
        </a:p>
      </dsp:txBody>
      <dsp:txXfrm>
        <a:off x="766925" y="2671178"/>
        <a:ext cx="5923513" cy="526033"/>
      </dsp:txXfrm>
    </dsp:sp>
    <dsp:sp modelId="{ECF3EFD6-0245-4EA7-8282-ED6CDB9A153B}">
      <dsp:nvSpPr>
        <dsp:cNvPr id="0" name=""/>
        <dsp:cNvSpPr/>
      </dsp:nvSpPr>
      <dsp:spPr>
        <a:xfrm>
          <a:off x="445914" y="2563488"/>
          <a:ext cx="657542" cy="657542"/>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4CF2AF-7495-4172-9F1C-129B01FBB739}">
      <dsp:nvSpPr>
        <dsp:cNvPr id="0" name=""/>
        <dsp:cNvSpPr/>
      </dsp:nvSpPr>
      <dsp:spPr>
        <a:xfrm>
          <a:off x="397745" y="3418040"/>
          <a:ext cx="6300453" cy="5260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539" tIns="25400" rIns="25400" bIns="25400" numCol="1" spcCol="1270" anchor="ctr" anchorCtr="0">
          <a:noAutofit/>
        </a:bodyPr>
        <a:lstStyle/>
        <a:p>
          <a:pPr marL="0" lvl="0" indent="0" algn="l" defTabSz="444500" rtl="0">
            <a:lnSpc>
              <a:spcPct val="90000"/>
            </a:lnSpc>
            <a:spcBef>
              <a:spcPct val="0"/>
            </a:spcBef>
            <a:spcAft>
              <a:spcPct val="35000"/>
            </a:spcAft>
            <a:buNone/>
          </a:pPr>
          <a:r>
            <a:rPr lang="en-US" sz="1000" b="0" kern="1200" dirty="0"/>
            <a:t>Embrace Zero Trust and advanced defenses: Modern PAM is moving toward a Zero Trust model, where no user is inherently trusted simply by being inside the network.</a:t>
          </a:r>
        </a:p>
      </dsp:txBody>
      <dsp:txXfrm>
        <a:off x="397745" y="3418040"/>
        <a:ext cx="6300453" cy="526033"/>
      </dsp:txXfrm>
    </dsp:sp>
    <dsp:sp modelId="{517EF9E0-23A5-4DB1-B338-CED7DAE69343}">
      <dsp:nvSpPr>
        <dsp:cNvPr id="0" name=""/>
        <dsp:cNvSpPr/>
      </dsp:nvSpPr>
      <dsp:spPr>
        <a:xfrm>
          <a:off x="68974" y="3352286"/>
          <a:ext cx="657542" cy="657542"/>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CAAB2-4B0A-417A-92D0-CFF8DD65345A}">
      <dsp:nvSpPr>
        <dsp:cNvPr id="0" name=""/>
        <dsp:cNvSpPr/>
      </dsp:nvSpPr>
      <dsp:spPr>
        <a:xfrm rot="5400000">
          <a:off x="5041629" y="-1966656"/>
          <a:ext cx="1036453"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57150" lvl="1" indent="-57150" algn="l" defTabSz="444500">
            <a:lnSpc>
              <a:spcPct val="90000"/>
            </a:lnSpc>
            <a:spcBef>
              <a:spcPct val="0"/>
            </a:spcBef>
            <a:spcAft>
              <a:spcPct val="15000"/>
            </a:spcAft>
            <a:buChar char="•"/>
          </a:pPr>
          <a:r>
            <a:rPr lang="en-US" sz="1000" kern="1200" dirty="0"/>
            <a:t>A new way of managing digital identities where individuals control their own data.</a:t>
          </a:r>
        </a:p>
        <a:p>
          <a:pPr marL="57150" lvl="1" indent="-57150" algn="l" defTabSz="444500">
            <a:lnSpc>
              <a:spcPct val="90000"/>
            </a:lnSpc>
            <a:spcBef>
              <a:spcPct val="0"/>
            </a:spcBef>
            <a:spcAft>
              <a:spcPct val="15000"/>
            </a:spcAft>
            <a:buChar char="•"/>
          </a:pPr>
          <a:r>
            <a:rPr lang="en-US" sz="1000" kern="1200" dirty="0"/>
            <a:t>Unlike traditional systems (centralized), there’s no single “authority” holding all your info.</a:t>
          </a:r>
        </a:p>
      </dsp:txBody>
      <dsp:txXfrm rot="-5400000">
        <a:off x="2943453" y="182115"/>
        <a:ext cx="5182211" cy="935263"/>
      </dsp:txXfrm>
    </dsp:sp>
    <dsp:sp modelId="{98A80F7A-8434-438D-9B3C-8B96EAFCE853}">
      <dsp:nvSpPr>
        <dsp:cNvPr id="0" name=""/>
        <dsp:cNvSpPr/>
      </dsp:nvSpPr>
      <dsp:spPr>
        <a:xfrm>
          <a:off x="0" y="1962"/>
          <a:ext cx="2943453" cy="12955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What is Decentralized Identity (DI)?</a:t>
          </a:r>
        </a:p>
      </dsp:txBody>
      <dsp:txXfrm>
        <a:off x="63244" y="65206"/>
        <a:ext cx="2816965" cy="1169079"/>
      </dsp:txXfrm>
    </dsp:sp>
    <dsp:sp modelId="{2EFAF58C-5374-4F94-A8B3-D3734150E13C}">
      <dsp:nvSpPr>
        <dsp:cNvPr id="0" name=""/>
        <dsp:cNvSpPr/>
      </dsp:nvSpPr>
      <dsp:spPr>
        <a:xfrm rot="5400000">
          <a:off x="5041629" y="-606310"/>
          <a:ext cx="1036453"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355600">
            <a:lnSpc>
              <a:spcPct val="90000"/>
            </a:lnSpc>
            <a:spcBef>
              <a:spcPct val="0"/>
            </a:spcBef>
            <a:spcAft>
              <a:spcPct val="15000"/>
            </a:spcAft>
            <a:buChar char="•"/>
          </a:pPr>
          <a:endParaRPr lang="en-US" sz="800" kern="1200" dirty="0"/>
        </a:p>
        <a:p>
          <a:pPr marL="57150" lvl="1" indent="-57150" algn="l" defTabSz="444500">
            <a:lnSpc>
              <a:spcPct val="90000"/>
            </a:lnSpc>
            <a:spcBef>
              <a:spcPct val="0"/>
            </a:spcBef>
            <a:spcAft>
              <a:spcPct val="15000"/>
            </a:spcAft>
            <a:buChar char="•"/>
          </a:pPr>
          <a:r>
            <a:rPr lang="en-US" sz="1000" b="1" kern="1200" dirty="0"/>
            <a:t>Privacy &amp; Security: </a:t>
          </a:r>
          <a:r>
            <a:rPr lang="en-US" sz="1000" kern="1200" dirty="0"/>
            <a:t>No giant database to hack; users decide what data to share and with whom.</a:t>
          </a:r>
        </a:p>
        <a:p>
          <a:pPr marL="57150" lvl="1" indent="-57150" algn="l" defTabSz="444500">
            <a:lnSpc>
              <a:spcPct val="90000"/>
            </a:lnSpc>
            <a:spcBef>
              <a:spcPct val="0"/>
            </a:spcBef>
            <a:spcAft>
              <a:spcPct val="15000"/>
            </a:spcAft>
            <a:buChar char="•"/>
          </a:pPr>
          <a:r>
            <a:rPr lang="en-US" sz="1000" b="1" kern="1200" dirty="0"/>
            <a:t>User Empowerment: </a:t>
          </a:r>
          <a:r>
            <a:rPr lang="en-US" sz="1000" kern="1200" dirty="0"/>
            <a:t>People own their credentials (e.g., ID cards, certificates) instead of relying </a:t>
          </a:r>
          <a:r>
            <a:rPr lang="en-US" sz="1000" b="1" kern="1200" dirty="0"/>
            <a:t>on big corporations.</a:t>
          </a:r>
        </a:p>
        <a:p>
          <a:pPr marL="57150" lvl="1" indent="-57150" algn="l" defTabSz="444500">
            <a:lnSpc>
              <a:spcPct val="90000"/>
            </a:lnSpc>
            <a:spcBef>
              <a:spcPct val="0"/>
            </a:spcBef>
            <a:spcAft>
              <a:spcPct val="15000"/>
            </a:spcAft>
            <a:buChar char="•"/>
          </a:pPr>
          <a:r>
            <a:rPr lang="en-US" sz="1000" b="1" kern="1200" dirty="0"/>
            <a:t>Reduced Fraud: </a:t>
          </a:r>
          <a:r>
            <a:rPr lang="en-US" sz="1000" kern="1200" dirty="0"/>
            <a:t>Uses cryptographic proofs (like blockchain) so it’s much harder to fake or tamper with credentials.</a:t>
          </a:r>
        </a:p>
      </dsp:txBody>
      <dsp:txXfrm rot="-5400000">
        <a:off x="2943453" y="1542461"/>
        <a:ext cx="5182211" cy="935263"/>
      </dsp:txXfrm>
    </dsp:sp>
    <dsp:sp modelId="{86070A82-A761-4669-85EE-25FB5DB75320}">
      <dsp:nvSpPr>
        <dsp:cNvPr id="0" name=""/>
        <dsp:cNvSpPr/>
      </dsp:nvSpPr>
      <dsp:spPr>
        <a:xfrm>
          <a:off x="0" y="1362308"/>
          <a:ext cx="2943453" cy="12955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Why It’s Important</a:t>
          </a:r>
        </a:p>
      </dsp:txBody>
      <dsp:txXfrm>
        <a:off x="63244" y="1425552"/>
        <a:ext cx="2816965" cy="1169079"/>
      </dsp:txXfrm>
    </dsp:sp>
    <dsp:sp modelId="{716D2E05-E5A1-484E-AABF-57DA71493E34}">
      <dsp:nvSpPr>
        <dsp:cNvPr id="0" name=""/>
        <dsp:cNvSpPr/>
      </dsp:nvSpPr>
      <dsp:spPr>
        <a:xfrm rot="5400000">
          <a:off x="5041629" y="754035"/>
          <a:ext cx="1036453" cy="52328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endParaRPr lang="en-US" sz="1100" kern="1200" dirty="0"/>
        </a:p>
        <a:p>
          <a:pPr marL="57150" lvl="1" indent="-57150" algn="l" defTabSz="488950">
            <a:lnSpc>
              <a:spcPct val="90000"/>
            </a:lnSpc>
            <a:spcBef>
              <a:spcPct val="0"/>
            </a:spcBef>
            <a:spcAft>
              <a:spcPct val="15000"/>
            </a:spcAft>
            <a:buChar char="•"/>
          </a:pPr>
          <a:r>
            <a:rPr lang="en-US" sz="1100" b="1" kern="1200" dirty="0"/>
            <a:t>Full Control: </a:t>
          </a:r>
          <a:r>
            <a:rPr lang="en-US" sz="1100" kern="1200" dirty="0"/>
            <a:t>You’re in charge of your digital identity details (no middleman).</a:t>
          </a:r>
        </a:p>
        <a:p>
          <a:pPr marL="57150" lvl="1" indent="-57150" algn="l" defTabSz="488950">
            <a:lnSpc>
              <a:spcPct val="90000"/>
            </a:lnSpc>
            <a:spcBef>
              <a:spcPct val="0"/>
            </a:spcBef>
            <a:spcAft>
              <a:spcPct val="15000"/>
            </a:spcAft>
            <a:buChar char="•"/>
          </a:pPr>
          <a:r>
            <a:rPr lang="en-US" sz="1100" b="1" kern="1200" dirty="0"/>
            <a:t>Interoperable: </a:t>
          </a:r>
          <a:r>
            <a:rPr lang="en-US" sz="1100" kern="1200" dirty="0"/>
            <a:t>Use the same verified credentials across multiple platforms.</a:t>
          </a:r>
        </a:p>
        <a:p>
          <a:pPr marL="57150" lvl="1" indent="-57150" algn="l" defTabSz="488950">
            <a:lnSpc>
              <a:spcPct val="90000"/>
            </a:lnSpc>
            <a:spcBef>
              <a:spcPct val="0"/>
            </a:spcBef>
            <a:spcAft>
              <a:spcPct val="15000"/>
            </a:spcAft>
            <a:buChar char="•"/>
          </a:pPr>
          <a:r>
            <a:rPr lang="en-US" sz="1100" b="1" kern="1200" dirty="0"/>
            <a:t>Better Trust: </a:t>
          </a:r>
          <a:r>
            <a:rPr lang="en-US" sz="1100" kern="1200" dirty="0"/>
            <a:t>Organizations can verify credentials quickly, without storing them all in a central place.</a:t>
          </a:r>
        </a:p>
      </dsp:txBody>
      <dsp:txXfrm rot="-5400000">
        <a:off x="2943453" y="2902807"/>
        <a:ext cx="5182211" cy="935263"/>
      </dsp:txXfrm>
    </dsp:sp>
    <dsp:sp modelId="{06D499EE-F60B-43D8-AE1B-A8138E7E18E5}">
      <dsp:nvSpPr>
        <dsp:cNvPr id="0" name=""/>
        <dsp:cNvSpPr/>
      </dsp:nvSpPr>
      <dsp:spPr>
        <a:xfrm>
          <a:off x="0" y="2722654"/>
          <a:ext cx="2943453" cy="12955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Key Benefits</a:t>
          </a:r>
        </a:p>
      </dsp:txBody>
      <dsp:txXfrm>
        <a:off x="63244" y="2785898"/>
        <a:ext cx="2816965" cy="11690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CDA6A-B6F0-47B2-8026-492A86E700BE}">
      <dsp:nvSpPr>
        <dsp:cNvPr id="0" name=""/>
        <dsp:cNvSpPr/>
      </dsp:nvSpPr>
      <dsp:spPr>
        <a:xfrm>
          <a:off x="2706" y="16196"/>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How Decentralized Identity Works</a:t>
          </a:r>
          <a:endParaRPr lang="en-US" sz="1800" kern="1200" dirty="0"/>
        </a:p>
      </dsp:txBody>
      <dsp:txXfrm>
        <a:off x="2706" y="16196"/>
        <a:ext cx="2639034" cy="1055613"/>
      </dsp:txXfrm>
    </dsp:sp>
    <dsp:sp modelId="{7C14EAAE-F003-4631-9D27-E5D74EDCFBE0}">
      <dsp:nvSpPr>
        <dsp:cNvPr id="0" name=""/>
        <dsp:cNvSpPr/>
      </dsp:nvSpPr>
      <dsp:spPr>
        <a:xfrm>
          <a:off x="0" y="1026075"/>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t>Blockchain-Based Identity: </a:t>
          </a:r>
          <a:r>
            <a:rPr lang="en-US" sz="1200" kern="1200" dirty="0"/>
            <a:t>Uses distributed ledgers (like blockchain) to store public keys or identity references securely. </a:t>
          </a:r>
        </a:p>
        <a:p>
          <a:pPr marL="114300" lvl="1" indent="-114300" algn="l" defTabSz="533400">
            <a:lnSpc>
              <a:spcPct val="90000"/>
            </a:lnSpc>
            <a:spcBef>
              <a:spcPct val="0"/>
            </a:spcBef>
            <a:spcAft>
              <a:spcPct val="15000"/>
            </a:spcAft>
            <a:buChar char="•"/>
          </a:pPr>
          <a:r>
            <a:rPr lang="en-US" sz="1200" b="1" kern="1200" dirty="0"/>
            <a:t>Self-Sovereign Identity (SSI): </a:t>
          </a:r>
          <a:r>
            <a:rPr lang="en-US" sz="1200" kern="1200" dirty="0"/>
            <a:t>Puts users in control of their own credentials (e.g., driver’s license, employee badge).</a:t>
          </a:r>
        </a:p>
        <a:p>
          <a:pPr marL="114300" lvl="1" indent="-114300" algn="l" defTabSz="533400">
            <a:lnSpc>
              <a:spcPct val="90000"/>
            </a:lnSpc>
            <a:spcBef>
              <a:spcPct val="0"/>
            </a:spcBef>
            <a:spcAft>
              <a:spcPct val="15000"/>
            </a:spcAft>
            <a:buChar char="•"/>
          </a:pPr>
          <a:r>
            <a:rPr lang="en-US" sz="1200" kern="1200" dirty="0"/>
            <a:t>Credentials are digitally signed by trusted issuers and stored in the user’s wallet (not a central server).</a:t>
          </a:r>
        </a:p>
        <a:p>
          <a:pPr marL="114300" lvl="1" indent="-114300" algn="l" defTabSz="533400">
            <a:lnSpc>
              <a:spcPct val="90000"/>
            </a:lnSpc>
            <a:spcBef>
              <a:spcPct val="0"/>
            </a:spcBef>
            <a:spcAft>
              <a:spcPct val="15000"/>
            </a:spcAft>
            <a:buChar char="•"/>
          </a:pPr>
          <a:endParaRPr lang="en-US" sz="1200" kern="1200" dirty="0"/>
        </a:p>
      </dsp:txBody>
      <dsp:txXfrm>
        <a:off x="0" y="1026075"/>
        <a:ext cx="2639034" cy="2854800"/>
      </dsp:txXfrm>
    </dsp:sp>
    <dsp:sp modelId="{7F200149-E9D4-4884-81B8-B2C689C8848E}">
      <dsp:nvSpPr>
        <dsp:cNvPr id="0" name=""/>
        <dsp:cNvSpPr/>
      </dsp:nvSpPr>
      <dsp:spPr>
        <a:xfrm>
          <a:off x="3011205" y="16196"/>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Key Components</a:t>
          </a:r>
          <a:endParaRPr lang="en-US" sz="1800" kern="1200" dirty="0">
            <a:latin typeface="Calibri" panose="020F0502020204030204"/>
            <a:ea typeface="+mn-ea"/>
            <a:cs typeface="+mn-cs"/>
          </a:endParaRPr>
        </a:p>
      </dsp:txBody>
      <dsp:txXfrm>
        <a:off x="3011205" y="16196"/>
        <a:ext cx="2639034" cy="1055613"/>
      </dsp:txXfrm>
    </dsp:sp>
    <dsp:sp modelId="{5C9B8DCD-EE24-4C56-B75F-453A42904592}">
      <dsp:nvSpPr>
        <dsp:cNvPr id="0" name=""/>
        <dsp:cNvSpPr/>
      </dsp:nvSpPr>
      <dsp:spPr>
        <a:xfrm>
          <a:off x="3011205"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Decentralized Identifiers (DIDs): </a:t>
          </a:r>
          <a:r>
            <a:rPr lang="en-US" sz="1200" kern="1200" dirty="0"/>
            <a:t>Unique IDs stored on a blockchain.</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Verifiable Credentials (VCs): </a:t>
          </a:r>
          <a:r>
            <a:rPr lang="en-US" sz="1200" kern="1200" dirty="0"/>
            <a:t>Digitally signed proofs users hold in their wallet (e.g., driver’s license).</a:t>
          </a: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Verification Process: </a:t>
          </a:r>
          <a:r>
            <a:rPr lang="en-US" sz="1200" kern="1200" dirty="0"/>
            <a:t>A service checks the issuer’s signature against the blockchain to confirm authenticity.</a:t>
          </a:r>
        </a:p>
      </dsp:txBody>
      <dsp:txXfrm>
        <a:off x="3011205" y="1071809"/>
        <a:ext cx="2639034" cy="2854800"/>
      </dsp:txXfrm>
    </dsp:sp>
    <dsp:sp modelId="{6A546515-2279-47CB-8FB7-3EDCC199AF4F}">
      <dsp:nvSpPr>
        <dsp:cNvPr id="0" name=""/>
        <dsp:cNvSpPr/>
      </dsp:nvSpPr>
      <dsp:spPr>
        <a:xfrm>
          <a:off x="6022411" y="25221"/>
          <a:ext cx="2639034" cy="10556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Real-World Examples</a:t>
          </a:r>
          <a:endParaRPr lang="en-US" sz="1800" kern="1200" dirty="0">
            <a:latin typeface="Calibri" panose="020F0502020204030204"/>
            <a:ea typeface="+mn-ea"/>
            <a:cs typeface="+mn-cs"/>
          </a:endParaRPr>
        </a:p>
      </dsp:txBody>
      <dsp:txXfrm>
        <a:off x="6022411" y="25221"/>
        <a:ext cx="2639034" cy="1055613"/>
      </dsp:txXfrm>
    </dsp:sp>
    <dsp:sp modelId="{B8CBE545-7CEF-4084-9E75-AF4FD07156A7}">
      <dsp:nvSpPr>
        <dsp:cNvPr id="0" name=""/>
        <dsp:cNvSpPr/>
      </dsp:nvSpPr>
      <dsp:spPr>
        <a:xfrm>
          <a:off x="6019704" y="1071809"/>
          <a:ext cx="2639034"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Digital Driver’s License: </a:t>
          </a:r>
          <a:r>
            <a:rPr lang="en-US" sz="1200" kern="1200" dirty="0"/>
            <a:t>Government issues a verifiable credential; users store it in a phone wallet.</a:t>
          </a:r>
          <a:endParaRPr lang="en-US" sz="1200" kern="1200" dirty="0">
            <a:latin typeface="Calibri" panose="020F0502020204030204"/>
            <a:ea typeface="+mn-ea"/>
            <a:cs typeface="+mn-cs"/>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University Degrees: </a:t>
          </a:r>
          <a:r>
            <a:rPr lang="en-US" sz="1200" kern="1200" dirty="0"/>
            <a:t>Universities issue tamper-proof e-diplomas; employers validate quickly without calling the school.</a:t>
          </a: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Banking KYC: </a:t>
          </a:r>
          <a:r>
            <a:rPr lang="en-US" sz="1200" kern="1200" dirty="0"/>
            <a:t>A bank verifies your ID once, then you can reuse that verified credential elsewhere.</a:t>
          </a:r>
        </a:p>
      </dsp:txBody>
      <dsp:txXfrm>
        <a:off x="6019704" y="1071809"/>
        <a:ext cx="2639034" cy="28548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981107-2272-455A-B7FF-F299B2F8E412}">
      <dsp:nvSpPr>
        <dsp:cNvPr id="0" name=""/>
        <dsp:cNvSpPr/>
      </dsp:nvSpPr>
      <dsp:spPr>
        <a:xfrm>
          <a:off x="0" y="290767"/>
          <a:ext cx="8671560" cy="5244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87452" rIns="673009"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A method of access control that uses multiple, detailed conditions (not just a user’s role).</a:t>
          </a:r>
        </a:p>
        <a:p>
          <a:pPr marL="57150" lvl="1" indent="-57150" algn="l" defTabSz="400050">
            <a:lnSpc>
              <a:spcPct val="90000"/>
            </a:lnSpc>
            <a:spcBef>
              <a:spcPct val="0"/>
            </a:spcBef>
            <a:spcAft>
              <a:spcPct val="15000"/>
            </a:spcAft>
            <a:buChar char="•"/>
          </a:pPr>
          <a:r>
            <a:rPr lang="en-US" sz="900" kern="1200" dirty="0"/>
            <a:t>Decides who can do what based on attributes (e.g., department, time of day, data type).</a:t>
          </a:r>
        </a:p>
      </dsp:txBody>
      <dsp:txXfrm>
        <a:off x="0" y="290767"/>
        <a:ext cx="8671560" cy="524475"/>
      </dsp:txXfrm>
    </dsp:sp>
    <dsp:sp modelId="{353EDE7C-BF08-4DBB-99F0-52D34993C707}">
      <dsp:nvSpPr>
        <dsp:cNvPr id="0" name=""/>
        <dsp:cNvSpPr/>
      </dsp:nvSpPr>
      <dsp:spPr>
        <a:xfrm>
          <a:off x="433578" y="157927"/>
          <a:ext cx="6070092" cy="265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444500">
            <a:lnSpc>
              <a:spcPct val="90000"/>
            </a:lnSpc>
            <a:spcBef>
              <a:spcPct val="0"/>
            </a:spcBef>
            <a:spcAft>
              <a:spcPct val="35000"/>
            </a:spcAft>
            <a:buNone/>
          </a:pPr>
          <a:r>
            <a:rPr lang="en-IN" sz="1000" b="1" kern="1200" dirty="0"/>
            <a:t>Authentication vs. Authorization</a:t>
          </a:r>
          <a:endParaRPr lang="en-US" sz="1000" b="1" kern="1200" dirty="0"/>
        </a:p>
      </dsp:txBody>
      <dsp:txXfrm>
        <a:off x="446547" y="170896"/>
        <a:ext cx="6044154" cy="239742"/>
      </dsp:txXfrm>
    </dsp:sp>
    <dsp:sp modelId="{97EAE647-9AC1-49F4-9F09-3A3EB41818C3}">
      <dsp:nvSpPr>
        <dsp:cNvPr id="0" name=""/>
        <dsp:cNvSpPr/>
      </dsp:nvSpPr>
      <dsp:spPr>
        <a:xfrm>
          <a:off x="0" y="996682"/>
          <a:ext cx="8671560" cy="68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87452" rIns="673009" bIns="64008" numCol="1" spcCol="1270" anchor="t" anchorCtr="0">
          <a:noAutofit/>
        </a:bodyPr>
        <a:lstStyle/>
        <a:p>
          <a:pPr marL="57150" lvl="1" indent="-57150" algn="l" defTabSz="400050">
            <a:lnSpc>
              <a:spcPct val="90000"/>
            </a:lnSpc>
            <a:spcBef>
              <a:spcPct val="0"/>
            </a:spcBef>
            <a:spcAft>
              <a:spcPct val="15000"/>
            </a:spcAft>
            <a:buChar char="•"/>
          </a:pPr>
          <a:r>
            <a:rPr lang="en-US" sz="900" kern="1200" dirty="0"/>
            <a:t>Ensures each user only sees the specific data and functions they truly need.</a:t>
          </a:r>
        </a:p>
        <a:p>
          <a:pPr marL="57150" lvl="1" indent="-57150" algn="l" defTabSz="400050">
            <a:lnSpc>
              <a:spcPct val="90000"/>
            </a:lnSpc>
            <a:spcBef>
              <a:spcPct val="0"/>
            </a:spcBef>
            <a:spcAft>
              <a:spcPct val="15000"/>
            </a:spcAft>
            <a:buChar char="•"/>
          </a:pPr>
          <a:r>
            <a:rPr lang="en-US" sz="900" kern="1200" dirty="0"/>
            <a:t>Reduces risk of unauthorized access or accidental misuse.</a:t>
          </a:r>
        </a:p>
        <a:p>
          <a:pPr marL="57150" lvl="1" indent="-57150" algn="l" defTabSz="400050">
            <a:lnSpc>
              <a:spcPct val="90000"/>
            </a:lnSpc>
            <a:spcBef>
              <a:spcPct val="0"/>
            </a:spcBef>
            <a:spcAft>
              <a:spcPct val="15000"/>
            </a:spcAft>
            <a:buChar char="•"/>
          </a:pPr>
          <a:r>
            <a:rPr lang="en-US" sz="900" kern="1200" dirty="0"/>
            <a:t>Helps with compliance by enforcing strict, tailored permissions.</a:t>
          </a:r>
        </a:p>
      </dsp:txBody>
      <dsp:txXfrm>
        <a:off x="0" y="996682"/>
        <a:ext cx="8671560" cy="680400"/>
      </dsp:txXfrm>
    </dsp:sp>
    <dsp:sp modelId="{7B6301B4-0BEB-486F-AD70-7CDF30B79445}">
      <dsp:nvSpPr>
        <dsp:cNvPr id="0" name=""/>
        <dsp:cNvSpPr/>
      </dsp:nvSpPr>
      <dsp:spPr>
        <a:xfrm>
          <a:off x="433578" y="863842"/>
          <a:ext cx="6070092" cy="265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444500">
            <a:lnSpc>
              <a:spcPct val="90000"/>
            </a:lnSpc>
            <a:spcBef>
              <a:spcPct val="0"/>
            </a:spcBef>
            <a:spcAft>
              <a:spcPct val="35000"/>
            </a:spcAft>
            <a:buNone/>
          </a:pPr>
          <a:r>
            <a:rPr lang="en-US" sz="1000" b="1" kern="1200" dirty="0"/>
            <a:t>Why It’s Important</a:t>
          </a:r>
        </a:p>
      </dsp:txBody>
      <dsp:txXfrm>
        <a:off x="446547" y="876811"/>
        <a:ext cx="6044154" cy="239742"/>
      </dsp:txXfrm>
    </dsp:sp>
    <dsp:sp modelId="{EABD2A0A-593C-4245-B051-EDAC9B0ED5BD}">
      <dsp:nvSpPr>
        <dsp:cNvPr id="0" name=""/>
        <dsp:cNvSpPr/>
      </dsp:nvSpPr>
      <dsp:spPr>
        <a:xfrm>
          <a:off x="0" y="1858522"/>
          <a:ext cx="8671560" cy="5244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87452" rIns="673009" bIns="64008" numCol="1" spcCol="1270" anchor="t" anchorCtr="0">
          <a:noAutofit/>
        </a:bodyPr>
        <a:lstStyle/>
        <a:p>
          <a:pPr marL="57150" lvl="1" indent="-57150" algn="l" defTabSz="400050">
            <a:lnSpc>
              <a:spcPct val="90000"/>
            </a:lnSpc>
            <a:spcBef>
              <a:spcPct val="0"/>
            </a:spcBef>
            <a:spcAft>
              <a:spcPct val="15000"/>
            </a:spcAft>
            <a:buChar char="•"/>
          </a:pPr>
          <a:r>
            <a:rPr lang="en-US" sz="900" b="1" kern="1200" dirty="0"/>
            <a:t>Coarse-Grained: </a:t>
          </a:r>
          <a:r>
            <a:rPr lang="en-US" sz="900" kern="1200" dirty="0"/>
            <a:t>Broad permissions, typically role-based (e.g., “All managers see all reports”).</a:t>
          </a:r>
        </a:p>
        <a:p>
          <a:pPr marL="57150" lvl="1" indent="-57150" algn="l" defTabSz="400050">
            <a:lnSpc>
              <a:spcPct val="90000"/>
            </a:lnSpc>
            <a:spcBef>
              <a:spcPct val="0"/>
            </a:spcBef>
            <a:spcAft>
              <a:spcPct val="15000"/>
            </a:spcAft>
            <a:buChar char="•"/>
          </a:pPr>
          <a:r>
            <a:rPr lang="en-US" sz="900" b="1" kern="1200" dirty="0"/>
            <a:t>Fine-Grained: </a:t>
          </a:r>
          <a:r>
            <a:rPr lang="en-US" sz="900" kern="1200" dirty="0"/>
            <a:t>More specific (e.g., “Managers see only reports for their department during business hours”).</a:t>
          </a:r>
        </a:p>
      </dsp:txBody>
      <dsp:txXfrm>
        <a:off x="0" y="1858522"/>
        <a:ext cx="8671560" cy="524475"/>
      </dsp:txXfrm>
    </dsp:sp>
    <dsp:sp modelId="{4C7AAB35-870B-4074-92C0-0322C1EC4C5D}">
      <dsp:nvSpPr>
        <dsp:cNvPr id="0" name=""/>
        <dsp:cNvSpPr/>
      </dsp:nvSpPr>
      <dsp:spPr>
        <a:xfrm>
          <a:off x="433578" y="1725682"/>
          <a:ext cx="6070092" cy="265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444500">
            <a:lnSpc>
              <a:spcPct val="90000"/>
            </a:lnSpc>
            <a:spcBef>
              <a:spcPct val="0"/>
            </a:spcBef>
            <a:spcAft>
              <a:spcPct val="35000"/>
            </a:spcAft>
            <a:buNone/>
          </a:pPr>
          <a:r>
            <a:rPr lang="en-US" sz="1000" b="1" kern="1200" dirty="0"/>
            <a:t>Key Difference from Coarse-Grained</a:t>
          </a:r>
        </a:p>
      </dsp:txBody>
      <dsp:txXfrm>
        <a:off x="446547" y="1738651"/>
        <a:ext cx="6044154" cy="239742"/>
      </dsp:txXfrm>
    </dsp:sp>
    <dsp:sp modelId="{6D32C263-544B-4724-8BC5-EA49DA40BCA9}">
      <dsp:nvSpPr>
        <dsp:cNvPr id="0" name=""/>
        <dsp:cNvSpPr/>
      </dsp:nvSpPr>
      <dsp:spPr>
        <a:xfrm>
          <a:off x="0" y="2564437"/>
          <a:ext cx="8671560" cy="5244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87452" rIns="673009" bIns="64008" numCol="1" spcCol="1270" anchor="t" anchorCtr="0">
          <a:noAutofit/>
        </a:bodyPr>
        <a:lstStyle/>
        <a:p>
          <a:pPr marL="57150" lvl="1" indent="-57150" algn="l" defTabSz="400050">
            <a:lnSpc>
              <a:spcPct val="90000"/>
            </a:lnSpc>
            <a:spcBef>
              <a:spcPct val="0"/>
            </a:spcBef>
            <a:spcAft>
              <a:spcPct val="15000"/>
            </a:spcAft>
            <a:buChar char="•"/>
          </a:pPr>
          <a:r>
            <a:rPr lang="en-US" sz="900" b="1" kern="1200" dirty="0"/>
            <a:t>Healthcare: </a:t>
          </a:r>
          <a:r>
            <a:rPr lang="en-US" sz="900" kern="1200" dirty="0"/>
            <a:t>Nurses can only edit certain patient details, doctors can access specific patient records.</a:t>
          </a:r>
        </a:p>
        <a:p>
          <a:pPr marL="57150" lvl="1" indent="-57150" algn="l" defTabSz="400050">
            <a:lnSpc>
              <a:spcPct val="90000"/>
            </a:lnSpc>
            <a:spcBef>
              <a:spcPct val="0"/>
            </a:spcBef>
            <a:spcAft>
              <a:spcPct val="15000"/>
            </a:spcAft>
            <a:buChar char="•"/>
          </a:pPr>
          <a:r>
            <a:rPr lang="en-US" sz="900" b="1" kern="1200" dirty="0"/>
            <a:t>Banking: </a:t>
          </a:r>
          <a:r>
            <a:rPr lang="en-US" sz="900" kern="1200" dirty="0"/>
            <a:t>Loan officers see only their assigned loans; approvals require extra conditions (e.g., manager sign-off).</a:t>
          </a:r>
        </a:p>
      </dsp:txBody>
      <dsp:txXfrm>
        <a:off x="0" y="2564437"/>
        <a:ext cx="8671560" cy="524475"/>
      </dsp:txXfrm>
    </dsp:sp>
    <dsp:sp modelId="{6A1C0A03-1CE6-4DAC-8233-0F16C12DE444}">
      <dsp:nvSpPr>
        <dsp:cNvPr id="0" name=""/>
        <dsp:cNvSpPr/>
      </dsp:nvSpPr>
      <dsp:spPr>
        <a:xfrm>
          <a:off x="433578" y="2431597"/>
          <a:ext cx="6070092" cy="265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444500">
            <a:lnSpc>
              <a:spcPct val="90000"/>
            </a:lnSpc>
            <a:spcBef>
              <a:spcPct val="0"/>
            </a:spcBef>
            <a:spcAft>
              <a:spcPct val="35000"/>
            </a:spcAft>
            <a:buNone/>
          </a:pPr>
          <a:r>
            <a:rPr lang="en-US" sz="1000" b="1" kern="1200" dirty="0"/>
            <a:t>Common Use Cases</a:t>
          </a:r>
        </a:p>
      </dsp:txBody>
      <dsp:txXfrm>
        <a:off x="446547" y="2444566"/>
        <a:ext cx="6044154" cy="239742"/>
      </dsp:txXfrm>
    </dsp:sp>
    <dsp:sp modelId="{5FE44C27-9C25-443B-91E7-C60E4C84AE58}">
      <dsp:nvSpPr>
        <dsp:cNvPr id="0" name=""/>
        <dsp:cNvSpPr/>
      </dsp:nvSpPr>
      <dsp:spPr>
        <a:xfrm>
          <a:off x="0" y="3270352"/>
          <a:ext cx="8671560" cy="68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73009" tIns="187452" rIns="673009" bIns="64008" numCol="1" spcCol="1270" anchor="t" anchorCtr="0">
          <a:noAutofit/>
        </a:bodyPr>
        <a:lstStyle/>
        <a:p>
          <a:pPr marL="57150" lvl="1" indent="-57150" algn="l" defTabSz="400050">
            <a:lnSpc>
              <a:spcPct val="90000"/>
            </a:lnSpc>
            <a:spcBef>
              <a:spcPct val="0"/>
            </a:spcBef>
            <a:spcAft>
              <a:spcPct val="15000"/>
            </a:spcAft>
            <a:buChar char="•"/>
          </a:pPr>
          <a:r>
            <a:rPr lang="en-US" sz="900" b="1" kern="1200" dirty="0"/>
            <a:t>Enhanced Security: </a:t>
          </a:r>
          <a:r>
            <a:rPr lang="en-US" sz="900" kern="1200" dirty="0"/>
            <a:t>Limits damage if an account is compromised.</a:t>
          </a:r>
        </a:p>
        <a:p>
          <a:pPr marL="57150" lvl="1" indent="-57150" algn="l" defTabSz="400050">
            <a:lnSpc>
              <a:spcPct val="90000"/>
            </a:lnSpc>
            <a:spcBef>
              <a:spcPct val="0"/>
            </a:spcBef>
            <a:spcAft>
              <a:spcPct val="15000"/>
            </a:spcAft>
            <a:buChar char="•"/>
          </a:pPr>
          <a:r>
            <a:rPr lang="en-US" sz="900" b="1" kern="1200" dirty="0"/>
            <a:t>Precise Control: </a:t>
          </a:r>
          <a:r>
            <a:rPr lang="en-US" sz="900" kern="1200" dirty="0"/>
            <a:t>Adapts to complex business policies.</a:t>
          </a:r>
        </a:p>
        <a:p>
          <a:pPr marL="57150" lvl="1" indent="-57150" algn="l" defTabSz="400050">
            <a:lnSpc>
              <a:spcPct val="90000"/>
            </a:lnSpc>
            <a:spcBef>
              <a:spcPct val="0"/>
            </a:spcBef>
            <a:spcAft>
              <a:spcPct val="15000"/>
            </a:spcAft>
            <a:buChar char="•"/>
          </a:pPr>
          <a:r>
            <a:rPr lang="en-US" sz="900" b="1" kern="1200" dirty="0"/>
            <a:t>Least Privilege Principle: </a:t>
          </a:r>
          <a:r>
            <a:rPr lang="en-US" sz="900" kern="1200" dirty="0"/>
            <a:t>Each role has just what they need, nothing more.</a:t>
          </a:r>
        </a:p>
      </dsp:txBody>
      <dsp:txXfrm>
        <a:off x="0" y="3270352"/>
        <a:ext cx="8671560" cy="680400"/>
      </dsp:txXfrm>
    </dsp:sp>
    <dsp:sp modelId="{E7F36835-8C2A-49E7-A18B-1207661EF6B0}">
      <dsp:nvSpPr>
        <dsp:cNvPr id="0" name=""/>
        <dsp:cNvSpPr/>
      </dsp:nvSpPr>
      <dsp:spPr>
        <a:xfrm>
          <a:off x="433578" y="3137512"/>
          <a:ext cx="6070092" cy="265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9435" tIns="0" rIns="229435" bIns="0" numCol="1" spcCol="1270" anchor="ctr" anchorCtr="0">
          <a:noAutofit/>
        </a:bodyPr>
        <a:lstStyle/>
        <a:p>
          <a:pPr marL="0" lvl="0" indent="0" algn="l" defTabSz="444500">
            <a:lnSpc>
              <a:spcPct val="90000"/>
            </a:lnSpc>
            <a:spcBef>
              <a:spcPct val="0"/>
            </a:spcBef>
            <a:spcAft>
              <a:spcPct val="35000"/>
            </a:spcAft>
            <a:buNone/>
          </a:pPr>
          <a:r>
            <a:rPr lang="en-US" sz="1000" b="1" kern="1200" dirty="0"/>
            <a:t>Key Benefits</a:t>
          </a:r>
        </a:p>
      </dsp:txBody>
      <dsp:txXfrm>
        <a:off x="446547" y="3150481"/>
        <a:ext cx="6044154" cy="23974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4C1C4-F85A-4C7E-BF2F-DE81C8F3CC8A}">
      <dsp:nvSpPr>
        <dsp:cNvPr id="0" name=""/>
        <dsp:cNvSpPr/>
      </dsp:nvSpPr>
      <dsp:spPr>
        <a:xfrm>
          <a:off x="0" y="0"/>
          <a:ext cx="8199120" cy="1309687"/>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just" defTabSz="533400">
            <a:lnSpc>
              <a:spcPct val="90000"/>
            </a:lnSpc>
            <a:spcBef>
              <a:spcPct val="0"/>
            </a:spcBef>
            <a:spcAft>
              <a:spcPct val="35000"/>
            </a:spcAft>
            <a:buFont typeface="Arial" panose="020B0604020202020204" pitchFamily="34" charset="0"/>
            <a:buNone/>
          </a:pPr>
          <a:r>
            <a:rPr lang="en-US" sz="1200" b="1" kern="1200" dirty="0"/>
            <a:t>Role-Based Access Control (RBAC):</a:t>
          </a:r>
        </a:p>
        <a:p>
          <a:pPr marL="0" lvl="0" indent="0" algn="just" defTabSz="533400">
            <a:lnSpc>
              <a:spcPct val="90000"/>
            </a:lnSpc>
            <a:spcBef>
              <a:spcPct val="0"/>
            </a:spcBef>
            <a:spcAft>
              <a:spcPct val="35000"/>
            </a:spcAft>
            <a:buFont typeface="Arial" panose="020B0604020202020204" pitchFamily="34" charset="0"/>
            <a:buNone/>
          </a:pPr>
          <a:r>
            <a:rPr lang="en-US" sz="1200" kern="1200" dirty="0"/>
            <a:t>Permissions are tied to </a:t>
          </a:r>
          <a:r>
            <a:rPr lang="en-US" sz="1200" b="1" kern="1200" dirty="0"/>
            <a:t>job roles</a:t>
          </a:r>
          <a:r>
            <a:rPr lang="en-US" sz="1200" kern="1200" dirty="0"/>
            <a:t> (e.g., “Admin,” “Manager,” “Teller”).</a:t>
          </a:r>
        </a:p>
        <a:p>
          <a:pPr marL="0" lvl="0" indent="0" algn="just" defTabSz="533400">
            <a:lnSpc>
              <a:spcPct val="90000"/>
            </a:lnSpc>
            <a:spcBef>
              <a:spcPct val="0"/>
            </a:spcBef>
            <a:spcAft>
              <a:spcPct val="35000"/>
            </a:spcAft>
            <a:buFont typeface="Arial" panose="020B0604020202020204" pitchFamily="34" charset="0"/>
            <a:buNone/>
          </a:pPr>
          <a:r>
            <a:rPr lang="en-US" sz="1200" b="1" kern="1200" dirty="0"/>
            <a:t>All users in the same role</a:t>
          </a:r>
          <a:r>
            <a:rPr lang="en-US" sz="1200" kern="1200" dirty="0"/>
            <a:t> typically share identical privileges.</a:t>
          </a:r>
        </a:p>
        <a:p>
          <a:pPr marL="0" lvl="0" indent="0" algn="just" defTabSz="533400">
            <a:lnSpc>
              <a:spcPct val="90000"/>
            </a:lnSpc>
            <a:spcBef>
              <a:spcPct val="0"/>
            </a:spcBef>
            <a:spcAft>
              <a:spcPct val="35000"/>
            </a:spcAft>
            <a:buFont typeface="Arial" panose="020B0604020202020204" pitchFamily="34" charset="0"/>
            <a:buNone/>
          </a:pPr>
          <a:r>
            <a:rPr lang="en-US" sz="1200" kern="1200" dirty="0"/>
            <a:t>Easy to implement but can become </a:t>
          </a:r>
          <a:r>
            <a:rPr lang="en-US" sz="1200" b="1" kern="1200" dirty="0"/>
            <a:t>too broad</a:t>
          </a:r>
          <a:r>
            <a:rPr lang="en-US" sz="1200" kern="1200" dirty="0"/>
            <a:t> (everyone in a role sees everything).</a:t>
          </a:r>
        </a:p>
      </dsp:txBody>
      <dsp:txXfrm>
        <a:off x="0" y="0"/>
        <a:ext cx="8199120" cy="1309687"/>
      </dsp:txXfrm>
    </dsp:sp>
    <dsp:sp modelId="{B74D3D80-EE6A-4409-AAC0-17BC1ACC3821}">
      <dsp:nvSpPr>
        <dsp:cNvPr id="0" name=""/>
        <dsp:cNvSpPr/>
      </dsp:nvSpPr>
      <dsp:spPr>
        <a:xfrm>
          <a:off x="7627" y="1377156"/>
          <a:ext cx="8183865" cy="1309687"/>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just" defTabSz="533400">
            <a:lnSpc>
              <a:spcPct val="90000"/>
            </a:lnSpc>
            <a:spcBef>
              <a:spcPct val="0"/>
            </a:spcBef>
            <a:spcAft>
              <a:spcPct val="35000"/>
            </a:spcAft>
            <a:buFont typeface="Arial" panose="020B0604020202020204" pitchFamily="34" charset="0"/>
            <a:buNone/>
          </a:pPr>
          <a:r>
            <a:rPr lang="en-US" sz="1200" b="1" kern="1200" dirty="0"/>
            <a:t>Attribute-Based Access Control (ABAC):</a:t>
          </a:r>
        </a:p>
        <a:p>
          <a:pPr marL="0" lvl="0" indent="0" algn="just" defTabSz="533400">
            <a:lnSpc>
              <a:spcPct val="90000"/>
            </a:lnSpc>
            <a:spcBef>
              <a:spcPct val="0"/>
            </a:spcBef>
            <a:spcAft>
              <a:spcPct val="35000"/>
            </a:spcAft>
            <a:buFont typeface="Arial" panose="020B0604020202020204" pitchFamily="34" charset="0"/>
            <a:buNone/>
          </a:pPr>
          <a:r>
            <a:rPr lang="en-US" sz="1200" b="1" kern="1200" dirty="0"/>
            <a:t>Decisions</a:t>
          </a:r>
          <a:r>
            <a:rPr lang="en-US" sz="1200" kern="1200" dirty="0"/>
            <a:t> use attributes of the user, resource, and context (e.g., </a:t>
          </a:r>
          <a:r>
            <a:rPr lang="en-US" sz="1200" b="1" kern="1200" dirty="0"/>
            <a:t>department, location, time</a:t>
          </a:r>
          <a:r>
            <a:rPr lang="en-US" sz="1200" kern="1200" dirty="0"/>
            <a:t>).</a:t>
          </a:r>
        </a:p>
        <a:p>
          <a:pPr marL="0" lvl="0" indent="0" algn="just" defTabSz="533400">
            <a:lnSpc>
              <a:spcPct val="90000"/>
            </a:lnSpc>
            <a:spcBef>
              <a:spcPct val="0"/>
            </a:spcBef>
            <a:spcAft>
              <a:spcPct val="35000"/>
            </a:spcAft>
            <a:buFont typeface="Arial" panose="020B0604020202020204" pitchFamily="34" charset="0"/>
            <a:buNone/>
          </a:pPr>
          <a:r>
            <a:rPr lang="en-US" sz="1200" kern="1200" dirty="0"/>
            <a:t>More </a:t>
          </a:r>
          <a:r>
            <a:rPr lang="en-US" sz="1200" b="1" kern="1200" dirty="0"/>
            <a:t>granular</a:t>
          </a:r>
          <a:r>
            <a:rPr lang="en-US" sz="1200" kern="1200" dirty="0"/>
            <a:t> and </a:t>
          </a:r>
          <a:r>
            <a:rPr lang="en-US" sz="1200" b="1" kern="1200" dirty="0"/>
            <a:t>flexible</a:t>
          </a:r>
          <a:r>
            <a:rPr lang="en-US" sz="1200" kern="1200" dirty="0"/>
            <a:t> (e.g., “Only allow access if </a:t>
          </a:r>
          <a:r>
            <a:rPr lang="en-US" sz="1200" kern="1200" dirty="0" err="1"/>
            <a:t>user.role</a:t>
          </a:r>
          <a:r>
            <a:rPr lang="en-US" sz="1200" kern="1200" dirty="0"/>
            <a:t> = ‘Manager’ AND region = ‘APAC’”).</a:t>
          </a:r>
        </a:p>
        <a:p>
          <a:pPr marL="0" lvl="0" indent="0" algn="just" defTabSz="533400">
            <a:lnSpc>
              <a:spcPct val="90000"/>
            </a:lnSpc>
            <a:spcBef>
              <a:spcPct val="0"/>
            </a:spcBef>
            <a:spcAft>
              <a:spcPct val="35000"/>
            </a:spcAft>
            <a:buFont typeface="Arial" panose="020B0604020202020204" pitchFamily="34" charset="0"/>
            <a:buNone/>
          </a:pPr>
          <a:r>
            <a:rPr lang="en-US" sz="1200" kern="1200" dirty="0"/>
            <a:t>Ideal for </a:t>
          </a:r>
          <a:r>
            <a:rPr lang="en-US" sz="1200" b="1" kern="1200" dirty="0"/>
            <a:t>complex</a:t>
          </a:r>
          <a:r>
            <a:rPr lang="en-US" sz="1200" kern="1200" dirty="0"/>
            <a:t> environments where simple roles aren’t enough.</a:t>
          </a:r>
        </a:p>
      </dsp:txBody>
      <dsp:txXfrm>
        <a:off x="7627" y="1377156"/>
        <a:ext cx="8183865" cy="1309687"/>
      </dsp:txXfrm>
    </dsp:sp>
    <dsp:sp modelId="{5880BE38-4778-43DA-A782-CEAC947F0797}">
      <dsp:nvSpPr>
        <dsp:cNvPr id="0" name=""/>
        <dsp:cNvSpPr/>
      </dsp:nvSpPr>
      <dsp:spPr>
        <a:xfrm>
          <a:off x="7620" y="2752328"/>
          <a:ext cx="8183878" cy="1309687"/>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just" defTabSz="533400">
            <a:lnSpc>
              <a:spcPct val="90000"/>
            </a:lnSpc>
            <a:spcBef>
              <a:spcPct val="0"/>
            </a:spcBef>
            <a:spcAft>
              <a:spcPct val="35000"/>
            </a:spcAft>
            <a:buFont typeface="Arial" panose="020B0604020202020204" pitchFamily="34" charset="0"/>
            <a:buNone/>
          </a:pPr>
          <a:r>
            <a:rPr lang="en-US" sz="1200" b="1" kern="1200" dirty="0"/>
            <a:t>Real-World Examples:</a:t>
          </a:r>
        </a:p>
        <a:p>
          <a:pPr marL="0" lvl="0" indent="0" algn="just" defTabSz="533400">
            <a:lnSpc>
              <a:spcPct val="90000"/>
            </a:lnSpc>
            <a:spcBef>
              <a:spcPct val="0"/>
            </a:spcBef>
            <a:spcAft>
              <a:spcPct val="35000"/>
            </a:spcAft>
            <a:buFont typeface="Arial" panose="020B0604020202020204" pitchFamily="34" charset="0"/>
            <a:buNone/>
          </a:pPr>
          <a:r>
            <a:rPr lang="en-US" sz="1200" b="1" kern="1200" dirty="0"/>
            <a:t>Banking:</a:t>
          </a:r>
          <a:r>
            <a:rPr lang="en-US" sz="1200" kern="1200" dirty="0"/>
            <a:t> A teller sees </a:t>
          </a:r>
          <a:r>
            <a:rPr lang="en-US" sz="1200" b="1" kern="1200" dirty="0"/>
            <a:t>only</a:t>
          </a:r>
          <a:r>
            <a:rPr lang="en-US" sz="1200" kern="1200" dirty="0"/>
            <a:t> local branch transactions under a set amount; a branch manager sees higher-value transactions </a:t>
          </a:r>
          <a:r>
            <a:rPr lang="en-US" sz="1200" b="1" kern="1200" dirty="0"/>
            <a:t>for their region</a:t>
          </a:r>
          <a:r>
            <a:rPr lang="en-US" sz="1200" kern="1200" dirty="0"/>
            <a:t>.</a:t>
          </a:r>
        </a:p>
        <a:p>
          <a:pPr marL="0" lvl="0" indent="0" algn="just" defTabSz="533400">
            <a:lnSpc>
              <a:spcPct val="90000"/>
            </a:lnSpc>
            <a:spcBef>
              <a:spcPct val="0"/>
            </a:spcBef>
            <a:spcAft>
              <a:spcPct val="35000"/>
            </a:spcAft>
            <a:buFont typeface="Arial" panose="020B0604020202020204" pitchFamily="34" charset="0"/>
            <a:buNone/>
          </a:pPr>
          <a:r>
            <a:rPr lang="en-US" sz="1200" b="1" kern="1200" dirty="0"/>
            <a:t>Healthcare:</a:t>
          </a:r>
          <a:r>
            <a:rPr lang="en-US" sz="1200" kern="1200" dirty="0"/>
            <a:t> A nurse can </a:t>
          </a:r>
          <a:r>
            <a:rPr lang="en-US" sz="1200" b="1" kern="1200" dirty="0"/>
            <a:t>view</a:t>
          </a:r>
          <a:r>
            <a:rPr lang="en-US" sz="1200" kern="1200" dirty="0"/>
            <a:t> patient vitals on their shift but </a:t>
          </a:r>
          <a:r>
            <a:rPr lang="en-US" sz="1200" b="1" kern="1200" dirty="0"/>
            <a:t>cannot</a:t>
          </a:r>
          <a:r>
            <a:rPr lang="en-US" sz="1200" kern="1200" dirty="0"/>
            <a:t> change doctors’ treatment notes; a doctor’s access is limited to </a:t>
          </a:r>
          <a:r>
            <a:rPr lang="en-US" sz="1200" b="1" kern="1200" dirty="0"/>
            <a:t>their</a:t>
          </a:r>
          <a:r>
            <a:rPr lang="en-US" sz="1200" kern="1200" dirty="0"/>
            <a:t> assigned patients.</a:t>
          </a:r>
        </a:p>
      </dsp:txBody>
      <dsp:txXfrm>
        <a:off x="7620" y="2752328"/>
        <a:ext cx="8183878" cy="130968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15896-0817-41BE-BE66-B23D4CA41B4D}">
      <dsp:nvSpPr>
        <dsp:cNvPr id="0" name=""/>
        <dsp:cNvSpPr/>
      </dsp:nvSpPr>
      <dsp:spPr>
        <a:xfrm>
          <a:off x="4105" y="470719"/>
          <a:ext cx="1573705" cy="5092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Principle of Least Privilege</a:t>
          </a:r>
        </a:p>
      </dsp:txBody>
      <dsp:txXfrm>
        <a:off x="4105" y="470719"/>
        <a:ext cx="1573705" cy="509269"/>
      </dsp:txXfrm>
    </dsp:sp>
    <dsp:sp modelId="{698F19D5-DF56-4053-B19E-8E9262555BEB}">
      <dsp:nvSpPr>
        <dsp:cNvPr id="0" name=""/>
        <dsp:cNvSpPr/>
      </dsp:nvSpPr>
      <dsp:spPr>
        <a:xfrm>
          <a:off x="4105" y="979989"/>
          <a:ext cx="1573705" cy="20752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Grant only the minimum access needed for each task.</a:t>
          </a:r>
        </a:p>
        <a:p>
          <a:pPr marL="114300" lvl="1" indent="-114300" algn="l" defTabSz="577850">
            <a:lnSpc>
              <a:spcPct val="90000"/>
            </a:lnSpc>
            <a:spcBef>
              <a:spcPct val="0"/>
            </a:spcBef>
            <a:spcAft>
              <a:spcPct val="15000"/>
            </a:spcAft>
            <a:buChar char="•"/>
          </a:pPr>
          <a:r>
            <a:rPr lang="en-US" sz="1300" kern="1200" dirty="0"/>
            <a:t>Prevents accidental or malicious misuse of high-level permissions.</a:t>
          </a:r>
        </a:p>
      </dsp:txBody>
      <dsp:txXfrm>
        <a:off x="4105" y="979989"/>
        <a:ext cx="1573705" cy="2075219"/>
      </dsp:txXfrm>
    </dsp:sp>
    <dsp:sp modelId="{76F0E5A5-6DD3-4FB5-BC82-3E4C58C686A1}">
      <dsp:nvSpPr>
        <dsp:cNvPr id="0" name=""/>
        <dsp:cNvSpPr/>
      </dsp:nvSpPr>
      <dsp:spPr>
        <a:xfrm>
          <a:off x="1798129" y="470719"/>
          <a:ext cx="1573705" cy="5092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Centralized Policy Management</a:t>
          </a:r>
        </a:p>
      </dsp:txBody>
      <dsp:txXfrm>
        <a:off x="1798129" y="470719"/>
        <a:ext cx="1573705" cy="509269"/>
      </dsp:txXfrm>
    </dsp:sp>
    <dsp:sp modelId="{6707C595-6EF7-49A3-A2CD-640CA3905F35}">
      <dsp:nvSpPr>
        <dsp:cNvPr id="0" name=""/>
        <dsp:cNvSpPr/>
      </dsp:nvSpPr>
      <dsp:spPr>
        <a:xfrm>
          <a:off x="1798129" y="979989"/>
          <a:ext cx="1573705" cy="20752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Use a policy engine (e.g., ABAC framework) instead of scattered, manual rules.</a:t>
          </a:r>
        </a:p>
        <a:p>
          <a:pPr marL="114300" lvl="1" indent="-114300" algn="l" defTabSz="577850">
            <a:lnSpc>
              <a:spcPct val="90000"/>
            </a:lnSpc>
            <a:spcBef>
              <a:spcPct val="0"/>
            </a:spcBef>
            <a:spcAft>
              <a:spcPct val="15000"/>
            </a:spcAft>
            <a:buChar char="•"/>
          </a:pPr>
          <a:r>
            <a:rPr lang="en-US" sz="1300" kern="1200" dirty="0"/>
            <a:t>Easier to update, review, and enforce organization-wide.</a:t>
          </a:r>
        </a:p>
      </dsp:txBody>
      <dsp:txXfrm>
        <a:off x="1798129" y="979989"/>
        <a:ext cx="1573705" cy="2075219"/>
      </dsp:txXfrm>
    </dsp:sp>
    <dsp:sp modelId="{A104C3C0-94EB-4876-951C-34973E1D390B}">
      <dsp:nvSpPr>
        <dsp:cNvPr id="0" name=""/>
        <dsp:cNvSpPr/>
      </dsp:nvSpPr>
      <dsp:spPr>
        <a:xfrm>
          <a:off x="3592153" y="470719"/>
          <a:ext cx="1573705" cy="5092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Regular Access Reviews</a:t>
          </a:r>
        </a:p>
      </dsp:txBody>
      <dsp:txXfrm>
        <a:off x="3592153" y="470719"/>
        <a:ext cx="1573705" cy="509269"/>
      </dsp:txXfrm>
    </dsp:sp>
    <dsp:sp modelId="{9FCCD64D-20EA-4964-9C3D-C2AFCF000DEA}">
      <dsp:nvSpPr>
        <dsp:cNvPr id="0" name=""/>
        <dsp:cNvSpPr/>
      </dsp:nvSpPr>
      <dsp:spPr>
        <a:xfrm>
          <a:off x="3592153" y="979989"/>
          <a:ext cx="1573705" cy="20752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Conduct periodic audits to confirm users still need their assigned privileges.</a:t>
          </a:r>
        </a:p>
        <a:p>
          <a:pPr marL="114300" lvl="1" indent="-114300" algn="l" defTabSz="577850">
            <a:lnSpc>
              <a:spcPct val="90000"/>
            </a:lnSpc>
            <a:spcBef>
              <a:spcPct val="0"/>
            </a:spcBef>
            <a:spcAft>
              <a:spcPct val="15000"/>
            </a:spcAft>
            <a:buChar char="•"/>
          </a:pPr>
          <a:r>
            <a:rPr lang="en-US" sz="1300" kern="1200" dirty="0"/>
            <a:t>Revoke unnecessary permissions to reduce security risks.</a:t>
          </a:r>
        </a:p>
      </dsp:txBody>
      <dsp:txXfrm>
        <a:off x="3592153" y="979989"/>
        <a:ext cx="1573705" cy="2075219"/>
      </dsp:txXfrm>
    </dsp:sp>
    <dsp:sp modelId="{687E2C5F-6233-48C6-BB28-4E848F3C12B0}">
      <dsp:nvSpPr>
        <dsp:cNvPr id="0" name=""/>
        <dsp:cNvSpPr/>
      </dsp:nvSpPr>
      <dsp:spPr>
        <a:xfrm>
          <a:off x="5386177" y="470719"/>
          <a:ext cx="1573705" cy="5092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Detailed Logging &amp; Auditing</a:t>
          </a:r>
        </a:p>
      </dsp:txBody>
      <dsp:txXfrm>
        <a:off x="5386177" y="470719"/>
        <a:ext cx="1573705" cy="509269"/>
      </dsp:txXfrm>
    </dsp:sp>
    <dsp:sp modelId="{DD3420DD-F8AE-4C7C-A66C-275F62485166}">
      <dsp:nvSpPr>
        <dsp:cNvPr id="0" name=""/>
        <dsp:cNvSpPr/>
      </dsp:nvSpPr>
      <dsp:spPr>
        <a:xfrm>
          <a:off x="5386177" y="979989"/>
          <a:ext cx="1573705" cy="20752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Track who accessed what, when, and why.</a:t>
          </a:r>
        </a:p>
        <a:p>
          <a:pPr marL="114300" lvl="1" indent="-114300" algn="l" defTabSz="577850">
            <a:lnSpc>
              <a:spcPct val="90000"/>
            </a:lnSpc>
            <a:spcBef>
              <a:spcPct val="0"/>
            </a:spcBef>
            <a:spcAft>
              <a:spcPct val="15000"/>
            </a:spcAft>
            <a:buChar char="•"/>
          </a:pPr>
          <a:r>
            <a:rPr lang="en-US" sz="1300" kern="1200" dirty="0"/>
            <a:t>Helps detect anomalies and meet compliance requirements.</a:t>
          </a:r>
        </a:p>
      </dsp:txBody>
      <dsp:txXfrm>
        <a:off x="5386177" y="979989"/>
        <a:ext cx="1573705" cy="2075219"/>
      </dsp:txXfrm>
    </dsp:sp>
    <dsp:sp modelId="{D75C6C90-431C-4FAE-A596-C82A8A351610}">
      <dsp:nvSpPr>
        <dsp:cNvPr id="0" name=""/>
        <dsp:cNvSpPr/>
      </dsp:nvSpPr>
      <dsp:spPr>
        <a:xfrm>
          <a:off x="7180201" y="470719"/>
          <a:ext cx="1573705" cy="5092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Combine Roles &amp; Attributes</a:t>
          </a:r>
        </a:p>
      </dsp:txBody>
      <dsp:txXfrm>
        <a:off x="7180201" y="470719"/>
        <a:ext cx="1573705" cy="509269"/>
      </dsp:txXfrm>
    </dsp:sp>
    <dsp:sp modelId="{99F7CA45-2AD5-4CD7-BB3E-3581852DC1BB}">
      <dsp:nvSpPr>
        <dsp:cNvPr id="0" name=""/>
        <dsp:cNvSpPr/>
      </dsp:nvSpPr>
      <dsp:spPr>
        <a:xfrm>
          <a:off x="7180201" y="979989"/>
          <a:ext cx="1573705" cy="20752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Mix RBAC (roles) with ABAC (attributes like location, time, department) for granular access decisions.</a:t>
          </a:r>
        </a:p>
        <a:p>
          <a:pPr marL="114300" lvl="1" indent="-114300" algn="l" defTabSz="577850">
            <a:lnSpc>
              <a:spcPct val="90000"/>
            </a:lnSpc>
            <a:spcBef>
              <a:spcPct val="0"/>
            </a:spcBef>
            <a:spcAft>
              <a:spcPct val="15000"/>
            </a:spcAft>
            <a:buChar char="•"/>
          </a:pPr>
          <a:r>
            <a:rPr lang="en-US" sz="1300" kern="1200" dirty="0"/>
            <a:t>Achieves a balance of simplicity and precision.</a:t>
          </a:r>
        </a:p>
      </dsp:txBody>
      <dsp:txXfrm>
        <a:off x="7180201" y="979989"/>
        <a:ext cx="1573705" cy="207521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F93363-4B1F-4C8E-A6A8-E59E73B1D5DB}"/>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9F94A02-2C6F-4C3E-B8A6-F4E320ED106D}"/>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E053A15D-369C-476E-A4FD-27B2714E554A}" type="datetimeFigureOut">
              <a:rPr lang="en-US" smtClean="0"/>
              <a:t>3/10/2025</a:t>
            </a:fld>
            <a:endParaRPr lang="en-US"/>
          </a:p>
        </p:txBody>
      </p:sp>
      <p:sp>
        <p:nvSpPr>
          <p:cNvPr id="4" name="Footer Placeholder 3">
            <a:extLst>
              <a:ext uri="{FF2B5EF4-FFF2-40B4-BE49-F238E27FC236}">
                <a16:creationId xmlns:a16="http://schemas.microsoft.com/office/drawing/2014/main" id="{B4DC65AE-70C1-456E-BDCB-3BF147736CFA}"/>
              </a:ext>
            </a:extLst>
          </p:cNvPr>
          <p:cNvSpPr>
            <a:spLocks noGrp="1"/>
          </p:cNvSpPr>
          <p:nvPr>
            <p:ph type="ftr" sz="quarter" idx="2"/>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96D416F-24FB-46D6-8460-CBAA61BA370F}"/>
              </a:ext>
            </a:extLst>
          </p:cNvPr>
          <p:cNvSpPr>
            <a:spLocks noGrp="1"/>
          </p:cNvSpPr>
          <p:nvPr>
            <p:ph type="sldNum" sz="quarter" idx="3"/>
          </p:nvPr>
        </p:nvSpPr>
        <p:spPr>
          <a:xfrm>
            <a:off x="11387138" y="10748963"/>
            <a:ext cx="8712200" cy="566737"/>
          </a:xfrm>
          <a:prstGeom prst="rect">
            <a:avLst/>
          </a:prstGeom>
        </p:spPr>
        <p:txBody>
          <a:bodyPr vert="horz" lIns="91440" tIns="45720" rIns="91440" bIns="45720" rtlCol="0" anchor="b"/>
          <a:lstStyle>
            <a:lvl1pPr algn="r">
              <a:defRPr sz="1200"/>
            </a:lvl1pPr>
          </a:lstStyle>
          <a:p>
            <a:fld id="{FBF4DE49-BEC2-4CDB-9AEE-41A7BC71EE60}" type="slidenum">
              <a:rPr lang="en-US" smtClean="0"/>
              <a:t>‹#›</a:t>
            </a:fld>
            <a:endParaRPr lang="en-US"/>
          </a:p>
        </p:txBody>
      </p:sp>
    </p:spTree>
    <p:extLst>
      <p:ext uri="{BB962C8B-B14F-4D97-AF65-F5344CB8AC3E}">
        <p14:creationId xmlns:p14="http://schemas.microsoft.com/office/powerpoint/2010/main" val="587377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7BD8B44-2349-4EE3-B0D0-553C8A2F62DF}" type="datetimeFigureOut">
              <a:rPr lang="en-US" smtClean="0"/>
              <a:t>3/10/2025</a:t>
            </a:fld>
            <a:endParaRPr lang="en-US"/>
          </a:p>
        </p:txBody>
      </p:sp>
      <p:sp>
        <p:nvSpPr>
          <p:cNvPr id="4" name="Slide Image Placeholder 3"/>
          <p:cNvSpPr>
            <a:spLocks noGrp="1" noRot="1" noChangeAspect="1"/>
          </p:cNvSpPr>
          <p:nvPr>
            <p:ph type="sldImg" idx="2"/>
          </p:nvPr>
        </p:nvSpPr>
        <p:spPr>
          <a:xfrm>
            <a:off x="6656388" y="1414463"/>
            <a:ext cx="6791325" cy="381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5125"/>
            <a:ext cx="16084550" cy="4456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8963"/>
            <a:ext cx="8712200" cy="566737"/>
          </a:xfrm>
          <a:prstGeom prst="rect">
            <a:avLst/>
          </a:prstGeom>
        </p:spPr>
        <p:txBody>
          <a:bodyPr vert="horz" lIns="91440" tIns="45720" rIns="91440" bIns="45720" rtlCol="0" anchor="b"/>
          <a:lstStyle>
            <a:lvl1pPr algn="r">
              <a:defRPr sz="1200"/>
            </a:lvl1pPr>
          </a:lstStyle>
          <a:p>
            <a:fld id="{E3D9C5E5-9620-4FBC-AD03-52B8306EED06}" type="slidenum">
              <a:rPr lang="en-US" smtClean="0"/>
              <a:t>‹#›</a:t>
            </a:fld>
            <a:endParaRPr lang="en-US"/>
          </a:p>
        </p:txBody>
      </p:sp>
    </p:spTree>
    <p:extLst>
      <p:ext uri="{BB962C8B-B14F-4D97-AF65-F5344CB8AC3E}">
        <p14:creationId xmlns:p14="http://schemas.microsoft.com/office/powerpoint/2010/main" val="3355417413"/>
      </p:ext>
    </p:extLst>
  </p:cSld>
  <p:clrMap bg1="lt1" tx1="dk1" bg2="lt2" tx2="dk2" accent1="accent1" accent2="accent2" accent3="accent3" accent4="accent4" accent5="accent5" accent6="accent6" hlink="hlink" folHlink="folHlink"/>
  <p:notesStyle>
    <a:lvl1pPr marL="0" algn="l" defTabSz="914310" rtl="0" eaLnBrk="1" latinLnBrk="0" hangingPunct="1">
      <a:defRPr sz="1200" kern="1200">
        <a:solidFill>
          <a:schemeClr val="tx1"/>
        </a:solidFill>
        <a:latin typeface="+mn-lt"/>
        <a:ea typeface="+mn-ea"/>
        <a:cs typeface="+mn-cs"/>
      </a:defRPr>
    </a:lvl1pPr>
    <a:lvl2pPr marL="457154" algn="l" defTabSz="914310" rtl="0" eaLnBrk="1" latinLnBrk="0" hangingPunct="1">
      <a:defRPr sz="1200" kern="1200">
        <a:solidFill>
          <a:schemeClr val="tx1"/>
        </a:solidFill>
        <a:latin typeface="+mn-lt"/>
        <a:ea typeface="+mn-ea"/>
        <a:cs typeface="+mn-cs"/>
      </a:defRPr>
    </a:lvl2pPr>
    <a:lvl3pPr marL="914310" algn="l" defTabSz="914310" rtl="0" eaLnBrk="1" latinLnBrk="0" hangingPunct="1">
      <a:defRPr sz="1200" kern="1200">
        <a:solidFill>
          <a:schemeClr val="tx1"/>
        </a:solidFill>
        <a:latin typeface="+mn-lt"/>
        <a:ea typeface="+mn-ea"/>
        <a:cs typeface="+mn-cs"/>
      </a:defRPr>
    </a:lvl3pPr>
    <a:lvl4pPr marL="1371464" algn="l" defTabSz="914310" rtl="0" eaLnBrk="1" latinLnBrk="0" hangingPunct="1">
      <a:defRPr sz="1200" kern="1200">
        <a:solidFill>
          <a:schemeClr val="tx1"/>
        </a:solidFill>
        <a:latin typeface="+mn-lt"/>
        <a:ea typeface="+mn-ea"/>
        <a:cs typeface="+mn-cs"/>
      </a:defRPr>
    </a:lvl4pPr>
    <a:lvl5pPr marL="1828619" algn="l" defTabSz="914310" rtl="0" eaLnBrk="1" latinLnBrk="0" hangingPunct="1">
      <a:defRPr sz="1200" kern="1200">
        <a:solidFill>
          <a:schemeClr val="tx1"/>
        </a:solidFill>
        <a:latin typeface="+mn-lt"/>
        <a:ea typeface="+mn-ea"/>
        <a:cs typeface="+mn-cs"/>
      </a:defRPr>
    </a:lvl5pPr>
    <a:lvl6pPr marL="2285772" algn="l" defTabSz="914310" rtl="0" eaLnBrk="1" latinLnBrk="0" hangingPunct="1">
      <a:defRPr sz="1200" kern="1200">
        <a:solidFill>
          <a:schemeClr val="tx1"/>
        </a:solidFill>
        <a:latin typeface="+mn-lt"/>
        <a:ea typeface="+mn-ea"/>
        <a:cs typeface="+mn-cs"/>
      </a:defRPr>
    </a:lvl6pPr>
    <a:lvl7pPr marL="2742926" algn="l" defTabSz="914310" rtl="0" eaLnBrk="1" latinLnBrk="0" hangingPunct="1">
      <a:defRPr sz="1200" kern="1200">
        <a:solidFill>
          <a:schemeClr val="tx1"/>
        </a:solidFill>
        <a:latin typeface="+mn-lt"/>
        <a:ea typeface="+mn-ea"/>
        <a:cs typeface="+mn-cs"/>
      </a:defRPr>
    </a:lvl7pPr>
    <a:lvl8pPr marL="3200080" algn="l" defTabSz="914310" rtl="0" eaLnBrk="1" latinLnBrk="0" hangingPunct="1">
      <a:defRPr sz="1200" kern="1200">
        <a:solidFill>
          <a:schemeClr val="tx1"/>
        </a:solidFill>
        <a:latin typeface="+mn-lt"/>
        <a:ea typeface="+mn-ea"/>
        <a:cs typeface="+mn-cs"/>
      </a:defRPr>
    </a:lvl8pPr>
    <a:lvl9pPr marL="3657235" algn="l" defTabSz="91431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200502-0954-4D80-8041-A8298235E168}"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321740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1805698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48314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3481670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6579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29073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26671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22841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6B76AE-EDEC-4417-B5DA-F48574E3741F}"/>
              </a:ext>
            </a:extLst>
          </p:cNvPr>
          <p:cNvSpPr>
            <a:spLocks noGrp="1"/>
          </p:cNvSpPr>
          <p:nvPr>
            <p:ph type="title" hasCustomPrompt="1"/>
          </p:nvPr>
        </p:nvSpPr>
        <p:spPr>
          <a:xfrm>
            <a:off x="192991" y="107914"/>
            <a:ext cx="7886195" cy="553027"/>
          </a:xfrm>
          <a:prstGeom prst="rect">
            <a:avLst/>
          </a:prstGeom>
        </p:spPr>
        <p:txBody>
          <a:bodyPr vert="horz" lIns="91440" tIns="45720" rIns="91440" bIns="45720" rtlCol="0" anchor="t">
            <a:noAutofit/>
          </a:bodyPr>
          <a:lstStyle>
            <a:lvl1pPr>
              <a:defRPr lang="en-US" dirty="0"/>
            </a:lvl1pPr>
          </a:lstStyle>
          <a:p>
            <a:pPr lvl="0"/>
            <a:r>
              <a:rPr lang="en-US"/>
              <a:t>Click to add title</a:t>
            </a:r>
          </a:p>
        </p:txBody>
      </p:sp>
    </p:spTree>
    <p:extLst>
      <p:ext uri="{BB962C8B-B14F-4D97-AF65-F5344CB8AC3E}">
        <p14:creationId xmlns:p14="http://schemas.microsoft.com/office/powerpoint/2010/main" val="3285615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with content">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AFBCA571-01A8-4E95-9C00-697199307E24}"/>
              </a:ext>
            </a:extLst>
          </p:cNvPr>
          <p:cNvSpPr>
            <a:spLocks noGrp="1"/>
          </p:cNvSpPr>
          <p:nvPr>
            <p:ph type="title"/>
          </p:nvPr>
        </p:nvSpPr>
        <p:spPr>
          <a:xfrm>
            <a:off x="192991" y="107914"/>
            <a:ext cx="7886195" cy="553027"/>
          </a:xfrm>
        </p:spPr>
        <p:txBody>
          <a:bodyPr vert="horz" lIns="91440" tIns="45720" rIns="91440" bIns="45720" rtlCol="0" anchor="t">
            <a:noAutofit/>
          </a:bodyPr>
          <a:lstStyle>
            <a:lvl1pPr>
              <a:defRPr lang="en-US"/>
            </a:lvl1pPr>
          </a:lstStyle>
          <a:p>
            <a:pPr lvl="0"/>
            <a:r>
              <a:rPr lang="en-US"/>
              <a:t>Click to edit Master title style</a:t>
            </a:r>
          </a:p>
        </p:txBody>
      </p:sp>
      <p:sp>
        <p:nvSpPr>
          <p:cNvPr id="3" name="Text Placeholder 2">
            <a:extLst>
              <a:ext uri="{FF2B5EF4-FFF2-40B4-BE49-F238E27FC236}">
                <a16:creationId xmlns:a16="http://schemas.microsoft.com/office/drawing/2014/main" id="{628A8E08-2CD7-43E6-9FC9-C351E784697F}"/>
              </a:ext>
            </a:extLst>
          </p:cNvPr>
          <p:cNvSpPr>
            <a:spLocks noGrp="1"/>
          </p:cNvSpPr>
          <p:nvPr>
            <p:ph type="body" sz="quarter" idx="10"/>
          </p:nvPr>
        </p:nvSpPr>
        <p:spPr>
          <a:xfrm>
            <a:off x="464462" y="839933"/>
            <a:ext cx="7886195" cy="3263034"/>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5711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Click to edit Master title style</a:t>
            </a:r>
          </a:p>
        </p:txBody>
      </p:sp>
      <p:sp>
        <p:nvSpPr>
          <p:cNvPr id="5" name="Text Placeholder 4"/>
          <p:cNvSpPr>
            <a:spLocks noGrp="1"/>
          </p:cNvSpPr>
          <p:nvPr>
            <p:ph type="body" sz="quarter" idx="14" hasCustomPrompt="1"/>
          </p:nvPr>
        </p:nvSpPr>
        <p:spPr>
          <a:xfrm>
            <a:off x="4610100" y="4894419"/>
            <a:ext cx="2286000" cy="167640"/>
          </a:xfrm>
          <a:prstGeom prst="rect">
            <a:avLst/>
          </a:prstGeom>
        </p:spPr>
        <p:txBody>
          <a:bodyPr wrap="none">
            <a:noAutofit/>
          </a:bodyPr>
          <a:lstStyle>
            <a:lvl1pPr marL="0" indent="0" algn="r">
              <a:buNone/>
              <a:defRPr sz="800">
                <a:solidFill>
                  <a:schemeClr val="bg1">
                    <a:lumMod val="50000"/>
                  </a:schemeClr>
                </a:solidFill>
                <a:latin typeface="+mj-lt"/>
              </a:defRPr>
            </a:lvl1pPr>
          </a:lstStyle>
          <a:p>
            <a:pPr lvl="0"/>
            <a:r>
              <a:rPr lang="en-US"/>
              <a:t>TCS Confidential</a:t>
            </a:r>
          </a:p>
        </p:txBody>
      </p:sp>
      <p:sp>
        <p:nvSpPr>
          <p:cNvPr id="7" name="Text Placeholder 2"/>
          <p:cNvSpPr>
            <a:spLocks noGrp="1"/>
          </p:cNvSpPr>
          <p:nvPr>
            <p:ph idx="1"/>
          </p:nvPr>
        </p:nvSpPr>
        <p:spPr>
          <a:xfrm>
            <a:off x="403760" y="693709"/>
            <a:ext cx="8511639"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3"/>
            <a:endParaRPr lang="en-US"/>
          </a:p>
        </p:txBody>
      </p:sp>
    </p:spTree>
    <p:extLst>
      <p:ext uri="{BB962C8B-B14F-4D97-AF65-F5344CB8AC3E}">
        <p14:creationId xmlns:p14="http://schemas.microsoft.com/office/powerpoint/2010/main" val="29569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3065283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664103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545066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128546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546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939-6BD5-6D9A-C6E0-773DC6558828}"/>
              </a:ext>
            </a:extLst>
          </p:cNvPr>
          <p:cNvSpPr>
            <a:spLocks noGrp="1"/>
          </p:cNvSpPr>
          <p:nvPr>
            <p:ph type="title"/>
          </p:nvPr>
        </p:nvSpPr>
        <p:spPr>
          <a:xfrm>
            <a:off x="277814" y="2226193"/>
            <a:ext cx="2650475" cy="689291"/>
          </a:xfrm>
          <a:prstGeom prst="rect">
            <a:avLst/>
          </a:prstGeom>
        </p:spPr>
        <p:txBody>
          <a:bodyPr vert="horz" wrap="square" lIns="0" tIns="12065" rIns="0" bIns="0" rtlCol="0" anchor="ctr">
            <a:spAutoFit/>
          </a:bodyPr>
          <a:lstStyle>
            <a:lvl1pPr>
              <a:defRPr lang="en-IN" sz="2200" dirty="0"/>
            </a:lvl1pPr>
          </a:lstStyle>
          <a:p>
            <a:pPr marL="5776" lvl="0">
              <a:lnSpc>
                <a:spcPct val="100000"/>
              </a:lnSpc>
              <a:spcBef>
                <a:spcPts val="43"/>
              </a:spcBef>
            </a:pPr>
            <a:r>
              <a:rPr lang="en-US" dirty="0"/>
              <a:t>Click to edit Master title style</a:t>
            </a:r>
            <a:endParaRPr lang="en-IN" dirty="0"/>
          </a:p>
        </p:txBody>
      </p:sp>
    </p:spTree>
    <p:extLst>
      <p:ext uri="{BB962C8B-B14F-4D97-AF65-F5344CB8AC3E}">
        <p14:creationId xmlns:p14="http://schemas.microsoft.com/office/powerpoint/2010/main" val="3740616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4353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
        <p:nvSpPr>
          <p:cNvPr id="16" name="Picture Placeholder 15">
            <a:extLst>
              <a:ext uri="{FF2B5EF4-FFF2-40B4-BE49-F238E27FC236}">
                <a16:creationId xmlns:a16="http://schemas.microsoft.com/office/drawing/2014/main" id="{C9950366-8950-4BD8-A107-00F386B8B2D5}"/>
              </a:ext>
            </a:extLst>
          </p:cNvPr>
          <p:cNvSpPr>
            <a:spLocks noGrp="1"/>
          </p:cNvSpPr>
          <p:nvPr>
            <p:ph type="pic" sz="quarter" idx="12"/>
          </p:nvPr>
        </p:nvSpPr>
        <p:spPr>
          <a:xfrm>
            <a:off x="4398264" y="1354933"/>
            <a:ext cx="4745736" cy="3163094"/>
          </a:xfrm>
          <a:noFill/>
          <a:ln>
            <a:noFill/>
          </a:ln>
        </p:spPr>
        <p:txBody>
          <a:bodyPr vert="horz" wrap="square" lIns="0" tIns="17145" rIns="0" bIns="0" rtlCol="0" anchor="ctr" anchorCtr="0">
            <a:noAutofit/>
          </a:bodyPr>
          <a:lstStyle>
            <a:lvl1pPr marL="0" indent="0" algn="ctr">
              <a:buFont typeface="Arial" panose="020B0604020202020204" pitchFamily="34" charset="0"/>
              <a:buNone/>
              <a:defRPr lang="en-US" sz="3600" b="1">
                <a:solidFill>
                  <a:schemeClr val="bg1"/>
                </a:solidFill>
              </a:defRPr>
            </a:lvl1pPr>
          </a:lstStyle>
          <a:p>
            <a:pPr marL="571472" lvl="0" indent="-571472" algn="ctr">
              <a:buClr>
                <a:srgbClr val="808285"/>
              </a:buClr>
            </a:pPr>
            <a:endParaRPr lang="en-US"/>
          </a:p>
        </p:txBody>
      </p:sp>
    </p:spTree>
    <p:extLst>
      <p:ext uri="{BB962C8B-B14F-4D97-AF65-F5344CB8AC3E}">
        <p14:creationId xmlns:p14="http://schemas.microsoft.com/office/powerpoint/2010/main" val="3678939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chemeClr val="tx1"/>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
        <p:nvSpPr>
          <p:cNvPr id="16" name="Picture Placeholder 15">
            <a:extLst>
              <a:ext uri="{FF2B5EF4-FFF2-40B4-BE49-F238E27FC236}">
                <a16:creationId xmlns:a16="http://schemas.microsoft.com/office/drawing/2014/main" id="{C9950366-8950-4BD8-A107-00F386B8B2D5}"/>
              </a:ext>
            </a:extLst>
          </p:cNvPr>
          <p:cNvSpPr>
            <a:spLocks noGrp="1"/>
          </p:cNvSpPr>
          <p:nvPr>
            <p:ph type="pic" sz="quarter" idx="12"/>
          </p:nvPr>
        </p:nvSpPr>
        <p:spPr>
          <a:xfrm>
            <a:off x="4398264" y="1354933"/>
            <a:ext cx="4745736" cy="3163094"/>
          </a:xfrm>
          <a:noFill/>
          <a:ln>
            <a:noFill/>
          </a:ln>
        </p:spPr>
        <p:txBody>
          <a:bodyPr vert="horz" wrap="square" lIns="0" tIns="17145" rIns="0" bIns="0" rtlCol="0" anchor="ctr" anchorCtr="0">
            <a:noAutofit/>
          </a:bodyPr>
          <a:lstStyle>
            <a:lvl1pPr marL="0" indent="0" algn="ctr">
              <a:buFont typeface="Arial" panose="020B0604020202020204" pitchFamily="34" charset="0"/>
              <a:buNone/>
              <a:defRPr lang="en-US" sz="3600" b="1">
                <a:solidFill>
                  <a:schemeClr val="tx1"/>
                </a:solidFill>
              </a:defRPr>
            </a:lvl1pPr>
          </a:lstStyle>
          <a:p>
            <a:pPr marL="571472" lvl="0" indent="-571472" algn="ctr">
              <a:buClr>
                <a:srgbClr val="808285"/>
              </a:buClr>
            </a:pPr>
            <a:endParaRPr lang="en-US"/>
          </a:p>
        </p:txBody>
      </p:sp>
    </p:spTree>
    <p:extLst>
      <p:ext uri="{BB962C8B-B14F-4D97-AF65-F5344CB8AC3E}">
        <p14:creationId xmlns:p14="http://schemas.microsoft.com/office/powerpoint/2010/main" val="19606830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3610399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chemeClr val="tx1"/>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3618170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748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1252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with content">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AFBCA571-01A8-4E95-9C00-697199307E24}"/>
              </a:ext>
            </a:extLst>
          </p:cNvPr>
          <p:cNvSpPr>
            <a:spLocks noGrp="1"/>
          </p:cNvSpPr>
          <p:nvPr>
            <p:ph type="title"/>
          </p:nvPr>
        </p:nvSpPr>
        <p:spPr>
          <a:xfrm>
            <a:off x="192992" y="107915"/>
            <a:ext cx="7886195" cy="553027"/>
          </a:xfrm>
        </p:spPr>
        <p:txBody>
          <a:bodyPr vert="horz" lIns="91440" tIns="45720" rIns="91440" bIns="45720" rtlCol="0" anchor="t">
            <a:noAutofit/>
          </a:bodyPr>
          <a:lstStyle>
            <a:lvl1pPr>
              <a:defRPr lang="en-US"/>
            </a:lvl1pPr>
          </a:lstStyle>
          <a:p>
            <a:pPr lvl="0"/>
            <a:r>
              <a:rPr lang="en-US"/>
              <a:t>Click to edit Master title style</a:t>
            </a:r>
          </a:p>
        </p:txBody>
      </p:sp>
      <p:sp>
        <p:nvSpPr>
          <p:cNvPr id="3" name="Text Placeholder 2">
            <a:extLst>
              <a:ext uri="{FF2B5EF4-FFF2-40B4-BE49-F238E27FC236}">
                <a16:creationId xmlns:a16="http://schemas.microsoft.com/office/drawing/2014/main" id="{628A8E08-2CD7-43E6-9FC9-C351E784697F}"/>
              </a:ext>
            </a:extLst>
          </p:cNvPr>
          <p:cNvSpPr>
            <a:spLocks noGrp="1"/>
          </p:cNvSpPr>
          <p:nvPr>
            <p:ph type="body" sz="quarter" idx="10"/>
          </p:nvPr>
        </p:nvSpPr>
        <p:spPr>
          <a:xfrm>
            <a:off x="464463" y="839933"/>
            <a:ext cx="7886195" cy="3263034"/>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10802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6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microsoft.com/office/2007/relationships/hdphoto" Target="../media/hdphoto2.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3.xml"/><Relationship Id="rId7" Type="http://schemas.microsoft.com/office/2007/relationships/hdphoto" Target="../media/hdphoto1.wdp"/><Relationship Id="rId12"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1.png"/><Relationship Id="rId11" Type="http://schemas.openxmlformats.org/officeDocument/2006/relationships/image" Target="../media/image4.svg"/><Relationship Id="rId5" Type="http://schemas.openxmlformats.org/officeDocument/2006/relationships/theme" Target="../theme/theme2.xml"/><Relationship Id="rId10" Type="http://schemas.openxmlformats.org/officeDocument/2006/relationships/image" Target="../media/image3.png"/><Relationship Id="rId4" Type="http://schemas.openxmlformats.org/officeDocument/2006/relationships/slideLayout" Target="../slideLayouts/slideLayout14.xml"/><Relationship Id="rId9" Type="http://schemas.microsoft.com/office/2007/relationships/hdphoto" Target="../media/hdphoto2.wdp"/></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6.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4.sv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svg"/><Relationship Id="rId2" Type="http://schemas.openxmlformats.org/officeDocument/2006/relationships/theme" Target="../theme/theme5.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svg"/><Relationship Id="rId9" Type="http://schemas.microsoft.com/office/2007/relationships/hdphoto" Target="../media/hdphoto3.wdp"/></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6.xml"/><Relationship Id="rId1" Type="http://schemas.openxmlformats.org/officeDocument/2006/relationships/slideLayout" Target="../slideLayouts/slideLayout20.xml"/><Relationship Id="rId5" Type="http://schemas.openxmlformats.org/officeDocument/2006/relationships/image" Target="../media/image6.png"/><Relationship Id="rId4" Type="http://schemas.openxmlformats.org/officeDocument/2006/relationships/image" Target="../media/image4.sv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1.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8.sv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8.xml"/><Relationship Id="rId1" Type="http://schemas.openxmlformats.org/officeDocument/2006/relationships/slideLayout" Target="../slideLayouts/slideLayout2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8.svg"/></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6.png"/><Relationship Id="rId5" Type="http://schemas.openxmlformats.org/officeDocument/2006/relationships/image" Target="../media/image4.svg"/><Relationship Id="rId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10.xml"/><Relationship Id="rId1" Type="http://schemas.openxmlformats.org/officeDocument/2006/relationships/slideLayout" Target="../slideLayouts/slideLayout25.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8.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92994" y="107917"/>
            <a:ext cx="7886195" cy="553027"/>
          </a:xfrm>
          <a:prstGeom prst="rect">
            <a:avLst/>
          </a:prstGeom>
        </p:spPr>
        <p:txBody>
          <a:bodyPr vert="horz" lIns="91440" tIns="45720" rIns="91440" bIns="45720" rtlCol="0" anchor="t">
            <a:noAutofit/>
          </a:bodyPr>
          <a:lstStyle/>
          <a:p>
            <a:pPr lvl="0" defTabSz="914310"/>
            <a:r>
              <a:rPr lang="en-US"/>
              <a:t>Click to edit Master title style</a:t>
            </a:r>
            <a:endParaRPr lang="en-IN" dirty="0"/>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851829"/>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304D14DC-BF94-9E10-B09A-E89A386DEB11}"/>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IN" sz="700"/>
            </a:lvl1pPr>
          </a:lstStyle>
          <a:p>
            <a:r>
              <a:rPr lang="en-IN"/>
              <a:t>TCS confidential</a:t>
            </a:r>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700" b="1" smtClean="0">
                <a:solidFill>
                  <a:schemeClr val="bg1">
                    <a:lumMod val="50000"/>
                  </a:schemeClr>
                </a:solidFill>
                <a:latin typeface="+mj-lt"/>
                <a:cs typeface="Arial" pitchFamily="34" charset="0"/>
              </a:defRPr>
            </a:lvl1pPr>
          </a:lstStyle>
          <a:p>
            <a:pPr algn="ctr" defTabSz="914355"/>
            <a:fld id="{662A0901-ACEF-4BE9-9C8C-C119B421173E}" type="slidenum">
              <a:rPr lang="en-IN" smtClean="0"/>
              <a:pPr algn="ctr" defTabSz="914355"/>
              <a:t>‹#›</a:t>
            </a:fld>
            <a:endParaRPr lang="en-IN"/>
          </a:p>
        </p:txBody>
      </p:sp>
      <p:pic>
        <p:nvPicPr>
          <p:cNvPr id="7" name="Picture 6">
            <a:extLst>
              <a:ext uri="{FF2B5EF4-FFF2-40B4-BE49-F238E27FC236}">
                <a16:creationId xmlns:a16="http://schemas.microsoft.com/office/drawing/2014/main" id="{4DCE2272-ED9B-DD02-B7B0-029616CF6AB1}"/>
              </a:ext>
            </a:extLst>
          </p:cNvPr>
          <p:cNvPicPr>
            <a:picLocks noChangeAspect="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8428379" y="4647630"/>
            <a:ext cx="435969" cy="387958"/>
          </a:xfrm>
          <a:prstGeom prst="rect">
            <a:avLst/>
          </a:prstGeom>
        </p:spPr>
      </p:pic>
      <p:pic>
        <p:nvPicPr>
          <p:cNvPr id="8" name="Picture 7" descr="A close-up of a sign&#10;&#10;Description automatically generated">
            <a:extLst>
              <a:ext uri="{FF2B5EF4-FFF2-40B4-BE49-F238E27FC236}">
                <a16:creationId xmlns:a16="http://schemas.microsoft.com/office/drawing/2014/main" id="{CAE4914F-666B-70AC-6C67-9424F69EF375}"/>
              </a:ext>
            </a:extLst>
          </p:cNvPr>
          <p:cNvPicPr>
            <a:picLocks noChangeAspect="1"/>
          </p:cNvPicPr>
          <p:nvPr userDrawn="1"/>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85750" y="4733063"/>
            <a:ext cx="1266904" cy="302523"/>
          </a:xfrm>
          <a:prstGeom prst="rect">
            <a:avLst/>
          </a:prstGeom>
        </p:spPr>
      </p:pic>
      <p:cxnSp>
        <p:nvCxnSpPr>
          <p:cNvPr id="10" name="Straight Connector 9">
            <a:extLst>
              <a:ext uri="{FF2B5EF4-FFF2-40B4-BE49-F238E27FC236}">
                <a16:creationId xmlns:a16="http://schemas.microsoft.com/office/drawing/2014/main" id="{204A0732-89C6-3C17-1231-F15060AB29F0}"/>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98090"/>
      </p:ext>
    </p:extLst>
  </p:cSld>
  <p:clrMap bg1="lt1" tx1="dk1" bg2="lt2" tx2="dk2" accent1="accent1" accent2="accent2" accent3="accent3" accent4="accent4" accent5="accent5" accent6="accent6" hlink="hlink" folHlink="folHlink"/>
  <p:sldLayoutIdLst>
    <p:sldLayoutId id="2147483888" r:id="rId1"/>
    <p:sldLayoutId id="2147483892" r:id="rId2"/>
    <p:sldLayoutId id="2147483893" r:id="rId3"/>
    <p:sldLayoutId id="2147483935" r:id="rId4"/>
    <p:sldLayoutId id="2147483953" r:id="rId5"/>
    <p:sldLayoutId id="2147483966" r:id="rId6"/>
    <p:sldLayoutId id="2147483979" r:id="rId7"/>
    <p:sldLayoutId id="2147483981" r:id="rId8"/>
    <p:sldLayoutId id="2147483982" r:id="rId9"/>
    <p:sldLayoutId id="2147483989" r:id="rId10"/>
  </p:sldLayoutIdLst>
  <p:hf hdr="0" dt="0"/>
  <p:txStyles>
    <p:titleStyle>
      <a:lvl1pPr algn="l" defTabSz="914355" rtl="0" eaLnBrk="1" latinLnBrk="0" hangingPunct="1">
        <a:lnSpc>
          <a:spcPct val="90000"/>
        </a:lnSpc>
        <a:spcBef>
          <a:spcPct val="0"/>
        </a:spcBef>
        <a:buNone/>
        <a:defRPr lang="en-IN" sz="2100" b="0" kern="0" baseline="0" dirty="0" smtClean="0">
          <a:solidFill>
            <a:srgbClr val="4E84C4"/>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userDrawn="1">
          <p15:clr>
            <a:srgbClr val="F26B43"/>
          </p15:clr>
        </p15:guide>
        <p15:guide id="2" pos="172" userDrawn="1">
          <p15:clr>
            <a:srgbClr val="F26B43"/>
          </p15:clr>
        </p15:guide>
        <p15:guide id="3" pos="5573" userDrawn="1">
          <p15:clr>
            <a:srgbClr val="F26B43"/>
          </p15:clr>
        </p15:guide>
        <p15:guide id="4" orient="horz" pos="1720" userDrawn="1">
          <p15:clr>
            <a:srgbClr val="F26B43"/>
          </p15:clr>
        </p15:guide>
        <p15:guide id="5" orient="horz" pos="2916" userDrawn="1">
          <p15:clr>
            <a:srgbClr val="F26B43"/>
          </p15:clr>
        </p15:guide>
        <p15:guide id="6" orient="horz" pos="531" userDrawn="1">
          <p15:clr>
            <a:srgbClr val="F26B43"/>
          </p15:clr>
        </p15:guide>
        <p15:guide id="7"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92994" y="107917"/>
            <a:ext cx="7886195" cy="553027"/>
          </a:xfrm>
          <a:prstGeom prst="rect">
            <a:avLst/>
          </a:prstGeom>
        </p:spPr>
        <p:txBody>
          <a:bodyPr vert="horz" lIns="91440" tIns="45720" rIns="91440" bIns="45720" rtlCol="0" anchor="t">
            <a:noAutofit/>
          </a:bodyPr>
          <a:lstStyle/>
          <a:p>
            <a:pPr lvl="0" defTabSz="914310"/>
            <a:r>
              <a:rPr lang="en-US" dirty="0"/>
              <a:t>Click to edit Master title style</a:t>
            </a:r>
            <a:endParaRPr lang="en-IN" dirty="0"/>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851829"/>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304D14DC-BF94-9E10-B09A-E89A386DEB11}"/>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IN" sz="700">
                <a:solidFill>
                  <a:schemeClr val="bg1"/>
                </a:solidFill>
              </a:defRPr>
            </a:lvl1pPr>
          </a:lstStyle>
          <a:p>
            <a:r>
              <a:rPr lang="en-IN"/>
              <a:t>TCS confidential</a:t>
            </a:r>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700" b="1" smtClean="0">
                <a:solidFill>
                  <a:schemeClr val="bg1">
                    <a:lumMod val="95000"/>
                  </a:schemeClr>
                </a:solidFill>
                <a:latin typeface="+mj-lt"/>
                <a:cs typeface="Arial" pitchFamily="34" charset="0"/>
              </a:defRPr>
            </a:lvl1pPr>
          </a:lstStyle>
          <a:p>
            <a:pPr algn="ctr" defTabSz="914355"/>
            <a:fld id="{662A0901-ACEF-4BE9-9C8C-C119B421173E}" type="slidenum">
              <a:rPr lang="en-IN" smtClean="0"/>
              <a:pPr algn="ctr" defTabSz="914355"/>
              <a:t>‹#›</a:t>
            </a:fld>
            <a:endParaRPr lang="en-IN" dirty="0"/>
          </a:p>
        </p:txBody>
      </p:sp>
      <p:pic>
        <p:nvPicPr>
          <p:cNvPr id="7" name="Picture 6">
            <a:extLst>
              <a:ext uri="{FF2B5EF4-FFF2-40B4-BE49-F238E27FC236}">
                <a16:creationId xmlns:a16="http://schemas.microsoft.com/office/drawing/2014/main" id="{4DCE2272-ED9B-DD02-B7B0-029616CF6AB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8428379" y="4647630"/>
            <a:ext cx="435969" cy="387958"/>
          </a:xfrm>
          <a:prstGeom prst="rect">
            <a:avLst/>
          </a:prstGeom>
        </p:spPr>
      </p:pic>
      <p:pic>
        <p:nvPicPr>
          <p:cNvPr id="8" name="Picture 7" descr="A close-up of a sign&#10;&#10;Description automatically generated">
            <a:extLst>
              <a:ext uri="{FF2B5EF4-FFF2-40B4-BE49-F238E27FC236}">
                <a16:creationId xmlns:a16="http://schemas.microsoft.com/office/drawing/2014/main" id="{CAE4914F-666B-70AC-6C67-9424F69EF375}"/>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85750" y="4733063"/>
            <a:ext cx="1266904" cy="302523"/>
          </a:xfrm>
          <a:prstGeom prst="rect">
            <a:avLst/>
          </a:prstGeom>
        </p:spPr>
      </p:pic>
      <p:cxnSp>
        <p:nvCxnSpPr>
          <p:cNvPr id="10" name="Straight Connector 9">
            <a:extLst>
              <a:ext uri="{FF2B5EF4-FFF2-40B4-BE49-F238E27FC236}">
                <a16:creationId xmlns:a16="http://schemas.microsoft.com/office/drawing/2014/main" id="{204A0732-89C6-3C17-1231-F15060AB29F0}"/>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FCA1EE8-7685-8A5C-F7B5-D9CDCDF1C2CB}"/>
              </a:ext>
            </a:extLst>
          </p:cNvPr>
          <p:cNvGrpSpPr/>
          <p:nvPr userDrawn="1"/>
        </p:nvGrpSpPr>
        <p:grpSpPr>
          <a:xfrm>
            <a:off x="222334" y="4643165"/>
            <a:ext cx="8653640" cy="412511"/>
            <a:chOff x="254128" y="4647628"/>
            <a:chExt cx="8604122" cy="410150"/>
          </a:xfrm>
        </p:grpSpPr>
        <p:pic>
          <p:nvPicPr>
            <p:cNvPr id="9" name="Graphic 8">
              <a:extLst>
                <a:ext uri="{FF2B5EF4-FFF2-40B4-BE49-F238E27FC236}">
                  <a16:creationId xmlns:a16="http://schemas.microsoft.com/office/drawing/2014/main" id="{40CB5E8C-5F6B-E6F8-FC0B-CED55772653C}"/>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6534" b="36534"/>
            <a:stretch/>
          </p:blipFill>
          <p:spPr>
            <a:xfrm>
              <a:off x="254128" y="4708634"/>
              <a:ext cx="1296349" cy="349144"/>
            </a:xfrm>
            <a:prstGeom prst="rect">
              <a:avLst/>
            </a:prstGeom>
          </p:spPr>
        </p:pic>
        <p:pic>
          <p:nvPicPr>
            <p:cNvPr id="11" name="Picture 10">
              <a:extLst>
                <a:ext uri="{FF2B5EF4-FFF2-40B4-BE49-F238E27FC236}">
                  <a16:creationId xmlns:a16="http://schemas.microsoft.com/office/drawing/2014/main" id="{A74C8A49-D7E5-1E10-B435-3654E345A545}"/>
                </a:ext>
              </a:extLst>
            </p:cNvPr>
            <p:cNvPicPr>
              <a:picLocks noChangeAspect="1"/>
            </p:cNvPicPr>
            <p:nvPr userDrawn="1"/>
          </p:nvPicPr>
          <p:blipFill>
            <a:blip r:embed="rId12">
              <a:biLevel thresh="25000"/>
              <a:extLst>
                <a:ext uri="{28A0092B-C50C-407E-A947-70E740481C1C}">
                  <a14:useLocalDpi xmlns:a14="http://schemas.microsoft.com/office/drawing/2010/main" val="0"/>
                </a:ext>
              </a:extLst>
            </a:blip>
            <a:srcRect l="728" r="728"/>
            <a:stretch/>
          </p:blipFill>
          <p:spPr>
            <a:xfrm>
              <a:off x="8422281" y="4647628"/>
              <a:ext cx="435969" cy="387958"/>
            </a:xfrm>
            <a:prstGeom prst="rect">
              <a:avLst/>
            </a:prstGeom>
          </p:spPr>
        </p:pic>
      </p:grpSp>
    </p:spTree>
    <p:extLst>
      <p:ext uri="{BB962C8B-B14F-4D97-AF65-F5344CB8AC3E}">
        <p14:creationId xmlns:p14="http://schemas.microsoft.com/office/powerpoint/2010/main" val="671625438"/>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Lst>
  <p:hf hdr="0" dt="0"/>
  <p:txStyles>
    <p:titleStyle>
      <a:lvl1pPr algn="l" defTabSz="914355" rtl="0" eaLnBrk="1" latinLnBrk="0" hangingPunct="1">
        <a:lnSpc>
          <a:spcPct val="90000"/>
        </a:lnSpc>
        <a:spcBef>
          <a:spcPct val="0"/>
        </a:spcBef>
        <a:buNone/>
        <a:defRPr lang="en-IN" sz="2100" b="0" kern="0" baseline="0" dirty="0" smtClean="0">
          <a:solidFill>
            <a:schemeClr val="bg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bg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bg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bg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userDrawn="1">
          <p15:clr>
            <a:srgbClr val="F26B43"/>
          </p15:clr>
        </p15:guide>
        <p15:guide id="2" pos="172" userDrawn="1">
          <p15:clr>
            <a:srgbClr val="F26B43"/>
          </p15:clr>
        </p15:guide>
        <p15:guide id="3" pos="5573" userDrawn="1">
          <p15:clr>
            <a:srgbClr val="F26B43"/>
          </p15:clr>
        </p15:guide>
        <p15:guide id="4" orient="horz" pos="1720" userDrawn="1">
          <p15:clr>
            <a:srgbClr val="F26B43"/>
          </p15:clr>
        </p15:guide>
        <p15:guide id="5" orient="horz" pos="2916" userDrawn="1">
          <p15:clr>
            <a:srgbClr val="F26B43"/>
          </p15:clr>
        </p15:guide>
        <p15:guide id="6" orient="horz" pos="531" userDrawn="1">
          <p15:clr>
            <a:srgbClr val="F26B43"/>
          </p15:clr>
        </p15:guide>
        <p15:guide id="7"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F83842-6792-443C-8ADD-548A11D67CE1}"/>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E3AF219F-7EEE-4E0A-BE98-F63760BECB6A}"/>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4CA941-F2C4-474E-A1C0-87930FACB8D8}"/>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4" name="Rectangle 13">
            <a:extLst>
              <a:ext uri="{FF2B5EF4-FFF2-40B4-BE49-F238E27FC236}">
                <a16:creationId xmlns:a16="http://schemas.microsoft.com/office/drawing/2014/main" id="{86750701-58D4-4101-89A4-E4C0613A06D1}"/>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BEC3F55E-80C5-FA58-BEE1-B1EA909AB2F1}"/>
              </a:ext>
            </a:extLst>
          </p:cNvPr>
          <p:cNvGrpSpPr/>
          <p:nvPr userDrawn="1"/>
        </p:nvGrpSpPr>
        <p:grpSpPr>
          <a:xfrm>
            <a:off x="219079" y="113253"/>
            <a:ext cx="8647111" cy="504364"/>
            <a:chOff x="219077" y="100726"/>
            <a:chExt cx="8647111" cy="504364"/>
          </a:xfrm>
        </p:grpSpPr>
        <p:pic>
          <p:nvPicPr>
            <p:cNvPr id="3" name="Graphic 2">
              <a:extLst>
                <a:ext uri="{FF2B5EF4-FFF2-40B4-BE49-F238E27FC236}">
                  <a16:creationId xmlns:a16="http://schemas.microsoft.com/office/drawing/2014/main" id="{0485C5A4-B4D1-7A55-6E82-3E12E35D3F5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36534" b="36534"/>
            <a:stretch/>
          </p:blipFill>
          <p:spPr>
            <a:xfrm>
              <a:off x="219077" y="169836"/>
              <a:ext cx="1616067" cy="435254"/>
            </a:xfrm>
            <a:prstGeom prst="rect">
              <a:avLst/>
            </a:prstGeom>
          </p:spPr>
        </p:pic>
        <p:pic>
          <p:nvPicPr>
            <p:cNvPr id="4" name="Picture 3" descr="A white logo on a black background&#10;&#10;Description automatically generated">
              <a:extLst>
                <a:ext uri="{FF2B5EF4-FFF2-40B4-BE49-F238E27FC236}">
                  <a16:creationId xmlns:a16="http://schemas.microsoft.com/office/drawing/2014/main" id="{2EED0747-E087-BD83-3541-DFDDE1A93175}"/>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4280885665"/>
      </p:ext>
    </p:extLst>
  </p:cSld>
  <p:clrMap bg1="lt1" tx1="dk1" bg2="lt2" tx2="dk2" accent1="accent1" accent2="accent2" accent3="accent3" accent4="accent4" accent5="accent5" accent6="accent6" hlink="hlink" folHlink="folHlink"/>
  <p:sldLayoutIdLst>
    <p:sldLayoutId id="2147483828" r:id="rId1"/>
    <p:sldLayoutId id="2147483875" r:id="rId2"/>
    <p:sldLayoutId id="2147483829" r:id="rId3"/>
  </p:sldLayoutIdLst>
  <p:hf hdr="0" dt="0"/>
  <p:txStyles>
    <p:titleStyle>
      <a:lvl1pPr algn="l" defTabSz="914310" rtl="0" eaLnBrk="1" latinLnBrk="0" hangingPunct="1">
        <a:lnSpc>
          <a:spcPct val="90000"/>
        </a:lnSpc>
        <a:spcBef>
          <a:spcPct val="0"/>
        </a:spcBef>
        <a:buNone/>
        <a:defRPr lang="en-US" sz="21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360" userDrawn="1">
          <p15:clr>
            <a:srgbClr val="F26B43"/>
          </p15:clr>
        </p15:guide>
        <p15:guide id="5" orient="horz" pos="529" userDrawn="1">
          <p15:clr>
            <a:srgbClr val="F26B43"/>
          </p15:clr>
        </p15:guide>
        <p15:guide id="6" orient="horz" pos="2916"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9" y="1276354"/>
            <a:ext cx="4042988" cy="381515"/>
          </a:xfrm>
          <a:prstGeom prst="rect">
            <a:avLst/>
          </a:prstGeom>
        </p:spPr>
        <p:txBody>
          <a:bodyPr vert="horz" wrap="square" lIns="0" tIns="12065" rIns="0" bIns="0" rtlCol="0">
            <a:noAutofit/>
          </a:bodyPr>
          <a:lstStyle/>
          <a:p>
            <a:pPr lvl="0"/>
            <a:r>
              <a:rPr lang="en-US" dirty="0"/>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719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6" name="Rectangle 5">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A5F41ADF-2946-F2A4-0F88-938D9F13F88B}"/>
              </a:ext>
            </a:extLst>
          </p:cNvPr>
          <p:cNvGrpSpPr/>
          <p:nvPr userDrawn="1"/>
        </p:nvGrpSpPr>
        <p:grpSpPr>
          <a:xfrm>
            <a:off x="219079" y="120396"/>
            <a:ext cx="8647111" cy="504364"/>
            <a:chOff x="219077" y="100726"/>
            <a:chExt cx="8647111" cy="504364"/>
          </a:xfrm>
        </p:grpSpPr>
        <p:pic>
          <p:nvPicPr>
            <p:cNvPr id="3" name="Graphic 2">
              <a:extLst>
                <a:ext uri="{FF2B5EF4-FFF2-40B4-BE49-F238E27FC236}">
                  <a16:creationId xmlns:a16="http://schemas.microsoft.com/office/drawing/2014/main" id="{7382C60E-DA0A-B2F6-5CCF-04E5A607C5D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169836"/>
              <a:ext cx="1616067" cy="435254"/>
            </a:xfrm>
            <a:prstGeom prst="rect">
              <a:avLst/>
            </a:prstGeom>
          </p:spPr>
        </p:pic>
        <p:pic>
          <p:nvPicPr>
            <p:cNvPr id="13" name="Picture 12" descr="A white logo on a black background&#10;&#10;Description automatically generated">
              <a:extLst>
                <a:ext uri="{FF2B5EF4-FFF2-40B4-BE49-F238E27FC236}">
                  <a16:creationId xmlns:a16="http://schemas.microsoft.com/office/drawing/2014/main" id="{91C5FDC1-4409-9D27-E107-7DF174E38318}"/>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1095749955"/>
      </p:ext>
    </p:extLst>
  </p:cSld>
  <p:clrMap bg1="lt1" tx1="dk1" bg2="lt2" tx2="dk2" accent1="accent1" accent2="accent2" accent3="accent3" accent4="accent4" accent5="accent5" accent6="accent6" hlink="hlink" folHlink="folHlink"/>
  <p:sldLayoutIdLst>
    <p:sldLayoutId id="2147483648" r:id="rId1"/>
  </p:sldLayoutIdLst>
  <p:hf hdr="0" dt="0"/>
  <p:txStyles>
    <p:titleStyle>
      <a:lvl1pPr algn="l" defTabSz="914355" rtl="0" eaLnBrk="1" latinLnBrk="0" hangingPunct="1">
        <a:lnSpc>
          <a:spcPct val="100000"/>
        </a:lnSpc>
        <a:spcBef>
          <a:spcPct val="0"/>
        </a:spcBef>
        <a:buNone/>
        <a:defRPr lang="en-US" sz="2400" b="0" i="0" kern="0" spc="-5" baseline="0" dirty="0">
          <a:solidFill>
            <a:srgbClr val="F4F3F9"/>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94001" y="1276354"/>
            <a:ext cx="4042988" cy="381515"/>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9400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8" name="Rectangle 7">
            <a:extLst>
              <a:ext uri="{FF2B5EF4-FFF2-40B4-BE49-F238E27FC236}">
                <a16:creationId xmlns:a16="http://schemas.microsoft.com/office/drawing/2014/main" id="{1DA4006B-35B5-4917-8DF4-E3AC5FD8F23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1FC735E-CC28-4305-8172-FA3E342C4919}"/>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F6E633C-CDA1-4590-8A4C-EC1DEA930983}"/>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72DE660D-A715-4BFA-88E2-2E56B38B4814}"/>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13" name="Group 12">
            <a:extLst>
              <a:ext uri="{FF2B5EF4-FFF2-40B4-BE49-F238E27FC236}">
                <a16:creationId xmlns:a16="http://schemas.microsoft.com/office/drawing/2014/main" id="{D9DAB661-1A59-574C-5349-AB1765077B4A}"/>
              </a:ext>
            </a:extLst>
          </p:cNvPr>
          <p:cNvGrpSpPr/>
          <p:nvPr userDrawn="1"/>
        </p:nvGrpSpPr>
        <p:grpSpPr>
          <a:xfrm>
            <a:off x="219079" y="607113"/>
            <a:ext cx="8647111" cy="504364"/>
            <a:chOff x="219077" y="100726"/>
            <a:chExt cx="8647111" cy="504364"/>
          </a:xfrm>
        </p:grpSpPr>
        <p:pic>
          <p:nvPicPr>
            <p:cNvPr id="15" name="Graphic 14">
              <a:extLst>
                <a:ext uri="{FF2B5EF4-FFF2-40B4-BE49-F238E27FC236}">
                  <a16:creationId xmlns:a16="http://schemas.microsoft.com/office/drawing/2014/main" id="{20DC0D9F-4DA9-F95E-B458-6AD6558200E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169836"/>
              <a:ext cx="1616067" cy="435254"/>
            </a:xfrm>
            <a:prstGeom prst="rect">
              <a:avLst/>
            </a:prstGeom>
          </p:spPr>
        </p:pic>
        <p:pic>
          <p:nvPicPr>
            <p:cNvPr id="16" name="Picture 15" descr="A white logo on a black background&#10;&#10;Description automatically generated">
              <a:extLst>
                <a:ext uri="{FF2B5EF4-FFF2-40B4-BE49-F238E27FC236}">
                  <a16:creationId xmlns:a16="http://schemas.microsoft.com/office/drawing/2014/main" id="{8CF70A6A-1BFF-583C-569D-C54AF6E8FAD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grpSp>
        <p:nvGrpSpPr>
          <p:cNvPr id="20" name="Group 19">
            <a:extLst>
              <a:ext uri="{FF2B5EF4-FFF2-40B4-BE49-F238E27FC236}">
                <a16:creationId xmlns:a16="http://schemas.microsoft.com/office/drawing/2014/main" id="{057E9EE9-5F6C-5544-465E-1AA90E85E16D}"/>
              </a:ext>
            </a:extLst>
          </p:cNvPr>
          <p:cNvGrpSpPr/>
          <p:nvPr userDrawn="1"/>
        </p:nvGrpSpPr>
        <p:grpSpPr>
          <a:xfrm>
            <a:off x="219079" y="120396"/>
            <a:ext cx="8647111" cy="504364"/>
            <a:chOff x="219077" y="132041"/>
            <a:chExt cx="8647111" cy="504364"/>
          </a:xfrm>
        </p:grpSpPr>
        <p:pic>
          <p:nvPicPr>
            <p:cNvPr id="18" name="Graphic 17">
              <a:extLst>
                <a:ext uri="{FF2B5EF4-FFF2-40B4-BE49-F238E27FC236}">
                  <a16:creationId xmlns:a16="http://schemas.microsoft.com/office/drawing/2014/main" id="{52441CF1-05A1-4BE7-5EDC-4B87C0094FC3}"/>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6534" b="36534"/>
            <a:stretch/>
          </p:blipFill>
          <p:spPr>
            <a:xfrm>
              <a:off x="219077" y="201151"/>
              <a:ext cx="1616067" cy="435254"/>
            </a:xfrm>
            <a:prstGeom prst="rect">
              <a:avLst/>
            </a:prstGeom>
          </p:spPr>
        </p:pic>
        <p:pic>
          <p:nvPicPr>
            <p:cNvPr id="19" name="Picture 18" descr="A white logo on a black background&#10;&#10;Description automatically generated">
              <a:extLst>
                <a:ext uri="{FF2B5EF4-FFF2-40B4-BE49-F238E27FC236}">
                  <a16:creationId xmlns:a16="http://schemas.microsoft.com/office/drawing/2014/main" id="{CFBAEA02-88A2-D715-9CCC-3FC89572DB02}"/>
                </a:ext>
              </a:extLst>
            </p:cNvPr>
            <p:cNvPicPr>
              <a:picLocks noChangeAspect="1"/>
            </p:cNvPicPr>
            <p:nvPr userDrawn="1"/>
          </p:nvPicPr>
          <p:blipFill rotWithShape="1">
            <a:blip r:embed="rId8">
              <a:biLevel thresh="75000"/>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4074707441"/>
      </p:ext>
    </p:extLst>
  </p:cSld>
  <p:clrMap bg1="lt1" tx1="dk1" bg2="lt2" tx2="dk2" accent1="accent1" accent2="accent2" accent3="accent3" accent4="accent4" accent5="accent5" accent6="accent6" hlink="hlink" folHlink="folHlink"/>
  <p:sldLayoutIdLst>
    <p:sldLayoutId id="2147483858" r:id="rId1"/>
  </p:sldLayoutIdLst>
  <p:hf hdr="0" dt="0"/>
  <p:txStyles>
    <p:titleStyle>
      <a:lvl1pPr algn="l" defTabSz="914355" rtl="0" eaLnBrk="1" latinLnBrk="0" hangingPunct="1">
        <a:lnSpc>
          <a:spcPct val="100000"/>
        </a:lnSpc>
        <a:spcBef>
          <a:spcPct val="0"/>
        </a:spcBef>
        <a:buNone/>
        <a:defRPr lang="en-US" sz="24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9" y="1276354"/>
            <a:ext cx="4042988" cy="381515"/>
          </a:xfrm>
          <a:prstGeom prst="rect">
            <a:avLst/>
          </a:prstGeom>
        </p:spPr>
        <p:txBody>
          <a:bodyPr vert="horz" wrap="square" lIns="0" tIns="12065" rIns="0" bIns="0" rtlCol="0">
            <a:noAutofit/>
          </a:bodyPr>
          <a:lstStyle/>
          <a:p>
            <a:pPr lvl="0"/>
            <a:r>
              <a:rPr lang="en-US" dirty="0"/>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719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6" name="Rectangle 5">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4" name="Group 3">
            <a:extLst>
              <a:ext uri="{FF2B5EF4-FFF2-40B4-BE49-F238E27FC236}">
                <a16:creationId xmlns:a16="http://schemas.microsoft.com/office/drawing/2014/main" id="{513AB597-EB64-CE3F-953B-52503B4D000B}"/>
              </a:ext>
            </a:extLst>
          </p:cNvPr>
          <p:cNvGrpSpPr/>
          <p:nvPr userDrawn="1"/>
        </p:nvGrpSpPr>
        <p:grpSpPr>
          <a:xfrm>
            <a:off x="219079" y="120396"/>
            <a:ext cx="8647111" cy="504364"/>
            <a:chOff x="219077" y="100726"/>
            <a:chExt cx="8647111" cy="504364"/>
          </a:xfrm>
        </p:grpSpPr>
        <p:pic>
          <p:nvPicPr>
            <p:cNvPr id="5" name="Graphic 4">
              <a:extLst>
                <a:ext uri="{FF2B5EF4-FFF2-40B4-BE49-F238E27FC236}">
                  <a16:creationId xmlns:a16="http://schemas.microsoft.com/office/drawing/2014/main" id="{F0651C26-EA84-03D9-38D3-26F90B09392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169836"/>
              <a:ext cx="1616067" cy="435254"/>
            </a:xfrm>
            <a:prstGeom prst="rect">
              <a:avLst/>
            </a:prstGeom>
          </p:spPr>
        </p:pic>
        <p:pic>
          <p:nvPicPr>
            <p:cNvPr id="8" name="Picture 7" descr="A white logo on a black background&#10;&#10;Description automatically generated">
              <a:extLst>
                <a:ext uri="{FF2B5EF4-FFF2-40B4-BE49-F238E27FC236}">
                  <a16:creationId xmlns:a16="http://schemas.microsoft.com/office/drawing/2014/main" id="{A1ED308E-44AD-3158-DD83-C59FFFAE9BD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1909491059"/>
      </p:ext>
    </p:extLst>
  </p:cSld>
  <p:clrMap bg1="lt1" tx1="dk1" bg2="lt2" tx2="dk2" accent1="accent1" accent2="accent2" accent3="accent3" accent4="accent4" accent5="accent5" accent6="accent6" hlink="hlink" folHlink="folHlink"/>
  <p:sldLayoutIdLst>
    <p:sldLayoutId id="2147483872" r:id="rId1"/>
  </p:sldLayoutIdLst>
  <p:hf hdr="0" dt="0"/>
  <p:txStyles>
    <p:titleStyle>
      <a:lvl1pPr algn="l" defTabSz="914355" rtl="0" eaLnBrk="1" latinLnBrk="0" hangingPunct="1">
        <a:lnSpc>
          <a:spcPct val="100000"/>
        </a:lnSpc>
        <a:spcBef>
          <a:spcPct val="0"/>
        </a:spcBef>
        <a:buNone/>
        <a:defRPr lang="en-US" sz="2400" b="0" i="0" kern="0" spc="-5" baseline="0" dirty="0">
          <a:solidFill>
            <a:srgbClr val="F4F3F9"/>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94001" y="1276354"/>
            <a:ext cx="4042988" cy="381515"/>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9400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8" name="Rectangle 7">
            <a:extLst>
              <a:ext uri="{FF2B5EF4-FFF2-40B4-BE49-F238E27FC236}">
                <a16:creationId xmlns:a16="http://schemas.microsoft.com/office/drawing/2014/main" id="{1DA4006B-35B5-4917-8DF4-E3AC5FD8F23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1FC735E-CC28-4305-8172-FA3E342C4919}"/>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F6E633C-CDA1-4590-8A4C-EC1DEA930983}"/>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72DE660D-A715-4BFA-88E2-2E56B38B4814}"/>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13" name="Group 12">
            <a:extLst>
              <a:ext uri="{FF2B5EF4-FFF2-40B4-BE49-F238E27FC236}">
                <a16:creationId xmlns:a16="http://schemas.microsoft.com/office/drawing/2014/main" id="{3531337B-163B-39E5-7B72-1480CAAD060C}"/>
              </a:ext>
            </a:extLst>
          </p:cNvPr>
          <p:cNvGrpSpPr/>
          <p:nvPr userDrawn="1"/>
        </p:nvGrpSpPr>
        <p:grpSpPr>
          <a:xfrm>
            <a:off x="219079" y="120396"/>
            <a:ext cx="8647111" cy="504364"/>
            <a:chOff x="219077" y="132041"/>
            <a:chExt cx="8647111" cy="504364"/>
          </a:xfrm>
        </p:grpSpPr>
        <p:pic>
          <p:nvPicPr>
            <p:cNvPr id="15" name="Graphic 14">
              <a:extLst>
                <a:ext uri="{FF2B5EF4-FFF2-40B4-BE49-F238E27FC236}">
                  <a16:creationId xmlns:a16="http://schemas.microsoft.com/office/drawing/2014/main" id="{2D439F82-0BD3-8FFB-32ED-45AD2D50EF7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201151"/>
              <a:ext cx="1616067" cy="435254"/>
            </a:xfrm>
            <a:prstGeom prst="rect">
              <a:avLst/>
            </a:prstGeom>
          </p:spPr>
        </p:pic>
        <p:pic>
          <p:nvPicPr>
            <p:cNvPr id="16" name="Picture 15" descr="A white logo on a black background&#10;&#10;Description automatically generated">
              <a:extLst>
                <a:ext uri="{FF2B5EF4-FFF2-40B4-BE49-F238E27FC236}">
                  <a16:creationId xmlns:a16="http://schemas.microsoft.com/office/drawing/2014/main" id="{B5CEF9B3-1360-3B2D-04F6-60065212D07B}"/>
                </a:ext>
              </a:extLst>
            </p:cNvPr>
            <p:cNvPicPr>
              <a:picLocks noChangeAspect="1"/>
            </p:cNvPicPr>
            <p:nvPr userDrawn="1"/>
          </p:nvPicPr>
          <p:blipFill rotWithShape="1">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286753316"/>
      </p:ext>
    </p:extLst>
  </p:cSld>
  <p:clrMap bg1="lt1" tx1="dk1" bg2="lt2" tx2="dk2" accent1="accent1" accent2="accent2" accent3="accent3" accent4="accent4" accent5="accent5" accent6="accent6" hlink="hlink" folHlink="folHlink"/>
  <p:sldLayoutIdLst>
    <p:sldLayoutId id="2147483874" r:id="rId1"/>
  </p:sldLayoutIdLst>
  <p:hf hdr="0" dt="0"/>
  <p:txStyles>
    <p:titleStyle>
      <a:lvl1pPr algn="l" defTabSz="914355" rtl="0" eaLnBrk="1" latinLnBrk="0" hangingPunct="1">
        <a:lnSpc>
          <a:spcPct val="100000"/>
        </a:lnSpc>
        <a:spcBef>
          <a:spcPct val="0"/>
        </a:spcBef>
        <a:buNone/>
        <a:defRPr lang="en-US" sz="24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77814" y="2227764"/>
            <a:ext cx="2650475" cy="686150"/>
          </a:xfrm>
          <a:prstGeom prst="rect">
            <a:avLst/>
          </a:prstGeom>
        </p:spPr>
        <p:txBody>
          <a:bodyPr vert="horz" wrap="square" lIns="0" tIns="12065" rIns="0" bIns="0" rtlCol="0" anchor="ctr">
            <a:spAutoFit/>
          </a:bodyPr>
          <a:lstStyle/>
          <a:p>
            <a:pPr marL="5776" lvl="0">
              <a:spcBef>
                <a:spcPts val="43"/>
              </a:spcBef>
            </a:pPr>
            <a:r>
              <a:rPr lang="en-US"/>
              <a:t>Click to edit Master title style</a:t>
            </a:r>
          </a:p>
        </p:txBody>
      </p:sp>
      <p:sp>
        <p:nvSpPr>
          <p:cNvPr id="5" name="Rectangle 4">
            <a:extLst>
              <a:ext uri="{FF2B5EF4-FFF2-40B4-BE49-F238E27FC236}">
                <a16:creationId xmlns:a16="http://schemas.microsoft.com/office/drawing/2014/main" id="{A16590AA-3667-48B3-87ED-C4A09CDFE16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7" name="Straight Connector 6">
            <a:extLst>
              <a:ext uri="{FF2B5EF4-FFF2-40B4-BE49-F238E27FC236}">
                <a16:creationId xmlns:a16="http://schemas.microsoft.com/office/drawing/2014/main" id="{A97E1BD5-6100-419D-B8F9-30E03A565220}"/>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2A870BF-381A-4DEA-A865-45FBF81D395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1" name="Rectangle 10">
            <a:extLst>
              <a:ext uri="{FF2B5EF4-FFF2-40B4-BE49-F238E27FC236}">
                <a16:creationId xmlns:a16="http://schemas.microsoft.com/office/drawing/2014/main" id="{BBF7C01B-D556-417D-9E3D-AB40942B56A1}"/>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6" name="Group 5">
            <a:extLst>
              <a:ext uri="{FF2B5EF4-FFF2-40B4-BE49-F238E27FC236}">
                <a16:creationId xmlns:a16="http://schemas.microsoft.com/office/drawing/2014/main" id="{D8677D10-508B-EE3D-934F-7011DD0D83B7}"/>
              </a:ext>
            </a:extLst>
          </p:cNvPr>
          <p:cNvGrpSpPr/>
          <p:nvPr userDrawn="1"/>
        </p:nvGrpSpPr>
        <p:grpSpPr>
          <a:xfrm>
            <a:off x="219079" y="120396"/>
            <a:ext cx="8647111" cy="504364"/>
            <a:chOff x="219077" y="132041"/>
            <a:chExt cx="8647111" cy="504364"/>
          </a:xfrm>
        </p:grpSpPr>
        <p:pic>
          <p:nvPicPr>
            <p:cNvPr id="12" name="Graphic 11">
              <a:extLst>
                <a:ext uri="{FF2B5EF4-FFF2-40B4-BE49-F238E27FC236}">
                  <a16:creationId xmlns:a16="http://schemas.microsoft.com/office/drawing/2014/main" id="{3D0F55E0-EDED-EBAC-3CE3-F991D5F3053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201151"/>
              <a:ext cx="1616067" cy="435254"/>
            </a:xfrm>
            <a:prstGeom prst="rect">
              <a:avLst/>
            </a:prstGeom>
          </p:spPr>
        </p:pic>
        <p:pic>
          <p:nvPicPr>
            <p:cNvPr id="13" name="Picture 12" descr="A white logo on a black background&#10;&#10;Description automatically generated">
              <a:extLst>
                <a:ext uri="{FF2B5EF4-FFF2-40B4-BE49-F238E27FC236}">
                  <a16:creationId xmlns:a16="http://schemas.microsoft.com/office/drawing/2014/main" id="{8B0B5D35-4023-F862-C44D-90425D396093}"/>
                </a:ext>
              </a:extLst>
            </p:cNvPr>
            <p:cNvPicPr>
              <a:picLocks noChangeAspect="1"/>
            </p:cNvPicPr>
            <p:nvPr userDrawn="1"/>
          </p:nvPicPr>
          <p:blipFill rotWithShape="1">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4179931982"/>
      </p:ext>
    </p:extLst>
  </p:cSld>
  <p:clrMap bg1="lt1" tx1="dk1" bg2="lt2" tx2="dk2" accent1="accent1" accent2="accent2" accent3="accent3" accent4="accent4" accent5="accent5" accent6="accent6" hlink="hlink" folHlink="folHlink"/>
  <p:sldLayoutIdLst>
    <p:sldLayoutId id="2147483868" r:id="rId1"/>
  </p:sldLayoutIdLst>
  <p:hf hdr="0" dt="0"/>
  <p:txStyles>
    <p:titleStyle>
      <a:lvl1pPr algn="l" defTabSz="914355" rtl="0" eaLnBrk="1" latinLnBrk="0" hangingPunct="1">
        <a:lnSpc>
          <a:spcPct val="100000"/>
        </a:lnSpc>
        <a:spcBef>
          <a:spcPct val="0"/>
        </a:spcBef>
        <a:buNone/>
        <a:defRPr lang="en-US" sz="2200" b="0" i="0" kern="0" spc="-5" baseline="0" dirty="0">
          <a:solidFill>
            <a:schemeClr val="tx1"/>
          </a:solidFill>
          <a:latin typeface="+mj-lt"/>
          <a:ea typeface="+mj-ea"/>
          <a:cs typeface="+mj-cs"/>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E41165"/>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1620"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8216FA1-4A56-46E6-BB77-D6006B7684D3}"/>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9" name="Rectangle 8">
            <a:extLst>
              <a:ext uri="{FF2B5EF4-FFF2-40B4-BE49-F238E27FC236}">
                <a16:creationId xmlns:a16="http://schemas.microsoft.com/office/drawing/2014/main" id="{2D4BC39D-DEC7-4FC1-BFC5-98DE92A66721}"/>
              </a:ext>
            </a:extLst>
          </p:cNvPr>
          <p:cNvSpPr/>
          <p:nvPr userDrawn="1"/>
        </p:nvSpPr>
        <p:spPr>
          <a:xfrm>
            <a:off x="292100" y="2395468"/>
            <a:ext cx="2650475" cy="350737"/>
          </a:xfrm>
          <a:prstGeom prst="rect">
            <a:avLst/>
          </a:prstGeom>
        </p:spPr>
        <p:txBody>
          <a:bodyPr vert="horz" wrap="square" lIns="0" tIns="12065" rIns="0" bIns="0" rtlCol="0" anchor="ctr">
            <a:spAutoFit/>
          </a:bodyPr>
          <a:lstStyle/>
          <a:p>
            <a:pPr lvl="0"/>
            <a:r>
              <a:rPr lang="en-US" sz="2200" b="0" kern="0" baseline="0">
                <a:solidFill>
                  <a:schemeClr val="bg1"/>
                </a:solidFill>
                <a:latin typeface="+mj-lt"/>
                <a:ea typeface="+mj-ea"/>
                <a:cs typeface="+mj-cs"/>
              </a:rPr>
              <a:t>Thank you</a:t>
            </a:r>
          </a:p>
        </p:txBody>
      </p:sp>
      <p:sp>
        <p:nvSpPr>
          <p:cNvPr id="10" name="object 5">
            <a:extLst>
              <a:ext uri="{FF2B5EF4-FFF2-40B4-BE49-F238E27FC236}">
                <a16:creationId xmlns:a16="http://schemas.microsoft.com/office/drawing/2014/main" id="{37FEB07C-5878-4697-A42C-CB8DD47499D0}"/>
              </a:ext>
            </a:extLst>
          </p:cNvPr>
          <p:cNvSpPr txBox="1"/>
          <p:nvPr userDrawn="1"/>
        </p:nvSpPr>
        <p:spPr>
          <a:xfrm>
            <a:off x="288869" y="4927600"/>
            <a:ext cx="1902444" cy="107722"/>
          </a:xfrm>
          <a:prstGeom prst="rect">
            <a:avLst/>
          </a:prstGeom>
        </p:spPr>
        <p:txBody>
          <a:bodyPr vert="horz" wrap="none" lIns="0" tIns="0" rIns="0" bIns="0" rtlCol="0">
            <a:spAutoFit/>
          </a:bodyPr>
          <a:lstStyle/>
          <a:p>
            <a:pPr marL="5776">
              <a:lnSpc>
                <a:spcPct val="100000"/>
              </a:lnSpc>
              <a:spcBef>
                <a:spcPts val="45"/>
              </a:spcBef>
            </a:pPr>
            <a:r>
              <a:rPr sz="700" b="0" spc="-2" dirty="0">
                <a:solidFill>
                  <a:schemeClr val="bg1"/>
                </a:solidFill>
                <a:latin typeface="Calibri"/>
                <a:cs typeface="Calibri"/>
              </a:rPr>
              <a:t>Copyright</a:t>
            </a:r>
            <a:r>
              <a:rPr sz="700" b="0" spc="-7" dirty="0">
                <a:solidFill>
                  <a:schemeClr val="bg1"/>
                </a:solidFill>
                <a:latin typeface="Calibri"/>
                <a:cs typeface="Calibri"/>
              </a:rPr>
              <a:t> </a:t>
            </a:r>
            <a:r>
              <a:rPr sz="700" b="0" dirty="0">
                <a:solidFill>
                  <a:schemeClr val="bg1"/>
                </a:solidFill>
                <a:latin typeface="Calibri"/>
                <a:cs typeface="Calibri"/>
              </a:rPr>
              <a:t>©</a:t>
            </a:r>
            <a:r>
              <a:rPr sz="700" b="0" spc="-7" dirty="0">
                <a:solidFill>
                  <a:schemeClr val="bg1"/>
                </a:solidFill>
                <a:latin typeface="Calibri"/>
                <a:cs typeface="Calibri"/>
              </a:rPr>
              <a:t> </a:t>
            </a:r>
            <a:r>
              <a:rPr sz="700" b="0" dirty="0">
                <a:solidFill>
                  <a:schemeClr val="bg1"/>
                </a:solidFill>
                <a:latin typeface="Calibri"/>
                <a:cs typeface="Calibri"/>
              </a:rPr>
              <a:t>202</a:t>
            </a:r>
            <a:r>
              <a:rPr lang="en-IN" sz="700" b="0" dirty="0">
                <a:solidFill>
                  <a:schemeClr val="bg1"/>
                </a:solidFill>
                <a:latin typeface="Calibri"/>
                <a:cs typeface="Calibri"/>
              </a:rPr>
              <a:t>4</a:t>
            </a:r>
            <a:r>
              <a:rPr sz="700" b="0" spc="-2" dirty="0">
                <a:solidFill>
                  <a:schemeClr val="bg1"/>
                </a:solidFill>
                <a:latin typeface="Calibri"/>
                <a:cs typeface="Calibri"/>
              </a:rPr>
              <a:t> Tata</a:t>
            </a:r>
            <a:r>
              <a:rPr sz="700" b="0" spc="-7" dirty="0">
                <a:solidFill>
                  <a:schemeClr val="bg1"/>
                </a:solidFill>
                <a:latin typeface="Calibri"/>
                <a:cs typeface="Calibri"/>
              </a:rPr>
              <a:t> </a:t>
            </a:r>
            <a:r>
              <a:rPr sz="700" b="0" spc="-2" dirty="0">
                <a:solidFill>
                  <a:schemeClr val="bg1"/>
                </a:solidFill>
                <a:latin typeface="Calibri"/>
                <a:cs typeface="Calibri"/>
              </a:rPr>
              <a:t>Consultancy</a:t>
            </a:r>
            <a:r>
              <a:rPr sz="700" b="0" spc="-7" dirty="0">
                <a:solidFill>
                  <a:schemeClr val="bg1"/>
                </a:solidFill>
                <a:latin typeface="Calibri"/>
                <a:cs typeface="Calibri"/>
              </a:rPr>
              <a:t> </a:t>
            </a:r>
            <a:r>
              <a:rPr sz="700" b="0" spc="-2" dirty="0">
                <a:solidFill>
                  <a:schemeClr val="bg1"/>
                </a:solidFill>
                <a:latin typeface="Calibri"/>
                <a:cs typeface="Calibri"/>
              </a:rPr>
              <a:t>Services Limited</a:t>
            </a:r>
            <a:endParaRPr sz="700" b="0" dirty="0">
              <a:solidFill>
                <a:schemeClr val="bg1"/>
              </a:solidFill>
              <a:latin typeface="Calibri"/>
              <a:cs typeface="Calibri"/>
            </a:endParaRPr>
          </a:p>
        </p:txBody>
      </p:sp>
      <p:grpSp>
        <p:nvGrpSpPr>
          <p:cNvPr id="3" name="Group 2">
            <a:extLst>
              <a:ext uri="{FF2B5EF4-FFF2-40B4-BE49-F238E27FC236}">
                <a16:creationId xmlns:a16="http://schemas.microsoft.com/office/drawing/2014/main" id="{45052401-9495-8C4C-0096-71A8EF93FD5B}"/>
              </a:ext>
            </a:extLst>
          </p:cNvPr>
          <p:cNvGrpSpPr/>
          <p:nvPr userDrawn="1"/>
        </p:nvGrpSpPr>
        <p:grpSpPr>
          <a:xfrm>
            <a:off x="219079" y="120396"/>
            <a:ext cx="8647111" cy="504364"/>
            <a:chOff x="219077" y="100726"/>
            <a:chExt cx="8647111" cy="504364"/>
          </a:xfrm>
        </p:grpSpPr>
        <p:pic>
          <p:nvPicPr>
            <p:cNvPr id="4" name="Graphic 3">
              <a:extLst>
                <a:ext uri="{FF2B5EF4-FFF2-40B4-BE49-F238E27FC236}">
                  <a16:creationId xmlns:a16="http://schemas.microsoft.com/office/drawing/2014/main" id="{811211BC-D7D8-7686-BEC6-2AEA11A32C0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6534" b="36534"/>
            <a:stretch/>
          </p:blipFill>
          <p:spPr>
            <a:xfrm>
              <a:off x="219077" y="169836"/>
              <a:ext cx="1616067" cy="435254"/>
            </a:xfrm>
            <a:prstGeom prst="rect">
              <a:avLst/>
            </a:prstGeom>
          </p:spPr>
        </p:pic>
        <p:pic>
          <p:nvPicPr>
            <p:cNvPr id="7" name="Picture 6" descr="A white logo on a black background&#10;&#10;Description automatically generated">
              <a:extLst>
                <a:ext uri="{FF2B5EF4-FFF2-40B4-BE49-F238E27FC236}">
                  <a16:creationId xmlns:a16="http://schemas.microsoft.com/office/drawing/2014/main" id="{D5B26A75-9230-DB61-FD33-EF2349FF6AD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9813343"/>
      </p:ext>
    </p:extLst>
  </p:cSld>
  <p:clrMap bg1="lt1" tx1="dk1" bg2="lt2" tx2="dk2" accent1="accent1" accent2="accent2" accent3="accent3" accent4="accent4" accent5="accent5" accent6="accent6" hlink="hlink" folHlink="folHlink"/>
  <p:sldLayoutIdLst>
    <p:sldLayoutId id="2147483854" r:id="rId1"/>
    <p:sldLayoutId id="2147483988" r:id="rId2"/>
  </p:sldLayoutIdLst>
  <p:hf hdr="0" dt="0"/>
  <p:txStyles>
    <p:titleStyle>
      <a:lvl1pPr algn="l" defTabSz="914310" rtl="0" eaLnBrk="1" latinLnBrk="0" hangingPunct="1">
        <a:lnSpc>
          <a:spcPct val="90000"/>
        </a:lnSpc>
        <a:spcBef>
          <a:spcPct val="0"/>
        </a:spcBef>
        <a:buNone/>
        <a:defRPr lang="en-US" sz="22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360" userDrawn="1">
          <p15:clr>
            <a:srgbClr val="F26B43"/>
          </p15:clr>
        </p15:guide>
        <p15:guide id="5" orient="horz" pos="529" userDrawn="1">
          <p15:clr>
            <a:srgbClr val="F26B43"/>
          </p15:clr>
        </p15:guide>
        <p15:guide id="6" orient="horz" pos="2957"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E663A1-B469-4477-ACD8-AF6930245A32}"/>
              </a:ext>
            </a:extLst>
          </p:cNvPr>
          <p:cNvSpPr/>
          <p:nvPr userDrawn="1"/>
        </p:nvSpPr>
        <p:spPr>
          <a:xfrm>
            <a:off x="292100" y="2395468"/>
            <a:ext cx="2650475" cy="350737"/>
          </a:xfrm>
          <a:prstGeom prst="rect">
            <a:avLst/>
          </a:prstGeom>
        </p:spPr>
        <p:txBody>
          <a:bodyPr vert="horz" wrap="square" lIns="0" tIns="12065" rIns="0" bIns="0" rtlCol="0" anchor="ctr">
            <a:spAutoFit/>
          </a:bodyPr>
          <a:lstStyle/>
          <a:p>
            <a:pPr lvl="0"/>
            <a:r>
              <a:rPr lang="en-US" sz="2200" b="0" kern="0" baseline="0">
                <a:latin typeface="+mj-lt"/>
                <a:ea typeface="+mj-ea"/>
                <a:cs typeface="+mj-cs"/>
              </a:rPr>
              <a:t>Thank you</a:t>
            </a:r>
          </a:p>
        </p:txBody>
      </p:sp>
      <p:sp>
        <p:nvSpPr>
          <p:cNvPr id="7" name="object 5">
            <a:extLst>
              <a:ext uri="{FF2B5EF4-FFF2-40B4-BE49-F238E27FC236}">
                <a16:creationId xmlns:a16="http://schemas.microsoft.com/office/drawing/2014/main" id="{0722452D-299C-4935-8E11-CB749311D789}"/>
              </a:ext>
            </a:extLst>
          </p:cNvPr>
          <p:cNvSpPr txBox="1"/>
          <p:nvPr userDrawn="1"/>
        </p:nvSpPr>
        <p:spPr>
          <a:xfrm>
            <a:off x="288869" y="4927600"/>
            <a:ext cx="1902444" cy="107722"/>
          </a:xfrm>
          <a:prstGeom prst="rect">
            <a:avLst/>
          </a:prstGeom>
        </p:spPr>
        <p:txBody>
          <a:bodyPr vert="horz" wrap="none" lIns="0" tIns="0" rIns="0" bIns="0" rtlCol="0">
            <a:spAutoFit/>
          </a:bodyPr>
          <a:lstStyle/>
          <a:p>
            <a:pPr marL="5776">
              <a:lnSpc>
                <a:spcPct val="100000"/>
              </a:lnSpc>
              <a:spcBef>
                <a:spcPts val="45"/>
              </a:spcBef>
            </a:pPr>
            <a:r>
              <a:rPr sz="700" b="0" spc="-2" dirty="0">
                <a:solidFill>
                  <a:schemeClr val="tx1"/>
                </a:solidFill>
                <a:latin typeface="Calibri"/>
                <a:cs typeface="Calibri"/>
              </a:rPr>
              <a:t>Copyright</a:t>
            </a:r>
            <a:r>
              <a:rPr sz="700" b="0" spc="-7" dirty="0">
                <a:solidFill>
                  <a:schemeClr val="tx1"/>
                </a:solidFill>
                <a:latin typeface="Calibri"/>
                <a:cs typeface="Calibri"/>
              </a:rPr>
              <a:t> </a:t>
            </a:r>
            <a:r>
              <a:rPr sz="700" b="0" dirty="0">
                <a:solidFill>
                  <a:schemeClr val="tx1"/>
                </a:solidFill>
                <a:latin typeface="Calibri"/>
                <a:cs typeface="Calibri"/>
              </a:rPr>
              <a:t>©</a:t>
            </a:r>
            <a:r>
              <a:rPr sz="700" b="0" spc="-7" dirty="0">
                <a:solidFill>
                  <a:schemeClr val="tx1"/>
                </a:solidFill>
                <a:latin typeface="Calibri"/>
                <a:cs typeface="Calibri"/>
              </a:rPr>
              <a:t> </a:t>
            </a:r>
            <a:r>
              <a:rPr sz="700" b="0" dirty="0">
                <a:solidFill>
                  <a:schemeClr val="tx1"/>
                </a:solidFill>
                <a:latin typeface="Calibri"/>
                <a:cs typeface="Calibri"/>
              </a:rPr>
              <a:t>202</a:t>
            </a:r>
            <a:r>
              <a:rPr lang="en-IN" sz="700" b="0" dirty="0">
                <a:solidFill>
                  <a:schemeClr val="tx1"/>
                </a:solidFill>
                <a:latin typeface="Calibri"/>
                <a:cs typeface="Calibri"/>
              </a:rPr>
              <a:t>4</a:t>
            </a:r>
            <a:r>
              <a:rPr sz="700" b="0" spc="-2" dirty="0">
                <a:solidFill>
                  <a:schemeClr val="tx1"/>
                </a:solidFill>
                <a:latin typeface="Calibri"/>
                <a:cs typeface="Calibri"/>
              </a:rPr>
              <a:t> Tata</a:t>
            </a:r>
            <a:r>
              <a:rPr sz="700" b="0" spc="-7" dirty="0">
                <a:solidFill>
                  <a:schemeClr val="tx1"/>
                </a:solidFill>
                <a:latin typeface="Calibri"/>
                <a:cs typeface="Calibri"/>
              </a:rPr>
              <a:t> </a:t>
            </a:r>
            <a:r>
              <a:rPr sz="700" b="0" spc="-2" dirty="0">
                <a:solidFill>
                  <a:schemeClr val="tx1"/>
                </a:solidFill>
                <a:latin typeface="Calibri"/>
                <a:cs typeface="Calibri"/>
              </a:rPr>
              <a:t>Consultancy</a:t>
            </a:r>
            <a:r>
              <a:rPr sz="700" b="0" spc="-7" dirty="0">
                <a:solidFill>
                  <a:schemeClr val="tx1"/>
                </a:solidFill>
                <a:latin typeface="Calibri"/>
                <a:cs typeface="Calibri"/>
              </a:rPr>
              <a:t> </a:t>
            </a:r>
            <a:r>
              <a:rPr sz="700" b="0" spc="-2" dirty="0">
                <a:solidFill>
                  <a:schemeClr val="tx1"/>
                </a:solidFill>
                <a:latin typeface="Calibri"/>
                <a:cs typeface="Calibri"/>
              </a:rPr>
              <a:t>Services Limited</a:t>
            </a:r>
            <a:endParaRPr sz="700" b="0" dirty="0">
              <a:solidFill>
                <a:schemeClr val="tx1"/>
              </a:solidFill>
              <a:latin typeface="Calibri"/>
              <a:cs typeface="Calibri"/>
            </a:endParaRPr>
          </a:p>
        </p:txBody>
      </p:sp>
      <p:sp>
        <p:nvSpPr>
          <p:cNvPr id="9" name="Rectangle 8">
            <a:extLst>
              <a:ext uri="{FF2B5EF4-FFF2-40B4-BE49-F238E27FC236}">
                <a16:creationId xmlns:a16="http://schemas.microsoft.com/office/drawing/2014/main" id="{022E0E5C-42D9-44C3-89C1-D707CE9B147A}"/>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6831B4C3-D5FA-4A30-BE4D-5CDA923C786E}"/>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F9BF62-AEA7-458C-8360-8B032A2CF622}"/>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F0EB9762-CAFF-4D0A-B818-46287453272F}"/>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A605FDF7-5390-3F81-DEF8-714D2F34CCA8}"/>
              </a:ext>
            </a:extLst>
          </p:cNvPr>
          <p:cNvGrpSpPr/>
          <p:nvPr userDrawn="1"/>
        </p:nvGrpSpPr>
        <p:grpSpPr>
          <a:xfrm>
            <a:off x="219079" y="120396"/>
            <a:ext cx="8647111" cy="504364"/>
            <a:chOff x="219077" y="132041"/>
            <a:chExt cx="8647111" cy="504364"/>
          </a:xfrm>
        </p:grpSpPr>
        <p:pic>
          <p:nvPicPr>
            <p:cNvPr id="4" name="Graphic 3">
              <a:extLst>
                <a:ext uri="{FF2B5EF4-FFF2-40B4-BE49-F238E27FC236}">
                  <a16:creationId xmlns:a16="http://schemas.microsoft.com/office/drawing/2014/main" id="{AA217314-B936-1115-7E01-1ECDB5F8A18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201151"/>
              <a:ext cx="1616067" cy="435254"/>
            </a:xfrm>
            <a:prstGeom prst="rect">
              <a:avLst/>
            </a:prstGeom>
          </p:spPr>
        </p:pic>
        <p:pic>
          <p:nvPicPr>
            <p:cNvPr id="6" name="Picture 5" descr="A white logo on a black background&#10;&#10;Description automatically generated">
              <a:extLst>
                <a:ext uri="{FF2B5EF4-FFF2-40B4-BE49-F238E27FC236}">
                  <a16:creationId xmlns:a16="http://schemas.microsoft.com/office/drawing/2014/main" id="{37900AFE-F55F-6A89-2A06-D08CC657237E}"/>
                </a:ext>
              </a:extLst>
            </p:cNvPr>
            <p:cNvPicPr>
              <a:picLocks noChangeAspect="1"/>
            </p:cNvPicPr>
            <p:nvPr userDrawn="1"/>
          </p:nvPicPr>
          <p:blipFill rotWithShape="1">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1258999112"/>
      </p:ext>
    </p:extLst>
  </p:cSld>
  <p:clrMap bg1="lt1" tx1="dk1" bg2="lt2" tx2="dk2" accent1="accent1" accent2="accent2" accent3="accent3" accent4="accent4" accent5="accent5" accent6="accent6" hlink="hlink" folHlink="folHlink"/>
  <p:sldLayoutIdLst>
    <p:sldLayoutId id="2147483870" r:id="rId1"/>
  </p:sldLayoutIdLst>
  <p:hf hdr="0" dt="0"/>
  <p:txStyles>
    <p:titleStyle>
      <a:lvl1pPr algn="l" defTabSz="914355" rtl="0" eaLnBrk="1" latinLnBrk="0" hangingPunct="1">
        <a:lnSpc>
          <a:spcPct val="100000"/>
        </a:lnSpc>
        <a:spcBef>
          <a:spcPct val="0"/>
        </a:spcBef>
        <a:buNone/>
        <a:defRPr lang="en-US" sz="2200" b="0" i="0" kern="0" spc="-5" baseline="0" dirty="0">
          <a:solidFill>
            <a:schemeClr val="tx1"/>
          </a:solidFill>
          <a:latin typeface="+mj-lt"/>
          <a:ea typeface="+mj-ea"/>
          <a:cs typeface="+mj-cs"/>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E41165"/>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5" pos="180" userDrawn="1">
          <p15:clr>
            <a:srgbClr val="F26B43"/>
          </p15:clr>
        </p15:guide>
        <p15:guide id="6" pos="5580" userDrawn="1">
          <p15:clr>
            <a:srgbClr val="F26B43"/>
          </p15:clr>
        </p15:guide>
        <p15:guide id="7" orient="horz" pos="16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svg"/><Relationship Id="rId26" Type="http://schemas.openxmlformats.org/officeDocument/2006/relationships/image" Target="../media/image35.svg"/><Relationship Id="rId3" Type="http://schemas.openxmlformats.org/officeDocument/2006/relationships/image" Target="../media/image12.sv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image" Target="../media/image11.png"/><Relationship Id="rId16" Type="http://schemas.openxmlformats.org/officeDocument/2006/relationships/image" Target="../media/image25.svg"/><Relationship Id="rId20" Type="http://schemas.openxmlformats.org/officeDocument/2006/relationships/image" Target="../media/image29.svg"/><Relationship Id="rId29"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svg"/><Relationship Id="rId24" Type="http://schemas.openxmlformats.org/officeDocument/2006/relationships/image" Target="../media/image33.sv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sv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 Id="rId22" Type="http://schemas.openxmlformats.org/officeDocument/2006/relationships/image" Target="../media/image31.svg"/><Relationship Id="rId27" Type="http://schemas.openxmlformats.org/officeDocument/2006/relationships/image" Target="../media/image36.png"/><Relationship Id="rId30" Type="http://schemas.openxmlformats.org/officeDocument/2006/relationships/image" Target="../media/image3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8.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9.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0.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0.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0.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3000" b="-23000"/>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E20636-631C-49E3-A5F8-C3D8684F9D01}"/>
              </a:ext>
            </a:extLst>
          </p:cNvPr>
          <p:cNvSpPr>
            <a:spLocks noGrp="1"/>
          </p:cNvSpPr>
          <p:nvPr>
            <p:ph type="title"/>
          </p:nvPr>
        </p:nvSpPr>
        <p:spPr>
          <a:xfrm>
            <a:off x="4361389" y="1911480"/>
            <a:ext cx="4584273" cy="410701"/>
          </a:xfrm>
          <a:noFill/>
        </p:spPr>
        <p:txBody>
          <a:bodyPr/>
          <a:lstStyle/>
          <a:p>
            <a:pPr algn="ctr"/>
            <a:r>
              <a:rPr lang="en-US" dirty="0">
                <a:solidFill>
                  <a:schemeClr val="bg2"/>
                </a:solidFill>
              </a:rPr>
              <a:t>Identity and Access Management Service</a:t>
            </a:r>
          </a:p>
        </p:txBody>
      </p:sp>
      <p:sp>
        <p:nvSpPr>
          <p:cNvPr id="4" name="Text Placeholder 3">
            <a:extLst>
              <a:ext uri="{FF2B5EF4-FFF2-40B4-BE49-F238E27FC236}">
                <a16:creationId xmlns:a16="http://schemas.microsoft.com/office/drawing/2014/main" id="{74E3AF87-CC58-452E-9185-DF759693090F}"/>
              </a:ext>
            </a:extLst>
          </p:cNvPr>
          <p:cNvSpPr>
            <a:spLocks noGrp="1"/>
          </p:cNvSpPr>
          <p:nvPr>
            <p:ph type="body" sz="quarter" idx="11"/>
          </p:nvPr>
        </p:nvSpPr>
        <p:spPr/>
        <p:txBody>
          <a:bodyPr/>
          <a:lstStyle/>
          <a:p>
            <a:fld id="{816AD2CC-6F43-41C6-BAFE-FDD822A868A0}" type="datetime4">
              <a:rPr lang="en-US" smtClean="0"/>
              <a:t>March 10, 2025</a:t>
            </a:fld>
            <a:endParaRPr lang="en-US" dirty="0"/>
          </a:p>
        </p:txBody>
      </p:sp>
    </p:spTree>
    <p:extLst>
      <p:ext uri="{BB962C8B-B14F-4D97-AF65-F5344CB8AC3E}">
        <p14:creationId xmlns:p14="http://schemas.microsoft.com/office/powerpoint/2010/main" val="2005753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7D72-840A-9BD9-622E-42DAFE973E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E7483C-C37F-8106-ABC8-6AF4C6D799DC}"/>
              </a:ext>
            </a:extLst>
          </p:cNvPr>
          <p:cNvSpPr>
            <a:spLocks noGrp="1"/>
          </p:cNvSpPr>
          <p:nvPr>
            <p:ph type="title"/>
          </p:nvPr>
        </p:nvSpPr>
        <p:spPr/>
        <p:txBody>
          <a:bodyPr/>
          <a:lstStyle/>
          <a:p>
            <a:r>
              <a:rPr lang="en-IN" dirty="0"/>
              <a:t>Overview</a:t>
            </a:r>
          </a:p>
        </p:txBody>
      </p:sp>
      <p:sp>
        <p:nvSpPr>
          <p:cNvPr id="2" name="Footer Placeholder 1">
            <a:extLst>
              <a:ext uri="{FF2B5EF4-FFF2-40B4-BE49-F238E27FC236}">
                <a16:creationId xmlns:a16="http://schemas.microsoft.com/office/drawing/2014/main" id="{5FF426A8-721E-04A6-AA99-8FE0EE1DF37B}"/>
              </a:ext>
            </a:extLst>
          </p:cNvPr>
          <p:cNvSpPr>
            <a:spLocks noGrp="1"/>
          </p:cNvSpPr>
          <p:nvPr>
            <p:ph type="ftr" sz="quarter" idx="11"/>
          </p:nvPr>
        </p:nvSpPr>
        <p:spPr/>
        <p:txBody>
          <a:bodyPr/>
          <a:lstStyle/>
          <a:p>
            <a:r>
              <a:rPr lang="en-US"/>
              <a:t>TCS confidential</a:t>
            </a:r>
          </a:p>
        </p:txBody>
      </p:sp>
      <p:sp>
        <p:nvSpPr>
          <p:cNvPr id="3" name="Slide Number Placeholder 2">
            <a:extLst>
              <a:ext uri="{FF2B5EF4-FFF2-40B4-BE49-F238E27FC236}">
                <a16:creationId xmlns:a16="http://schemas.microsoft.com/office/drawing/2014/main" id="{C7AD38D5-33FE-A64D-332F-741454AAFB16}"/>
              </a:ext>
            </a:extLst>
          </p:cNvPr>
          <p:cNvSpPr>
            <a:spLocks noGrp="1"/>
          </p:cNvSpPr>
          <p:nvPr>
            <p:ph type="sldNum" sz="quarter" idx="12"/>
          </p:nvPr>
        </p:nvSpPr>
        <p:spPr/>
        <p:txBody>
          <a:bodyPr/>
          <a:lstStyle/>
          <a:p>
            <a:fld id="{662A0901-ACEF-4BE9-9C8C-C119B421173E}" type="slidenum">
              <a:rPr lang="en-IN" smtClean="0"/>
              <a:t>2</a:t>
            </a:fld>
            <a:endParaRPr lang="en-IN"/>
          </a:p>
        </p:txBody>
      </p:sp>
      <p:sp>
        <p:nvSpPr>
          <p:cNvPr id="71" name="TextBox 70">
            <a:extLst>
              <a:ext uri="{FF2B5EF4-FFF2-40B4-BE49-F238E27FC236}">
                <a16:creationId xmlns:a16="http://schemas.microsoft.com/office/drawing/2014/main" id="{B104F4B7-61E9-1B5A-83CD-8322E5B9E353}"/>
              </a:ext>
            </a:extLst>
          </p:cNvPr>
          <p:cNvSpPr txBox="1"/>
          <p:nvPr/>
        </p:nvSpPr>
        <p:spPr>
          <a:xfrm>
            <a:off x="2061678" y="1167270"/>
            <a:ext cx="2059674" cy="323165"/>
          </a:xfrm>
          <a:prstGeom prst="rect">
            <a:avLst/>
          </a:prstGeom>
          <a:noFill/>
        </p:spPr>
        <p:txBody>
          <a:bodyPr wrap="square">
            <a:spAutoFit/>
          </a:bodyPr>
          <a:lstStyle/>
          <a:p>
            <a:pPr algn="ctr"/>
            <a:r>
              <a:rPr lang="en-US" sz="1500" b="1" dirty="0">
                <a:solidFill>
                  <a:srgbClr val="E41165"/>
                </a:solidFill>
              </a:rPr>
              <a:t>Challenges</a:t>
            </a:r>
          </a:p>
        </p:txBody>
      </p:sp>
      <p:cxnSp>
        <p:nvCxnSpPr>
          <p:cNvPr id="72" name="Straight Connector 71">
            <a:extLst>
              <a:ext uri="{FF2B5EF4-FFF2-40B4-BE49-F238E27FC236}">
                <a16:creationId xmlns:a16="http://schemas.microsoft.com/office/drawing/2014/main" id="{C35E1C68-CB05-4A8E-A87E-62D6419ABC24}"/>
              </a:ext>
            </a:extLst>
          </p:cNvPr>
          <p:cNvCxnSpPr/>
          <p:nvPr/>
        </p:nvCxnSpPr>
        <p:spPr>
          <a:xfrm>
            <a:off x="3926798" y="1223565"/>
            <a:ext cx="0" cy="3672000"/>
          </a:xfrm>
          <a:prstGeom prst="line">
            <a:avLst/>
          </a:prstGeom>
          <a:ln>
            <a:solidFill>
              <a:srgbClr val="F03782"/>
            </a:solidFill>
            <a:prstDash val="dash"/>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B5401E1-4332-F7B8-5E67-7687D61068A5}"/>
              </a:ext>
            </a:extLst>
          </p:cNvPr>
          <p:cNvSpPr txBox="1"/>
          <p:nvPr/>
        </p:nvSpPr>
        <p:spPr>
          <a:xfrm>
            <a:off x="3595540" y="1187981"/>
            <a:ext cx="2059674" cy="323165"/>
          </a:xfrm>
          <a:prstGeom prst="rect">
            <a:avLst/>
          </a:prstGeom>
          <a:noFill/>
        </p:spPr>
        <p:txBody>
          <a:bodyPr wrap="square">
            <a:spAutoFit/>
          </a:bodyPr>
          <a:lstStyle/>
          <a:p>
            <a:pPr algn="ctr"/>
            <a:r>
              <a:rPr lang="en-US" sz="1500" b="1" dirty="0">
                <a:solidFill>
                  <a:srgbClr val="E41165"/>
                </a:solidFill>
              </a:rPr>
              <a:t>Growth Drivers</a:t>
            </a:r>
          </a:p>
        </p:txBody>
      </p:sp>
      <p:grpSp>
        <p:nvGrpSpPr>
          <p:cNvPr id="74" name="Group 73">
            <a:extLst>
              <a:ext uri="{FF2B5EF4-FFF2-40B4-BE49-F238E27FC236}">
                <a16:creationId xmlns:a16="http://schemas.microsoft.com/office/drawing/2014/main" id="{1AAE73A5-BEAB-C366-C050-A5468FBA421F}"/>
              </a:ext>
            </a:extLst>
          </p:cNvPr>
          <p:cNvGrpSpPr/>
          <p:nvPr/>
        </p:nvGrpSpPr>
        <p:grpSpPr>
          <a:xfrm>
            <a:off x="389106" y="1538383"/>
            <a:ext cx="3114059" cy="3170697"/>
            <a:chOff x="194872" y="1232781"/>
            <a:chExt cx="3308294" cy="3476300"/>
          </a:xfrm>
        </p:grpSpPr>
        <p:sp>
          <p:nvSpPr>
            <p:cNvPr id="75" name="Freeform: Shape 74">
              <a:extLst>
                <a:ext uri="{FF2B5EF4-FFF2-40B4-BE49-F238E27FC236}">
                  <a16:creationId xmlns:a16="http://schemas.microsoft.com/office/drawing/2014/main" id="{3EEFF1CB-BD1D-E64C-C905-E0A802CB4D9F}"/>
                </a:ext>
              </a:extLst>
            </p:cNvPr>
            <p:cNvSpPr/>
            <p:nvPr/>
          </p:nvSpPr>
          <p:spPr>
            <a:xfrm>
              <a:off x="194872" y="1232781"/>
              <a:ext cx="3300413" cy="493595"/>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76" name="Freeform: Shape 75">
              <a:extLst>
                <a:ext uri="{FF2B5EF4-FFF2-40B4-BE49-F238E27FC236}">
                  <a16:creationId xmlns:a16="http://schemas.microsoft.com/office/drawing/2014/main" id="{FE8D75D1-7B11-D89C-E3C1-B7B16D178924}"/>
                </a:ext>
              </a:extLst>
            </p:cNvPr>
            <p:cNvSpPr/>
            <p:nvPr/>
          </p:nvSpPr>
          <p:spPr>
            <a:xfrm>
              <a:off x="194872" y="1728180"/>
              <a:ext cx="3300413" cy="496544"/>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lumMod val="60000"/>
                <a:lumOff val="40000"/>
              </a:srgbClr>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77" name="Freeform: Shape 76">
              <a:extLst>
                <a:ext uri="{FF2B5EF4-FFF2-40B4-BE49-F238E27FC236}">
                  <a16:creationId xmlns:a16="http://schemas.microsoft.com/office/drawing/2014/main" id="{0634EC8D-1B17-5372-910E-C99ECA73194D}"/>
                </a:ext>
              </a:extLst>
            </p:cNvPr>
            <p:cNvSpPr/>
            <p:nvPr/>
          </p:nvSpPr>
          <p:spPr>
            <a:xfrm>
              <a:off x="194872" y="2223575"/>
              <a:ext cx="3300413" cy="495563"/>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78" name="Freeform: Shape 77">
              <a:extLst>
                <a:ext uri="{FF2B5EF4-FFF2-40B4-BE49-F238E27FC236}">
                  <a16:creationId xmlns:a16="http://schemas.microsoft.com/office/drawing/2014/main" id="{618D9DA9-A1AA-2A91-CAAD-498A1FCAB1D2}"/>
                </a:ext>
              </a:extLst>
            </p:cNvPr>
            <p:cNvSpPr/>
            <p:nvPr/>
          </p:nvSpPr>
          <p:spPr>
            <a:xfrm>
              <a:off x="194872" y="2718974"/>
              <a:ext cx="3300413" cy="495563"/>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lumMod val="60000"/>
                <a:lumOff val="40000"/>
              </a:srgbClr>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79" name="Freeform: Shape 78">
              <a:extLst>
                <a:ext uri="{FF2B5EF4-FFF2-40B4-BE49-F238E27FC236}">
                  <a16:creationId xmlns:a16="http://schemas.microsoft.com/office/drawing/2014/main" id="{59FEC0EB-B87C-C439-9F2E-75A1650579AA}"/>
                </a:ext>
              </a:extLst>
            </p:cNvPr>
            <p:cNvSpPr/>
            <p:nvPr/>
          </p:nvSpPr>
          <p:spPr>
            <a:xfrm>
              <a:off x="194872" y="3214370"/>
              <a:ext cx="3300413" cy="495563"/>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80" name="Oval 79">
              <a:extLst>
                <a:ext uri="{FF2B5EF4-FFF2-40B4-BE49-F238E27FC236}">
                  <a16:creationId xmlns:a16="http://schemas.microsoft.com/office/drawing/2014/main" id="{8F40763C-E4C3-7A0D-242C-809943859601}"/>
                </a:ext>
              </a:extLst>
            </p:cNvPr>
            <p:cNvSpPr/>
            <p:nvPr/>
          </p:nvSpPr>
          <p:spPr>
            <a:xfrm>
              <a:off x="537773" y="1276936"/>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dirty="0">
                <a:solidFill>
                  <a:srgbClr val="FFFFFF"/>
                </a:solidFill>
                <a:latin typeface="Calibri" panose="020F0502020204030204"/>
              </a:endParaRPr>
            </a:p>
          </p:txBody>
        </p:sp>
        <p:sp>
          <p:nvSpPr>
            <p:cNvPr id="81" name="Oval 80">
              <a:extLst>
                <a:ext uri="{FF2B5EF4-FFF2-40B4-BE49-F238E27FC236}">
                  <a16:creationId xmlns:a16="http://schemas.microsoft.com/office/drawing/2014/main" id="{071CD982-EE3E-1DFF-897D-E001F3611C39}"/>
                </a:ext>
              </a:extLst>
            </p:cNvPr>
            <p:cNvSpPr/>
            <p:nvPr/>
          </p:nvSpPr>
          <p:spPr>
            <a:xfrm>
              <a:off x="537773" y="1772334"/>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82" name="Oval 81">
              <a:extLst>
                <a:ext uri="{FF2B5EF4-FFF2-40B4-BE49-F238E27FC236}">
                  <a16:creationId xmlns:a16="http://schemas.microsoft.com/office/drawing/2014/main" id="{AFEF335C-C4BE-6EAB-89AD-6AFCCAB889E4}"/>
                </a:ext>
              </a:extLst>
            </p:cNvPr>
            <p:cNvSpPr/>
            <p:nvPr/>
          </p:nvSpPr>
          <p:spPr>
            <a:xfrm>
              <a:off x="537773" y="2267729"/>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83" name="Oval 82">
              <a:extLst>
                <a:ext uri="{FF2B5EF4-FFF2-40B4-BE49-F238E27FC236}">
                  <a16:creationId xmlns:a16="http://schemas.microsoft.com/office/drawing/2014/main" id="{E6056954-CAEF-C800-71F8-7ADEB4774D10}"/>
                </a:ext>
              </a:extLst>
            </p:cNvPr>
            <p:cNvSpPr/>
            <p:nvPr/>
          </p:nvSpPr>
          <p:spPr>
            <a:xfrm>
              <a:off x="537773" y="2763128"/>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84" name="Oval 83">
              <a:extLst>
                <a:ext uri="{FF2B5EF4-FFF2-40B4-BE49-F238E27FC236}">
                  <a16:creationId xmlns:a16="http://schemas.microsoft.com/office/drawing/2014/main" id="{1A391B25-76D1-F196-05F5-95897BFE5237}"/>
                </a:ext>
              </a:extLst>
            </p:cNvPr>
            <p:cNvSpPr/>
            <p:nvPr/>
          </p:nvSpPr>
          <p:spPr>
            <a:xfrm>
              <a:off x="537773" y="3258526"/>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85" name="TextBox 84">
              <a:extLst>
                <a:ext uri="{FF2B5EF4-FFF2-40B4-BE49-F238E27FC236}">
                  <a16:creationId xmlns:a16="http://schemas.microsoft.com/office/drawing/2014/main" id="{82564E48-AF7D-D94F-42A4-BBE3E272BDAD}"/>
                </a:ext>
              </a:extLst>
            </p:cNvPr>
            <p:cNvSpPr txBox="1"/>
            <p:nvPr/>
          </p:nvSpPr>
          <p:spPr>
            <a:xfrm>
              <a:off x="1094985" y="1355837"/>
              <a:ext cx="2400300" cy="230832"/>
            </a:xfrm>
            <a:prstGeom prst="rect">
              <a:avLst/>
            </a:prstGeom>
            <a:noFill/>
          </p:spPr>
          <p:txBody>
            <a:bodyPr wrap="square">
              <a:spAutoFit/>
            </a:bodyPr>
            <a:lstStyle/>
            <a:p>
              <a:pPr defTabSz="685680">
                <a:defRPr/>
              </a:pPr>
              <a:r>
                <a:rPr lang="en-IN" sz="900" b="1" kern="0" dirty="0">
                  <a:solidFill>
                    <a:srgbClr val="FFFFFF"/>
                  </a:solidFill>
                </a:rPr>
                <a:t>Poor User Experiences &amp; loss in productivity</a:t>
              </a:r>
            </a:p>
          </p:txBody>
        </p:sp>
        <p:sp>
          <p:nvSpPr>
            <p:cNvPr id="86" name="TextBox 85">
              <a:extLst>
                <a:ext uri="{FF2B5EF4-FFF2-40B4-BE49-F238E27FC236}">
                  <a16:creationId xmlns:a16="http://schemas.microsoft.com/office/drawing/2014/main" id="{3F35F632-6ED0-7252-EBBA-0EAEB9F32983}"/>
                </a:ext>
              </a:extLst>
            </p:cNvPr>
            <p:cNvSpPr txBox="1"/>
            <p:nvPr/>
          </p:nvSpPr>
          <p:spPr>
            <a:xfrm>
              <a:off x="1094985" y="1783368"/>
              <a:ext cx="2400300" cy="369332"/>
            </a:xfrm>
            <a:prstGeom prst="rect">
              <a:avLst/>
            </a:prstGeom>
            <a:noFill/>
          </p:spPr>
          <p:txBody>
            <a:bodyPr wrap="square">
              <a:spAutoFit/>
            </a:bodyPr>
            <a:lstStyle/>
            <a:p>
              <a:pPr defTabSz="685680">
                <a:defRPr/>
              </a:pPr>
              <a:r>
                <a:rPr lang="en-US" sz="900" b="1" kern="0" dirty="0">
                  <a:solidFill>
                    <a:srgbClr val="FFFFFF"/>
                  </a:solidFill>
                </a:rPr>
                <a:t>Identity data issues – data inconsistency, data model</a:t>
              </a:r>
            </a:p>
          </p:txBody>
        </p:sp>
        <p:sp>
          <p:nvSpPr>
            <p:cNvPr id="87" name="TextBox 86">
              <a:extLst>
                <a:ext uri="{FF2B5EF4-FFF2-40B4-BE49-F238E27FC236}">
                  <a16:creationId xmlns:a16="http://schemas.microsoft.com/office/drawing/2014/main" id="{5C51983D-7FFA-91F7-3DBF-926453CDADB2}"/>
                </a:ext>
              </a:extLst>
            </p:cNvPr>
            <p:cNvSpPr txBox="1"/>
            <p:nvPr/>
          </p:nvSpPr>
          <p:spPr>
            <a:xfrm>
              <a:off x="1094985" y="2209461"/>
              <a:ext cx="2400300" cy="369332"/>
            </a:xfrm>
            <a:prstGeom prst="rect">
              <a:avLst/>
            </a:prstGeom>
            <a:noFill/>
          </p:spPr>
          <p:txBody>
            <a:bodyPr wrap="square">
              <a:spAutoFit/>
            </a:bodyPr>
            <a:lstStyle/>
            <a:p>
              <a:pPr defTabSz="685680">
                <a:defRPr/>
              </a:pPr>
              <a:r>
                <a:rPr lang="en-IN" sz="900" b="1" kern="0" dirty="0">
                  <a:solidFill>
                    <a:srgbClr val="FFFFFF"/>
                  </a:solidFill>
                </a:rPr>
                <a:t>Manual IGA/PAM processes driving low operational efficiency, added time &amp; cost</a:t>
              </a:r>
            </a:p>
          </p:txBody>
        </p:sp>
        <p:sp>
          <p:nvSpPr>
            <p:cNvPr id="88" name="TextBox 87">
              <a:extLst>
                <a:ext uri="{FF2B5EF4-FFF2-40B4-BE49-F238E27FC236}">
                  <a16:creationId xmlns:a16="http://schemas.microsoft.com/office/drawing/2014/main" id="{2D233926-52C3-4DF5-510C-D04B3CE24A6F}"/>
                </a:ext>
              </a:extLst>
            </p:cNvPr>
            <p:cNvSpPr txBox="1"/>
            <p:nvPr/>
          </p:nvSpPr>
          <p:spPr>
            <a:xfrm>
              <a:off x="1094985" y="2785367"/>
              <a:ext cx="2400300" cy="369332"/>
            </a:xfrm>
            <a:prstGeom prst="rect">
              <a:avLst/>
            </a:prstGeom>
            <a:noFill/>
          </p:spPr>
          <p:txBody>
            <a:bodyPr wrap="square">
              <a:spAutoFit/>
            </a:bodyPr>
            <a:lstStyle/>
            <a:p>
              <a:pPr defTabSz="685680">
                <a:defRPr/>
              </a:pPr>
              <a:r>
                <a:rPr lang="en-IN" sz="900" b="1" kern="0" dirty="0">
                  <a:solidFill>
                    <a:srgbClr val="FFFFFF"/>
                  </a:solidFill>
                </a:rPr>
                <a:t>I</a:t>
              </a:r>
              <a:r>
                <a:rPr lang="en-IN" sz="900" b="1" kern="0" dirty="0" err="1">
                  <a:solidFill>
                    <a:srgbClr val="FFFFFF"/>
                  </a:solidFill>
                </a:rPr>
                <a:t>ncreased</a:t>
              </a:r>
              <a:r>
                <a:rPr lang="en-IN" sz="900" b="1" kern="0" dirty="0">
                  <a:solidFill>
                    <a:srgbClr val="FFFFFF"/>
                  </a:solidFill>
                </a:rPr>
                <a:t> cyber risk and non-compliance to regulations</a:t>
              </a:r>
            </a:p>
          </p:txBody>
        </p:sp>
        <p:sp>
          <p:nvSpPr>
            <p:cNvPr id="89" name="TextBox 88">
              <a:extLst>
                <a:ext uri="{FF2B5EF4-FFF2-40B4-BE49-F238E27FC236}">
                  <a16:creationId xmlns:a16="http://schemas.microsoft.com/office/drawing/2014/main" id="{1B2A24BE-697B-44EB-9A0B-A83F05658CCE}"/>
                </a:ext>
              </a:extLst>
            </p:cNvPr>
            <p:cNvSpPr txBox="1"/>
            <p:nvPr/>
          </p:nvSpPr>
          <p:spPr>
            <a:xfrm>
              <a:off x="1094985" y="3282045"/>
              <a:ext cx="2400300" cy="369332"/>
            </a:xfrm>
            <a:prstGeom prst="rect">
              <a:avLst/>
            </a:prstGeom>
            <a:noFill/>
          </p:spPr>
          <p:txBody>
            <a:bodyPr wrap="square">
              <a:spAutoFit/>
            </a:bodyPr>
            <a:lstStyle/>
            <a:p>
              <a:pPr defTabSz="685680">
                <a:defRPr/>
              </a:pPr>
              <a:r>
                <a:rPr lang="en-IN" sz="900" b="1" kern="0" dirty="0">
                  <a:solidFill>
                    <a:srgbClr val="FFFFFF"/>
                  </a:solidFill>
                </a:rPr>
                <a:t>Tech debt – legacy/redundant IAM toolsets &amp; complex customizations</a:t>
              </a:r>
            </a:p>
          </p:txBody>
        </p:sp>
        <p:sp>
          <p:nvSpPr>
            <p:cNvPr id="90" name="Freeform: Shape 89">
              <a:extLst>
                <a:ext uri="{FF2B5EF4-FFF2-40B4-BE49-F238E27FC236}">
                  <a16:creationId xmlns:a16="http://schemas.microsoft.com/office/drawing/2014/main" id="{9F4BA856-BFDC-562D-76EC-5F8388CE4C0E}"/>
                </a:ext>
              </a:extLst>
            </p:cNvPr>
            <p:cNvSpPr/>
            <p:nvPr/>
          </p:nvSpPr>
          <p:spPr>
            <a:xfrm>
              <a:off x="194872" y="3710133"/>
              <a:ext cx="3300413" cy="495563"/>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lumMod val="60000"/>
                <a:lumOff val="40000"/>
              </a:srgbClr>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91" name="Oval 90">
              <a:extLst>
                <a:ext uri="{FF2B5EF4-FFF2-40B4-BE49-F238E27FC236}">
                  <a16:creationId xmlns:a16="http://schemas.microsoft.com/office/drawing/2014/main" id="{EE7E6CDC-1523-2EE4-8823-D64CE9C150D7}"/>
                </a:ext>
              </a:extLst>
            </p:cNvPr>
            <p:cNvSpPr/>
            <p:nvPr/>
          </p:nvSpPr>
          <p:spPr>
            <a:xfrm>
              <a:off x="537773" y="3754288"/>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92" name="TextBox 91">
              <a:extLst>
                <a:ext uri="{FF2B5EF4-FFF2-40B4-BE49-F238E27FC236}">
                  <a16:creationId xmlns:a16="http://schemas.microsoft.com/office/drawing/2014/main" id="{1AF1BE41-4506-9A79-FAB9-4E5CCEC5A8D7}"/>
                </a:ext>
              </a:extLst>
            </p:cNvPr>
            <p:cNvSpPr txBox="1"/>
            <p:nvPr/>
          </p:nvSpPr>
          <p:spPr>
            <a:xfrm>
              <a:off x="1047746" y="3824342"/>
              <a:ext cx="2400300" cy="230832"/>
            </a:xfrm>
            <a:prstGeom prst="rect">
              <a:avLst/>
            </a:prstGeom>
            <a:noFill/>
          </p:spPr>
          <p:txBody>
            <a:bodyPr wrap="square">
              <a:spAutoFit/>
            </a:bodyPr>
            <a:lstStyle/>
            <a:p>
              <a:pPr defTabSz="685680">
                <a:defRPr/>
              </a:pPr>
              <a:r>
                <a:rPr lang="en-IN" sz="900" b="1" kern="0" dirty="0">
                  <a:solidFill>
                    <a:srgbClr val="FFFFFF"/>
                  </a:solidFill>
                </a:rPr>
                <a:t>TCO concerns – Capex outlay</a:t>
              </a:r>
            </a:p>
          </p:txBody>
        </p:sp>
        <p:pic>
          <p:nvPicPr>
            <p:cNvPr id="93" name="Graphic 92" descr="Close outline">
              <a:extLst>
                <a:ext uri="{FF2B5EF4-FFF2-40B4-BE49-F238E27FC236}">
                  <a16:creationId xmlns:a16="http://schemas.microsoft.com/office/drawing/2014/main" id="{878BDC67-B843-AE65-962D-6A9AB0FB27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8667" y="1275931"/>
              <a:ext cx="413489" cy="413489"/>
            </a:xfrm>
            <a:prstGeom prst="rect">
              <a:avLst/>
            </a:prstGeom>
          </p:spPr>
        </p:pic>
        <p:pic>
          <p:nvPicPr>
            <p:cNvPr id="94" name="Graphic 93" descr="Presentation with bar chart outline">
              <a:extLst>
                <a:ext uri="{FF2B5EF4-FFF2-40B4-BE49-F238E27FC236}">
                  <a16:creationId xmlns:a16="http://schemas.microsoft.com/office/drawing/2014/main" id="{2603F8E8-343D-EF16-27AF-F99B751BDF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1854" y="1806841"/>
              <a:ext cx="411480" cy="411480"/>
            </a:xfrm>
            <a:prstGeom prst="rect">
              <a:avLst/>
            </a:prstGeom>
          </p:spPr>
        </p:pic>
        <p:pic>
          <p:nvPicPr>
            <p:cNvPr id="95" name="Graphic 94" descr="Scientific Thought outline">
              <a:extLst>
                <a:ext uri="{FF2B5EF4-FFF2-40B4-BE49-F238E27FC236}">
                  <a16:creationId xmlns:a16="http://schemas.microsoft.com/office/drawing/2014/main" id="{C8681172-6A35-01EC-AD14-137CC514BAC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7080" y="2279189"/>
              <a:ext cx="411480" cy="411480"/>
            </a:xfrm>
            <a:prstGeom prst="rect">
              <a:avLst/>
            </a:prstGeom>
          </p:spPr>
        </p:pic>
        <p:pic>
          <p:nvPicPr>
            <p:cNvPr id="96" name="Graphic 95" descr="Playbook outline">
              <a:extLst>
                <a:ext uri="{FF2B5EF4-FFF2-40B4-BE49-F238E27FC236}">
                  <a16:creationId xmlns:a16="http://schemas.microsoft.com/office/drawing/2014/main" id="{D6BF846A-3707-711D-3D4C-D4D42D7A2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957" y="2768089"/>
              <a:ext cx="411480" cy="411480"/>
            </a:xfrm>
            <a:prstGeom prst="rect">
              <a:avLst/>
            </a:prstGeom>
          </p:spPr>
        </p:pic>
        <p:pic>
          <p:nvPicPr>
            <p:cNvPr id="97" name="Graphic 96" descr="Loan outline">
              <a:extLst>
                <a:ext uri="{FF2B5EF4-FFF2-40B4-BE49-F238E27FC236}">
                  <a16:creationId xmlns:a16="http://schemas.microsoft.com/office/drawing/2014/main" id="{997D91C3-995F-3B30-90F6-6120AD7C6D6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47789" y="3274447"/>
              <a:ext cx="411480" cy="411480"/>
            </a:xfrm>
            <a:prstGeom prst="rect">
              <a:avLst/>
            </a:prstGeom>
          </p:spPr>
        </p:pic>
        <p:pic>
          <p:nvPicPr>
            <p:cNvPr id="98" name="Graphic 97" descr="Hockey Stick Curve Graph outline">
              <a:extLst>
                <a:ext uri="{FF2B5EF4-FFF2-40B4-BE49-F238E27FC236}">
                  <a16:creationId xmlns:a16="http://schemas.microsoft.com/office/drawing/2014/main" id="{2CCFAD4B-C493-67A4-069E-82FE3607AD9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4931" y="3755455"/>
              <a:ext cx="411480" cy="411480"/>
            </a:xfrm>
            <a:prstGeom prst="rect">
              <a:avLst/>
            </a:prstGeom>
          </p:spPr>
        </p:pic>
        <p:sp>
          <p:nvSpPr>
            <p:cNvPr id="99" name="Freeform: Shape 98">
              <a:extLst>
                <a:ext uri="{FF2B5EF4-FFF2-40B4-BE49-F238E27FC236}">
                  <a16:creationId xmlns:a16="http://schemas.microsoft.com/office/drawing/2014/main" id="{57743B41-6928-8791-8E6C-FF81B6D16B6F}"/>
                </a:ext>
              </a:extLst>
            </p:cNvPr>
            <p:cNvSpPr/>
            <p:nvPr/>
          </p:nvSpPr>
          <p:spPr>
            <a:xfrm>
              <a:off x="202753" y="4215486"/>
              <a:ext cx="3300413" cy="493595"/>
            </a:xfrm>
            <a:custGeom>
              <a:avLst/>
              <a:gdLst>
                <a:gd name="connsiteX0" fmla="*/ 0 w 4800600"/>
                <a:gd name="connsiteY0" fmla="*/ 0 h 770890"/>
                <a:gd name="connsiteX1" fmla="*/ 4800600 w 4800600"/>
                <a:gd name="connsiteY1" fmla="*/ 0 h 770890"/>
                <a:gd name="connsiteX2" fmla="*/ 4800600 w 4800600"/>
                <a:gd name="connsiteY2" fmla="*/ 770890 h 770890"/>
                <a:gd name="connsiteX3" fmla="*/ 400050 w 4800600"/>
                <a:gd name="connsiteY3" fmla="*/ 770890 h 770890"/>
              </a:gdLst>
              <a:ahLst/>
              <a:cxnLst>
                <a:cxn ang="0">
                  <a:pos x="connsiteX0" y="connsiteY0"/>
                </a:cxn>
                <a:cxn ang="0">
                  <a:pos x="connsiteX1" y="connsiteY1"/>
                </a:cxn>
                <a:cxn ang="0">
                  <a:pos x="connsiteX2" y="connsiteY2"/>
                </a:cxn>
                <a:cxn ang="0">
                  <a:pos x="connsiteX3" y="connsiteY3"/>
                </a:cxn>
              </a:cxnLst>
              <a:rect l="l" t="t" r="r" b="b"/>
              <a:pathLst>
                <a:path w="4800600" h="770890">
                  <a:moveTo>
                    <a:pt x="0" y="0"/>
                  </a:moveTo>
                  <a:lnTo>
                    <a:pt x="4800600" y="0"/>
                  </a:lnTo>
                  <a:lnTo>
                    <a:pt x="4800600" y="770890"/>
                  </a:lnTo>
                  <a:lnTo>
                    <a:pt x="400050" y="770890"/>
                  </a:lnTo>
                  <a:close/>
                </a:path>
              </a:pathLst>
            </a:custGeom>
            <a:solidFill>
              <a:srgbClr val="7159B1"/>
            </a:solidFill>
            <a:ln w="12700" cap="flat" cmpd="sng" algn="ctr">
              <a:noFill/>
              <a:prstDash val="solid"/>
              <a:miter lim="800000"/>
            </a:ln>
            <a:effectLst/>
          </p:spPr>
          <p:txBody>
            <a:bodyPr wrap="square" rtlCol="0" anchor="ctr">
              <a:noAutofit/>
            </a:bodyPr>
            <a:lstStyle/>
            <a:p>
              <a:pPr algn="ctr" defTabSz="685800">
                <a:defRPr/>
              </a:pPr>
              <a:endParaRPr lang="en-US" sz="900" kern="0">
                <a:solidFill>
                  <a:srgbClr val="FFFFFF"/>
                </a:solidFill>
                <a:latin typeface="Calibri" panose="020F0502020204030204"/>
              </a:endParaRPr>
            </a:p>
          </p:txBody>
        </p:sp>
        <p:sp>
          <p:nvSpPr>
            <p:cNvPr id="100" name="Oval 99">
              <a:extLst>
                <a:ext uri="{FF2B5EF4-FFF2-40B4-BE49-F238E27FC236}">
                  <a16:creationId xmlns:a16="http://schemas.microsoft.com/office/drawing/2014/main" id="{1C18A89F-44C4-8B19-B28A-011C7DA79C9A}"/>
                </a:ext>
              </a:extLst>
            </p:cNvPr>
            <p:cNvSpPr/>
            <p:nvPr/>
          </p:nvSpPr>
          <p:spPr>
            <a:xfrm>
              <a:off x="545654" y="4259641"/>
              <a:ext cx="411480" cy="411480"/>
            </a:xfrm>
            <a:prstGeom prst="ellipse">
              <a:avLst/>
            </a:prstGeom>
            <a:solidFill>
              <a:srgbClr val="FFFFFF"/>
            </a:solidFill>
            <a:ln w="12700" cap="flat" cmpd="sng" algn="ctr">
              <a:noFill/>
              <a:prstDash val="solid"/>
              <a:miter lim="800000"/>
            </a:ln>
            <a:effectLst/>
          </p:spPr>
          <p:txBody>
            <a:bodyPr rtlCol="0" anchor="ctr"/>
            <a:lstStyle/>
            <a:p>
              <a:pPr algn="ctr" defTabSz="685800">
                <a:defRPr/>
              </a:pPr>
              <a:endParaRPr lang="en-US" sz="900" kern="0">
                <a:solidFill>
                  <a:srgbClr val="FFFFFF"/>
                </a:solidFill>
                <a:latin typeface="Calibri" panose="020F0502020204030204"/>
              </a:endParaRPr>
            </a:p>
          </p:txBody>
        </p:sp>
        <p:sp>
          <p:nvSpPr>
            <p:cNvPr id="101" name="TextBox 100">
              <a:extLst>
                <a:ext uri="{FF2B5EF4-FFF2-40B4-BE49-F238E27FC236}">
                  <a16:creationId xmlns:a16="http://schemas.microsoft.com/office/drawing/2014/main" id="{58F1218D-732D-B9A9-239B-2B6F4F853B6D}"/>
                </a:ext>
              </a:extLst>
            </p:cNvPr>
            <p:cNvSpPr txBox="1"/>
            <p:nvPr/>
          </p:nvSpPr>
          <p:spPr>
            <a:xfrm>
              <a:off x="1079217" y="4318635"/>
              <a:ext cx="2400300" cy="230832"/>
            </a:xfrm>
            <a:prstGeom prst="rect">
              <a:avLst/>
            </a:prstGeom>
            <a:noFill/>
          </p:spPr>
          <p:txBody>
            <a:bodyPr wrap="square">
              <a:spAutoFit/>
            </a:bodyPr>
            <a:lstStyle/>
            <a:p>
              <a:pPr defTabSz="685680">
                <a:defRPr/>
              </a:pPr>
              <a:r>
                <a:rPr lang="en-IN" sz="900" b="1" kern="0" dirty="0">
                  <a:solidFill>
                    <a:srgbClr val="FFFFFF"/>
                  </a:solidFill>
                </a:rPr>
                <a:t>Lack of skills to deploy modern solutions</a:t>
              </a:r>
            </a:p>
          </p:txBody>
        </p:sp>
        <p:pic>
          <p:nvPicPr>
            <p:cNvPr id="102" name="Picture 101">
              <a:extLst>
                <a:ext uri="{FF2B5EF4-FFF2-40B4-BE49-F238E27FC236}">
                  <a16:creationId xmlns:a16="http://schemas.microsoft.com/office/drawing/2014/main" id="{B6CF3366-1992-4198-0564-C8D3BF47BA50}"/>
                </a:ext>
              </a:extLst>
            </p:cNvPr>
            <p:cNvPicPr>
              <a:picLocks noChangeAspect="1"/>
            </p:cNvPicPr>
            <p:nvPr/>
          </p:nvPicPr>
          <p:blipFill>
            <a:blip r:embed="rId14"/>
            <a:stretch>
              <a:fillRect/>
            </a:stretch>
          </p:blipFill>
          <p:spPr>
            <a:xfrm>
              <a:off x="545654" y="4242575"/>
              <a:ext cx="411480" cy="411480"/>
            </a:xfrm>
            <a:prstGeom prst="rect">
              <a:avLst/>
            </a:prstGeom>
          </p:spPr>
        </p:pic>
        <p:pic>
          <p:nvPicPr>
            <p:cNvPr id="103" name="Graphic 102" descr="Customer review outline">
              <a:extLst>
                <a:ext uri="{FF2B5EF4-FFF2-40B4-BE49-F238E27FC236}">
                  <a16:creationId xmlns:a16="http://schemas.microsoft.com/office/drawing/2014/main" id="{EED6D90A-38ED-1E40-1FAD-E52F9D964E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2950" y="4308319"/>
              <a:ext cx="345639" cy="345639"/>
            </a:xfrm>
            <a:prstGeom prst="rect">
              <a:avLst/>
            </a:prstGeom>
          </p:spPr>
        </p:pic>
      </p:grpSp>
      <p:grpSp>
        <p:nvGrpSpPr>
          <p:cNvPr id="104" name="Group 103">
            <a:extLst>
              <a:ext uri="{FF2B5EF4-FFF2-40B4-BE49-F238E27FC236}">
                <a16:creationId xmlns:a16="http://schemas.microsoft.com/office/drawing/2014/main" id="{191C0D35-797C-7E64-121A-2EA9CA5AB70D}"/>
              </a:ext>
            </a:extLst>
          </p:cNvPr>
          <p:cNvGrpSpPr/>
          <p:nvPr/>
        </p:nvGrpSpPr>
        <p:grpSpPr>
          <a:xfrm>
            <a:off x="4345537" y="1326709"/>
            <a:ext cx="4296724" cy="3470971"/>
            <a:chOff x="4160783" y="757189"/>
            <a:chExt cx="4784976" cy="4214149"/>
          </a:xfrm>
        </p:grpSpPr>
        <p:sp>
          <p:nvSpPr>
            <p:cNvPr id="105" name="Oval 104">
              <a:extLst>
                <a:ext uri="{FF2B5EF4-FFF2-40B4-BE49-F238E27FC236}">
                  <a16:creationId xmlns:a16="http://schemas.microsoft.com/office/drawing/2014/main" id="{747EF26F-BD7D-782D-6947-DA46DC7C1D19}"/>
                </a:ext>
              </a:extLst>
            </p:cNvPr>
            <p:cNvSpPr/>
            <p:nvPr/>
          </p:nvSpPr>
          <p:spPr>
            <a:xfrm>
              <a:off x="6096373" y="2392737"/>
              <a:ext cx="906311" cy="906311"/>
            </a:xfrm>
            <a:prstGeom prst="ellipse">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06" name="Freeform: Shape 105">
              <a:extLst>
                <a:ext uri="{FF2B5EF4-FFF2-40B4-BE49-F238E27FC236}">
                  <a16:creationId xmlns:a16="http://schemas.microsoft.com/office/drawing/2014/main" id="{72F6FC62-2F92-1C65-4E76-CAC985747D4F}"/>
                </a:ext>
              </a:extLst>
            </p:cNvPr>
            <p:cNvSpPr/>
            <p:nvPr/>
          </p:nvSpPr>
          <p:spPr>
            <a:xfrm>
              <a:off x="6058559" y="2341953"/>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107" name="Freeform: Shape 106">
              <a:extLst>
                <a:ext uri="{FF2B5EF4-FFF2-40B4-BE49-F238E27FC236}">
                  <a16:creationId xmlns:a16="http://schemas.microsoft.com/office/drawing/2014/main" id="{34236A89-64F6-CC1A-9344-951F41899276}"/>
                </a:ext>
              </a:extLst>
            </p:cNvPr>
            <p:cNvSpPr/>
            <p:nvPr/>
          </p:nvSpPr>
          <p:spPr>
            <a:xfrm flipV="1">
              <a:off x="6058559" y="2937432"/>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nvGrpSpPr>
            <p:cNvPr id="108" name="Group 107">
              <a:extLst>
                <a:ext uri="{FF2B5EF4-FFF2-40B4-BE49-F238E27FC236}">
                  <a16:creationId xmlns:a16="http://schemas.microsoft.com/office/drawing/2014/main" id="{565A1AB4-DAA0-94B4-4AB0-889FB988048A}"/>
                </a:ext>
              </a:extLst>
            </p:cNvPr>
            <p:cNvGrpSpPr/>
            <p:nvPr/>
          </p:nvGrpSpPr>
          <p:grpSpPr>
            <a:xfrm>
              <a:off x="5176163" y="2136955"/>
              <a:ext cx="876213" cy="1417872"/>
              <a:chOff x="2478879" y="1684214"/>
              <a:chExt cx="1331791" cy="2155082"/>
            </a:xfrm>
          </p:grpSpPr>
          <p:sp>
            <p:nvSpPr>
              <p:cNvPr id="133" name="Freeform: Shape 132">
                <a:extLst>
                  <a:ext uri="{FF2B5EF4-FFF2-40B4-BE49-F238E27FC236}">
                    <a16:creationId xmlns:a16="http://schemas.microsoft.com/office/drawing/2014/main" id="{D0787637-B928-F016-B7C2-3D1C8D524FDD}"/>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134" name="Freeform: Shape 133">
                <a:extLst>
                  <a:ext uri="{FF2B5EF4-FFF2-40B4-BE49-F238E27FC236}">
                    <a16:creationId xmlns:a16="http://schemas.microsoft.com/office/drawing/2014/main" id="{77661943-BCE4-CDF7-1AC8-A6FB41559079}"/>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grpSp>
          <p:nvGrpSpPr>
            <p:cNvPr id="109" name="Group 108">
              <a:extLst>
                <a:ext uri="{FF2B5EF4-FFF2-40B4-BE49-F238E27FC236}">
                  <a16:creationId xmlns:a16="http://schemas.microsoft.com/office/drawing/2014/main" id="{A80FD544-8E3A-164D-3CBB-2E824CCB9F16}"/>
                </a:ext>
              </a:extLst>
            </p:cNvPr>
            <p:cNvGrpSpPr/>
            <p:nvPr/>
          </p:nvGrpSpPr>
          <p:grpSpPr>
            <a:xfrm flipH="1">
              <a:off x="7053060" y="2136955"/>
              <a:ext cx="876213" cy="1417872"/>
              <a:chOff x="2478879" y="1684214"/>
              <a:chExt cx="1331791" cy="2155082"/>
            </a:xfrm>
          </p:grpSpPr>
          <p:sp>
            <p:nvSpPr>
              <p:cNvPr id="131" name="Freeform: Shape 130">
                <a:extLst>
                  <a:ext uri="{FF2B5EF4-FFF2-40B4-BE49-F238E27FC236}">
                    <a16:creationId xmlns:a16="http://schemas.microsoft.com/office/drawing/2014/main" id="{72F5D31A-BBE2-2775-6402-60A29F6CCF21}"/>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132" name="Freeform: Shape 131">
                <a:extLst>
                  <a:ext uri="{FF2B5EF4-FFF2-40B4-BE49-F238E27FC236}">
                    <a16:creationId xmlns:a16="http://schemas.microsoft.com/office/drawing/2014/main" id="{2FB19E3B-A3C8-CE4D-E7B5-40393CDA7106}"/>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sp>
          <p:nvSpPr>
            <p:cNvPr id="110" name="Rectangle: Rounded Corners 109">
              <a:extLst>
                <a:ext uri="{FF2B5EF4-FFF2-40B4-BE49-F238E27FC236}">
                  <a16:creationId xmlns:a16="http://schemas.microsoft.com/office/drawing/2014/main" id="{AC445714-A68F-F313-3FB9-5FA9792011EC}"/>
                </a:ext>
              </a:extLst>
            </p:cNvPr>
            <p:cNvSpPr/>
            <p:nvPr/>
          </p:nvSpPr>
          <p:spPr>
            <a:xfrm>
              <a:off x="4160783" y="1662780"/>
              <a:ext cx="2029019" cy="711021"/>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11" name="Rectangle: Rounded Corners 110">
              <a:extLst>
                <a:ext uri="{FF2B5EF4-FFF2-40B4-BE49-F238E27FC236}">
                  <a16:creationId xmlns:a16="http://schemas.microsoft.com/office/drawing/2014/main" id="{E6123C40-2FF9-704F-478E-F65289F11A47}"/>
                </a:ext>
              </a:extLst>
            </p:cNvPr>
            <p:cNvSpPr/>
            <p:nvPr/>
          </p:nvSpPr>
          <p:spPr>
            <a:xfrm>
              <a:off x="6916740" y="1649738"/>
              <a:ext cx="2029019" cy="724062"/>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12" name="Rectangle: Rounded Corners 111">
              <a:extLst>
                <a:ext uri="{FF2B5EF4-FFF2-40B4-BE49-F238E27FC236}">
                  <a16:creationId xmlns:a16="http://schemas.microsoft.com/office/drawing/2014/main" id="{A0A8616A-54E8-2633-54AC-1561764FC7ED}"/>
                </a:ext>
              </a:extLst>
            </p:cNvPr>
            <p:cNvSpPr/>
            <p:nvPr/>
          </p:nvSpPr>
          <p:spPr>
            <a:xfrm>
              <a:off x="6916740" y="3353457"/>
              <a:ext cx="2029019" cy="772334"/>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13" name="Rectangle: Rounded Corners 112">
              <a:extLst>
                <a:ext uri="{FF2B5EF4-FFF2-40B4-BE49-F238E27FC236}">
                  <a16:creationId xmlns:a16="http://schemas.microsoft.com/office/drawing/2014/main" id="{DB08FE9D-0BB6-EBFB-A5BA-E856C478D234}"/>
                </a:ext>
              </a:extLst>
            </p:cNvPr>
            <p:cNvSpPr/>
            <p:nvPr/>
          </p:nvSpPr>
          <p:spPr>
            <a:xfrm>
              <a:off x="4160783" y="3353457"/>
              <a:ext cx="2029019" cy="772334"/>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pic>
          <p:nvPicPr>
            <p:cNvPr id="114" name="Graphic 113" descr="Gears outline">
              <a:extLst>
                <a:ext uri="{FF2B5EF4-FFF2-40B4-BE49-F238E27FC236}">
                  <a16:creationId xmlns:a16="http://schemas.microsoft.com/office/drawing/2014/main" id="{6030B39C-1258-6B6F-7A62-E30EC06AEAC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254921" y="2551284"/>
              <a:ext cx="589215" cy="589215"/>
            </a:xfrm>
            <a:prstGeom prst="rect">
              <a:avLst/>
            </a:prstGeom>
          </p:spPr>
        </p:pic>
        <p:sp>
          <p:nvSpPr>
            <p:cNvPr id="115" name="TextBox 114">
              <a:extLst>
                <a:ext uri="{FF2B5EF4-FFF2-40B4-BE49-F238E27FC236}">
                  <a16:creationId xmlns:a16="http://schemas.microsoft.com/office/drawing/2014/main" id="{0931BF5D-F2FC-A116-47C2-5CEA97AE60BA}"/>
                </a:ext>
              </a:extLst>
            </p:cNvPr>
            <p:cNvSpPr txBox="1"/>
            <p:nvPr/>
          </p:nvSpPr>
          <p:spPr>
            <a:xfrm>
              <a:off x="4554924" y="1765528"/>
              <a:ext cx="1634878" cy="466281"/>
            </a:xfrm>
            <a:prstGeom prst="rect">
              <a:avLst/>
            </a:prstGeom>
            <a:noFill/>
          </p:spPr>
          <p:txBody>
            <a:bodyPr wrap="square">
              <a:spAutoFit/>
            </a:bodyPr>
            <a:lstStyle/>
            <a:p>
              <a:pPr>
                <a:lnSpc>
                  <a:spcPct val="90000"/>
                </a:lnSpc>
              </a:pPr>
              <a:r>
                <a:rPr lang="en-US" sz="900" dirty="0">
                  <a:solidFill>
                    <a:schemeClr val="lt1"/>
                  </a:solidFill>
                </a:rPr>
                <a:t>Identity centric zero trust initiatives towards</a:t>
              </a:r>
            </a:p>
            <a:p>
              <a:pPr>
                <a:lnSpc>
                  <a:spcPct val="90000"/>
                </a:lnSpc>
              </a:pPr>
              <a:r>
                <a:rPr lang="en-US" sz="900" i="1" dirty="0">
                  <a:solidFill>
                    <a:schemeClr val="lt1"/>
                  </a:solidFill>
                </a:rPr>
                <a:t>Cyber Risk Management</a:t>
              </a:r>
            </a:p>
          </p:txBody>
        </p:sp>
        <p:sp>
          <p:nvSpPr>
            <p:cNvPr id="116" name="TextBox 115">
              <a:extLst>
                <a:ext uri="{FF2B5EF4-FFF2-40B4-BE49-F238E27FC236}">
                  <a16:creationId xmlns:a16="http://schemas.microsoft.com/office/drawing/2014/main" id="{97B7D4CD-D5A9-40BF-A8B6-8AA7E381DC21}"/>
                </a:ext>
              </a:extLst>
            </p:cNvPr>
            <p:cNvSpPr txBox="1"/>
            <p:nvPr/>
          </p:nvSpPr>
          <p:spPr>
            <a:xfrm>
              <a:off x="7310274" y="1689060"/>
              <a:ext cx="1634878" cy="590931"/>
            </a:xfrm>
            <a:prstGeom prst="rect">
              <a:avLst/>
            </a:prstGeom>
            <a:noFill/>
          </p:spPr>
          <p:txBody>
            <a:bodyPr wrap="square">
              <a:spAutoFit/>
            </a:bodyPr>
            <a:lstStyle/>
            <a:p>
              <a:pPr>
                <a:lnSpc>
                  <a:spcPct val="90000"/>
                </a:lnSpc>
              </a:pPr>
              <a:r>
                <a:rPr lang="en-US" sz="900">
                  <a:solidFill>
                    <a:schemeClr val="lt1"/>
                  </a:solidFill>
                </a:rPr>
                <a:t>Consumer facing digital initiatives </a:t>
              </a:r>
            </a:p>
            <a:p>
              <a:pPr>
                <a:lnSpc>
                  <a:spcPct val="90000"/>
                </a:lnSpc>
              </a:pPr>
              <a:r>
                <a:rPr lang="en-US" sz="900" i="1">
                  <a:solidFill>
                    <a:schemeClr val="lt1"/>
                  </a:solidFill>
                </a:rPr>
                <a:t>Business collaboration  &amp; improved user experience</a:t>
              </a:r>
            </a:p>
          </p:txBody>
        </p:sp>
        <p:sp>
          <p:nvSpPr>
            <p:cNvPr id="117" name="TextBox 116">
              <a:extLst>
                <a:ext uri="{FF2B5EF4-FFF2-40B4-BE49-F238E27FC236}">
                  <a16:creationId xmlns:a16="http://schemas.microsoft.com/office/drawing/2014/main" id="{F47F160A-A1BE-88A1-CAAC-BFF59CF15BB7}"/>
                </a:ext>
              </a:extLst>
            </p:cNvPr>
            <p:cNvSpPr txBox="1"/>
            <p:nvPr/>
          </p:nvSpPr>
          <p:spPr>
            <a:xfrm>
              <a:off x="4554924" y="3495140"/>
              <a:ext cx="1634878" cy="466281"/>
            </a:xfrm>
            <a:prstGeom prst="rect">
              <a:avLst/>
            </a:prstGeom>
            <a:noFill/>
          </p:spPr>
          <p:txBody>
            <a:bodyPr wrap="square">
              <a:spAutoFit/>
            </a:bodyPr>
            <a:lstStyle/>
            <a:p>
              <a:pPr>
                <a:lnSpc>
                  <a:spcPct val="90000"/>
                </a:lnSpc>
              </a:pPr>
              <a:r>
                <a:rPr lang="en-US" sz="900" dirty="0">
                  <a:solidFill>
                    <a:schemeClr val="lt1"/>
                  </a:solidFill>
                </a:rPr>
                <a:t>IAM controls playing a central role in increasing compliance requirements</a:t>
              </a:r>
            </a:p>
          </p:txBody>
        </p:sp>
        <p:sp>
          <p:nvSpPr>
            <p:cNvPr id="118" name="TextBox 117">
              <a:extLst>
                <a:ext uri="{FF2B5EF4-FFF2-40B4-BE49-F238E27FC236}">
                  <a16:creationId xmlns:a16="http://schemas.microsoft.com/office/drawing/2014/main" id="{09C6D134-A237-B750-5FF7-6F21B5E4331A}"/>
                </a:ext>
              </a:extLst>
            </p:cNvPr>
            <p:cNvSpPr txBox="1"/>
            <p:nvPr/>
          </p:nvSpPr>
          <p:spPr>
            <a:xfrm>
              <a:off x="7310274" y="3517098"/>
              <a:ext cx="1634878" cy="466281"/>
            </a:xfrm>
            <a:prstGeom prst="rect">
              <a:avLst/>
            </a:prstGeom>
            <a:noFill/>
          </p:spPr>
          <p:txBody>
            <a:bodyPr wrap="square">
              <a:spAutoFit/>
            </a:bodyPr>
            <a:lstStyle/>
            <a:p>
              <a:pPr>
                <a:lnSpc>
                  <a:spcPct val="90000"/>
                </a:lnSpc>
              </a:pPr>
              <a:r>
                <a:rPr lang="en-US" sz="900" dirty="0">
                  <a:solidFill>
                    <a:schemeClr val="lt1"/>
                  </a:solidFill>
                </a:rPr>
                <a:t>IAM Tech refresh driven by legacy estates and/or cloud migrations</a:t>
              </a:r>
              <a:endParaRPr lang="en-US" sz="900" i="1" dirty="0">
                <a:solidFill>
                  <a:schemeClr val="lt1"/>
                </a:solidFill>
              </a:endParaRPr>
            </a:p>
          </p:txBody>
        </p:sp>
        <p:pic>
          <p:nvPicPr>
            <p:cNvPr id="119" name="Graphic 118" descr="Radioactive outline">
              <a:extLst>
                <a:ext uri="{FF2B5EF4-FFF2-40B4-BE49-F238E27FC236}">
                  <a16:creationId xmlns:a16="http://schemas.microsoft.com/office/drawing/2014/main" id="{F894C719-9BA3-EC17-4CC8-ECE6FE64633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222223" y="1791946"/>
              <a:ext cx="389571" cy="389571"/>
            </a:xfrm>
            <a:prstGeom prst="rect">
              <a:avLst/>
            </a:prstGeom>
          </p:spPr>
        </p:pic>
        <p:pic>
          <p:nvPicPr>
            <p:cNvPr id="120" name="Graphic 119" descr="Bullseye outline">
              <a:extLst>
                <a:ext uri="{FF2B5EF4-FFF2-40B4-BE49-F238E27FC236}">
                  <a16:creationId xmlns:a16="http://schemas.microsoft.com/office/drawing/2014/main" id="{7EDC509F-5E70-2AC8-C1D9-526E253E9AE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237847" y="3599906"/>
              <a:ext cx="339906" cy="339906"/>
            </a:xfrm>
            <a:prstGeom prst="rect">
              <a:avLst/>
            </a:prstGeom>
          </p:spPr>
        </p:pic>
        <p:pic>
          <p:nvPicPr>
            <p:cNvPr id="121" name="Graphic 120" descr="Syncing cloud outline">
              <a:extLst>
                <a:ext uri="{FF2B5EF4-FFF2-40B4-BE49-F238E27FC236}">
                  <a16:creationId xmlns:a16="http://schemas.microsoft.com/office/drawing/2014/main" id="{0C75383B-5F56-DFEE-9A8C-5103161E785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974519" y="3546940"/>
              <a:ext cx="351636" cy="351636"/>
            </a:xfrm>
            <a:prstGeom prst="rect">
              <a:avLst/>
            </a:prstGeom>
          </p:spPr>
        </p:pic>
        <p:pic>
          <p:nvPicPr>
            <p:cNvPr id="122" name="Graphic 121" descr="Ui Ux outline">
              <a:extLst>
                <a:ext uri="{FF2B5EF4-FFF2-40B4-BE49-F238E27FC236}">
                  <a16:creationId xmlns:a16="http://schemas.microsoft.com/office/drawing/2014/main" id="{8E4D162F-D17C-1B73-B48E-1886CC44BE98}"/>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974519" y="1842122"/>
              <a:ext cx="352335" cy="352335"/>
            </a:xfrm>
            <a:prstGeom prst="rect">
              <a:avLst/>
            </a:prstGeom>
          </p:spPr>
        </p:pic>
        <p:sp>
          <p:nvSpPr>
            <p:cNvPr id="123" name="Rectangle: Rounded Corners 122">
              <a:extLst>
                <a:ext uri="{FF2B5EF4-FFF2-40B4-BE49-F238E27FC236}">
                  <a16:creationId xmlns:a16="http://schemas.microsoft.com/office/drawing/2014/main" id="{5E33D21C-7676-5720-188B-7C3CBFBE13E5}"/>
                </a:ext>
              </a:extLst>
            </p:cNvPr>
            <p:cNvSpPr/>
            <p:nvPr/>
          </p:nvSpPr>
          <p:spPr>
            <a:xfrm>
              <a:off x="5545465" y="4199004"/>
              <a:ext cx="2029019" cy="772334"/>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24" name="Rectangle: Rounded Corners 123">
              <a:extLst>
                <a:ext uri="{FF2B5EF4-FFF2-40B4-BE49-F238E27FC236}">
                  <a16:creationId xmlns:a16="http://schemas.microsoft.com/office/drawing/2014/main" id="{54247A02-F7C4-ACFA-D129-58059D07D8AF}"/>
                </a:ext>
              </a:extLst>
            </p:cNvPr>
            <p:cNvSpPr/>
            <p:nvPr/>
          </p:nvSpPr>
          <p:spPr>
            <a:xfrm>
              <a:off x="5537473" y="757189"/>
              <a:ext cx="2029019" cy="772334"/>
            </a:xfrm>
            <a:prstGeom prst="roundRect">
              <a:avLst>
                <a:gd name="adj" fmla="val 50000"/>
              </a:avLst>
            </a:prstGeom>
            <a:solidFill>
              <a:srgbClr val="7159B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cxnSp>
          <p:nvCxnSpPr>
            <p:cNvPr id="125" name="Straight Connector 124">
              <a:extLst>
                <a:ext uri="{FF2B5EF4-FFF2-40B4-BE49-F238E27FC236}">
                  <a16:creationId xmlns:a16="http://schemas.microsoft.com/office/drawing/2014/main" id="{D285C546-EF13-0CAD-6A6B-7D315A08F7B5}"/>
                </a:ext>
              </a:extLst>
            </p:cNvPr>
            <p:cNvCxnSpPr>
              <a:cxnSpLocks/>
            </p:cNvCxnSpPr>
            <p:nvPr/>
          </p:nvCxnSpPr>
          <p:spPr>
            <a:xfrm>
              <a:off x="6551983" y="1529569"/>
              <a:ext cx="1288" cy="788696"/>
            </a:xfrm>
            <a:prstGeom prst="line">
              <a:avLst/>
            </a:prstGeom>
            <a:ln w="12700"/>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E871BC1E-7A05-5D60-811C-16F77902E690}"/>
                </a:ext>
              </a:extLst>
            </p:cNvPr>
            <p:cNvCxnSpPr>
              <a:cxnSpLocks/>
            </p:cNvCxnSpPr>
            <p:nvPr/>
          </p:nvCxnSpPr>
          <p:spPr>
            <a:xfrm>
              <a:off x="6548150" y="3342771"/>
              <a:ext cx="1288" cy="867566"/>
            </a:xfrm>
            <a:prstGeom prst="line">
              <a:avLst/>
            </a:prstGeom>
            <a:ln w="12700"/>
          </p:spPr>
          <p:style>
            <a:lnRef idx="1">
              <a:schemeClr val="dk1"/>
            </a:lnRef>
            <a:fillRef idx="0">
              <a:schemeClr val="dk1"/>
            </a:fillRef>
            <a:effectRef idx="0">
              <a:schemeClr val="dk1"/>
            </a:effectRef>
            <a:fontRef idx="minor">
              <a:schemeClr val="tx1"/>
            </a:fontRef>
          </p:style>
        </p:cxnSp>
        <p:sp>
          <p:nvSpPr>
            <p:cNvPr id="127" name="TextBox 126">
              <a:extLst>
                <a:ext uri="{FF2B5EF4-FFF2-40B4-BE49-F238E27FC236}">
                  <a16:creationId xmlns:a16="http://schemas.microsoft.com/office/drawing/2014/main" id="{BCD6BA47-D36B-7B15-7D9D-EA6006D6C9DD}"/>
                </a:ext>
              </a:extLst>
            </p:cNvPr>
            <p:cNvSpPr txBox="1"/>
            <p:nvPr/>
          </p:nvSpPr>
          <p:spPr>
            <a:xfrm>
              <a:off x="6038512" y="4344312"/>
              <a:ext cx="1558211" cy="466281"/>
            </a:xfrm>
            <a:prstGeom prst="rect">
              <a:avLst/>
            </a:prstGeom>
            <a:noFill/>
          </p:spPr>
          <p:txBody>
            <a:bodyPr wrap="square">
              <a:spAutoFit/>
            </a:bodyPr>
            <a:lstStyle>
              <a:defPPr>
                <a:defRPr lang="en-US"/>
              </a:defPPr>
              <a:lvl1pPr>
                <a:lnSpc>
                  <a:spcPct val="90000"/>
                </a:lnSpc>
                <a:defRPr sz="1400">
                  <a:solidFill>
                    <a:schemeClr val="lt1"/>
                  </a:solidFill>
                </a:defRPr>
              </a:lvl1pPr>
            </a:lstStyle>
            <a:p>
              <a:r>
                <a:rPr lang="en-US" sz="900" dirty="0"/>
                <a:t>risk-managed interactions with vendors, partners and customers</a:t>
              </a:r>
            </a:p>
          </p:txBody>
        </p:sp>
        <p:pic>
          <p:nvPicPr>
            <p:cNvPr id="128" name="Graphic 127" descr="Handshake outline">
              <a:extLst>
                <a:ext uri="{FF2B5EF4-FFF2-40B4-BE49-F238E27FC236}">
                  <a16:creationId xmlns:a16="http://schemas.microsoft.com/office/drawing/2014/main" id="{35A06D79-6841-EBCC-162B-3A09F853FF75}"/>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611207" y="4388449"/>
              <a:ext cx="485167" cy="485167"/>
            </a:xfrm>
            <a:prstGeom prst="rect">
              <a:avLst/>
            </a:prstGeom>
          </p:spPr>
        </p:pic>
        <p:pic>
          <p:nvPicPr>
            <p:cNvPr id="129" name="Graphic 128" descr="Internet Of Things outline">
              <a:extLst>
                <a:ext uri="{FF2B5EF4-FFF2-40B4-BE49-F238E27FC236}">
                  <a16:creationId xmlns:a16="http://schemas.microsoft.com/office/drawing/2014/main" id="{28361B78-CAF2-16FD-482B-6E3A0D417DE3}"/>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701093" y="911449"/>
              <a:ext cx="463812" cy="463812"/>
            </a:xfrm>
            <a:prstGeom prst="rect">
              <a:avLst/>
            </a:prstGeom>
          </p:spPr>
        </p:pic>
        <p:sp>
          <p:nvSpPr>
            <p:cNvPr id="130" name="TextBox 129">
              <a:extLst>
                <a:ext uri="{FF2B5EF4-FFF2-40B4-BE49-F238E27FC236}">
                  <a16:creationId xmlns:a16="http://schemas.microsoft.com/office/drawing/2014/main" id="{4206E680-0A10-46F7-5208-436536DA1FB5}"/>
                </a:ext>
              </a:extLst>
            </p:cNvPr>
            <p:cNvSpPr txBox="1"/>
            <p:nvPr/>
          </p:nvSpPr>
          <p:spPr>
            <a:xfrm>
              <a:off x="6188080" y="985212"/>
              <a:ext cx="1401587" cy="341632"/>
            </a:xfrm>
            <a:prstGeom prst="rect">
              <a:avLst/>
            </a:prstGeom>
            <a:noFill/>
          </p:spPr>
          <p:txBody>
            <a:bodyPr wrap="square">
              <a:spAutoFit/>
            </a:bodyPr>
            <a:lstStyle>
              <a:defPPr>
                <a:defRPr lang="en-US"/>
              </a:defPPr>
              <a:lvl1pPr>
                <a:lnSpc>
                  <a:spcPct val="90000"/>
                </a:lnSpc>
                <a:defRPr sz="1400">
                  <a:solidFill>
                    <a:schemeClr val="lt1"/>
                  </a:solidFill>
                </a:defRPr>
              </a:lvl1pPr>
            </a:lstStyle>
            <a:p>
              <a:r>
                <a:rPr lang="en-US" sz="900" dirty="0"/>
                <a:t>Deploy at scale &amp; enforce adoption </a:t>
              </a:r>
            </a:p>
          </p:txBody>
        </p:sp>
      </p:grpSp>
      <p:sp>
        <p:nvSpPr>
          <p:cNvPr id="135" name="Content Placeholder 4">
            <a:extLst>
              <a:ext uri="{FF2B5EF4-FFF2-40B4-BE49-F238E27FC236}">
                <a16:creationId xmlns:a16="http://schemas.microsoft.com/office/drawing/2014/main" id="{71B90D4B-5D1E-CC8D-111C-954D4D74C2EB}"/>
              </a:ext>
            </a:extLst>
          </p:cNvPr>
          <p:cNvSpPr txBox="1">
            <a:spLocks/>
          </p:cNvSpPr>
          <p:nvPr/>
        </p:nvSpPr>
        <p:spPr>
          <a:xfrm>
            <a:off x="178255" y="558052"/>
            <a:ext cx="8752153" cy="646231"/>
          </a:xfrm>
          <a:prstGeom prst="rect">
            <a:avLst/>
          </a:prstGeom>
        </p:spPr>
        <p:txBody>
          <a:bodyPr>
            <a:normAutofit/>
          </a:bodyPr>
          <a:lst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64" marR="2310" indent="0" defTabSz="415525">
              <a:spcBef>
                <a:spcPts val="1200"/>
              </a:spcBef>
              <a:spcAft>
                <a:spcPts val="600"/>
              </a:spcAft>
              <a:buFont typeface="Arial" panose="020B0604020202020204" pitchFamily="34" charset="0"/>
              <a:buNone/>
            </a:pPr>
            <a:r>
              <a:rPr lang="en-US" sz="1200" dirty="0">
                <a:cs typeface="Calibri"/>
              </a:rPr>
              <a:t>IAM controls allow users (Employees, Contractors,  Stakeholders, Suppliers, Vendors, End Customers and Guest Users) to access organization's resources seamlessly, rapidly and efficiently, so that the right user is granted the right access to the right protected resources under the right conditions/context at the right time.</a:t>
            </a:r>
          </a:p>
        </p:txBody>
      </p:sp>
    </p:spTree>
    <p:extLst>
      <p:ext uri="{BB962C8B-B14F-4D97-AF65-F5344CB8AC3E}">
        <p14:creationId xmlns:p14="http://schemas.microsoft.com/office/powerpoint/2010/main" val="91901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6BDEE-C4AA-DBC6-70DC-8D02B6F90784}"/>
              </a:ext>
            </a:extLst>
          </p:cNvPr>
          <p:cNvSpPr>
            <a:spLocks noGrp="1"/>
          </p:cNvSpPr>
          <p:nvPr>
            <p:ph type="title"/>
          </p:nvPr>
        </p:nvSpPr>
        <p:spPr>
          <a:xfrm>
            <a:off x="277814" y="2260048"/>
            <a:ext cx="3781863" cy="621580"/>
          </a:xfrm>
        </p:spPr>
        <p:txBody>
          <a:bodyPr/>
          <a:lstStyle/>
          <a:p>
            <a:r>
              <a:rPr lang="en-US" dirty="0"/>
              <a:t>Web Access Management</a:t>
            </a:r>
            <a:endParaRPr lang="en-IN" dirty="0"/>
          </a:p>
        </p:txBody>
      </p:sp>
    </p:spTree>
    <p:extLst>
      <p:ext uri="{BB962C8B-B14F-4D97-AF65-F5344CB8AC3E}">
        <p14:creationId xmlns:p14="http://schemas.microsoft.com/office/powerpoint/2010/main" val="297609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862D-6C26-7A0D-7932-4EB9B5801CC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0D8CDD-38C7-F3CE-35A4-B0D760E7F237}"/>
              </a:ext>
            </a:extLst>
          </p:cNvPr>
          <p:cNvSpPr/>
          <p:nvPr/>
        </p:nvSpPr>
        <p:spPr>
          <a:xfrm>
            <a:off x="628902" y="660692"/>
            <a:ext cx="7886195" cy="382211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753760-86EB-22BA-DC7F-3615DDDB2723}"/>
              </a:ext>
            </a:extLst>
          </p:cNvPr>
          <p:cNvSpPr>
            <a:spLocks noGrp="1"/>
          </p:cNvSpPr>
          <p:nvPr>
            <p:ph type="title"/>
          </p:nvPr>
        </p:nvSpPr>
        <p:spPr>
          <a:xfrm>
            <a:off x="192993" y="12420"/>
            <a:ext cx="7886195" cy="553027"/>
          </a:xfrm>
        </p:spPr>
        <p:txBody>
          <a:bodyPr vert="horz" wrap="square" lIns="68580" tIns="34290" rIns="68580" bIns="34290" rtlCol="0" anchor="ctr">
            <a:normAutofit/>
          </a:bodyPr>
          <a:lstStyle/>
          <a:p>
            <a:r>
              <a:rPr lang="en-US" dirty="0"/>
              <a:t>Introduction to Web Access Management</a:t>
            </a:r>
          </a:p>
        </p:txBody>
      </p:sp>
      <p:sp>
        <p:nvSpPr>
          <p:cNvPr id="7" name="TextBox 6">
            <a:extLst>
              <a:ext uri="{FF2B5EF4-FFF2-40B4-BE49-F238E27FC236}">
                <a16:creationId xmlns:a16="http://schemas.microsoft.com/office/drawing/2014/main" id="{64483BC8-C1D6-F3A8-513C-A36AE40A8276}"/>
              </a:ext>
            </a:extLst>
          </p:cNvPr>
          <p:cNvSpPr txBox="1"/>
          <p:nvPr/>
        </p:nvSpPr>
        <p:spPr>
          <a:xfrm>
            <a:off x="880109" y="1006717"/>
            <a:ext cx="7383780" cy="3293209"/>
          </a:xfrm>
          <a:prstGeom prst="rect">
            <a:avLst/>
          </a:prstGeom>
          <a:noFill/>
        </p:spPr>
        <p:txBody>
          <a:bodyPr wrap="square" rtlCol="0">
            <a:spAutoFit/>
          </a:bodyPr>
          <a:lstStyle/>
          <a:p>
            <a:pPr algn="just"/>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Web Access Management (WAM)</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is a subset of Identity and Access Management focused on controlling user access to web applications and resources​. In practice, WAM solutions handle </a:t>
            </a: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authentication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(verifying a user’s identity) and </a:t>
            </a: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authorization</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(determining what that user can access) for web-based systems. </a:t>
            </a:r>
          </a:p>
          <a:p>
            <a:pPr algn="just"/>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purpose of WAM is to ensure only the right users get into the right applications, protecting sensitive data while streamlining user access​. This is critically important in modern enterprises – with so many web apps in use, a centralized WAM strategy helps maintain security and compliance while improving user convenience​.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r>
              <a:rPr lang="en-IN" sz="1600" kern="100" dirty="0">
                <a:effectLst/>
                <a:latin typeface="Calibri" panose="020F0502020204030204" pitchFamily="34" charset="0"/>
                <a:ea typeface="Calibri" panose="020F0502020204030204" pitchFamily="34" charset="0"/>
                <a:cs typeface="Times New Roman" panose="02020603050405020304" pitchFamily="18" charset="0"/>
              </a:rPr>
              <a:t>WAM fits into the broader IAM ecosystem as the web-focused component that provides features like single sign-on, policy-based access control, and audit trails for web applications​. In short, WAM is the “gatekeeper” for web portals in an organization’s IAM program.</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658198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FDCC-18F9-81B2-9455-469FF7848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ABC9A-B3D9-3C77-5463-336A910D05C6}"/>
              </a:ext>
            </a:extLst>
          </p:cNvPr>
          <p:cNvSpPr>
            <a:spLocks noGrp="1"/>
          </p:cNvSpPr>
          <p:nvPr>
            <p:ph type="title"/>
          </p:nvPr>
        </p:nvSpPr>
        <p:spPr>
          <a:xfrm>
            <a:off x="0" y="-61839"/>
            <a:ext cx="3238500" cy="450459"/>
          </a:xfrm>
        </p:spPr>
        <p:txBody>
          <a:bodyPr vert="horz" wrap="square" lIns="68580" tIns="34290" rIns="68580" bIns="34290" rtlCol="0" anchor="ctr">
            <a:normAutofit/>
          </a:bodyPr>
          <a:lstStyle/>
          <a:p>
            <a:r>
              <a:rPr lang="en-US" dirty="0"/>
              <a:t>Core Concepts of WAM</a:t>
            </a:r>
          </a:p>
        </p:txBody>
      </p:sp>
      <p:sp>
        <p:nvSpPr>
          <p:cNvPr id="3" name="Text Placeholder 2">
            <a:extLst>
              <a:ext uri="{FF2B5EF4-FFF2-40B4-BE49-F238E27FC236}">
                <a16:creationId xmlns:a16="http://schemas.microsoft.com/office/drawing/2014/main" id="{889D0D06-D98D-807F-1055-D6282C8443AD}"/>
              </a:ext>
            </a:extLst>
          </p:cNvPr>
          <p:cNvSpPr>
            <a:spLocks noGrp="1"/>
          </p:cNvSpPr>
          <p:nvPr>
            <p:ph type="body" sz="quarter" idx="14"/>
          </p:nvPr>
        </p:nvSpPr>
        <p:spPr/>
        <p:txBody>
          <a:bodyPr/>
          <a:lstStyle/>
          <a:p>
            <a:endParaRPr lang="en-US"/>
          </a:p>
        </p:txBody>
      </p:sp>
      <p:graphicFrame>
        <p:nvGraphicFramePr>
          <p:cNvPr id="5" name="Content Placeholder 4">
            <a:extLst>
              <a:ext uri="{FF2B5EF4-FFF2-40B4-BE49-F238E27FC236}">
                <a16:creationId xmlns:a16="http://schemas.microsoft.com/office/drawing/2014/main" id="{016F1F6A-8F59-BA3E-CCDD-93EC5B089DDD}"/>
              </a:ext>
            </a:extLst>
          </p:cNvPr>
          <p:cNvGraphicFramePr>
            <a:graphicFrameLocks noGrp="1"/>
          </p:cNvGraphicFramePr>
          <p:nvPr>
            <p:ph idx="1"/>
            <p:extLst>
              <p:ext uri="{D42A27DB-BD31-4B8C-83A1-F6EECF244321}">
                <p14:modId xmlns:p14="http://schemas.microsoft.com/office/powerpoint/2010/main" val="2115417861"/>
              </p:ext>
            </p:extLst>
          </p:nvPr>
        </p:nvGraphicFramePr>
        <p:xfrm>
          <a:off x="236220" y="388620"/>
          <a:ext cx="8671560" cy="4108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307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3CDC5-02F7-4116-97F9-8268A1C6BD0B}"/>
              </a:ext>
            </a:extLst>
          </p:cNvPr>
          <p:cNvSpPr>
            <a:spLocks noGrp="1"/>
          </p:cNvSpPr>
          <p:nvPr>
            <p:ph type="title"/>
          </p:nvPr>
        </p:nvSpPr>
        <p:spPr/>
        <p:txBody>
          <a:bodyPr/>
          <a:lstStyle/>
          <a:p>
            <a:r>
              <a:rPr lang="en-US" dirty="0"/>
              <a:t>WAM Reference Architecture </a:t>
            </a:r>
          </a:p>
        </p:txBody>
      </p:sp>
      <p:sp>
        <p:nvSpPr>
          <p:cNvPr id="69" name="Rectangle 68">
            <a:extLst>
              <a:ext uri="{FF2B5EF4-FFF2-40B4-BE49-F238E27FC236}">
                <a16:creationId xmlns:a16="http://schemas.microsoft.com/office/drawing/2014/main" id="{4ABF5C6B-CBD9-4877-B55A-11B425A9BC5B}"/>
              </a:ext>
            </a:extLst>
          </p:cNvPr>
          <p:cNvSpPr/>
          <p:nvPr/>
        </p:nvSpPr>
        <p:spPr>
          <a:xfrm>
            <a:off x="7006365" y="1150791"/>
            <a:ext cx="1558714" cy="2609893"/>
          </a:xfrm>
          <a:prstGeom prst="rect">
            <a:avLst/>
          </a:prstGeom>
          <a:solidFill>
            <a:schemeClr val="accent2">
              <a:lumMod val="20000"/>
              <a:lumOff val="8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415556"/>
            <a:r>
              <a:rPr lang="en-US" sz="900" b="1" dirty="0">
                <a:solidFill>
                  <a:prstClr val="black"/>
                </a:solidFill>
                <a:latin typeface="Calibri" panose="020F0502020204030204"/>
              </a:rPr>
              <a:t>Applications &amp; Systems </a:t>
            </a:r>
          </a:p>
        </p:txBody>
      </p:sp>
      <p:sp>
        <p:nvSpPr>
          <p:cNvPr id="70" name="Rectangle 69">
            <a:extLst>
              <a:ext uri="{FF2B5EF4-FFF2-40B4-BE49-F238E27FC236}">
                <a16:creationId xmlns:a16="http://schemas.microsoft.com/office/drawing/2014/main" id="{626E773B-F948-4BEF-8D6D-250C85EF8049}"/>
              </a:ext>
            </a:extLst>
          </p:cNvPr>
          <p:cNvSpPr/>
          <p:nvPr/>
        </p:nvSpPr>
        <p:spPr>
          <a:xfrm>
            <a:off x="2442413" y="1492731"/>
            <a:ext cx="2886443" cy="1981048"/>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415556"/>
            <a:r>
              <a:rPr lang="en-US" sz="1050" b="1" dirty="0">
                <a:solidFill>
                  <a:prstClr val="black"/>
                </a:solidFill>
                <a:latin typeface="Calibri" panose="020F0502020204030204"/>
              </a:rPr>
              <a:t>WAM B2E Platform</a:t>
            </a:r>
          </a:p>
        </p:txBody>
      </p:sp>
      <p:sp>
        <p:nvSpPr>
          <p:cNvPr id="71" name="Rounded Rectangle 13">
            <a:extLst>
              <a:ext uri="{FF2B5EF4-FFF2-40B4-BE49-F238E27FC236}">
                <a16:creationId xmlns:a16="http://schemas.microsoft.com/office/drawing/2014/main" id="{6810654D-D7A2-4FF1-9D27-B12CAC0D9083}"/>
              </a:ext>
            </a:extLst>
          </p:cNvPr>
          <p:cNvSpPr/>
          <p:nvPr/>
        </p:nvSpPr>
        <p:spPr>
          <a:xfrm>
            <a:off x="2589142" y="1814833"/>
            <a:ext cx="262394" cy="1519802"/>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defTabSz="415556"/>
            <a:r>
              <a:rPr lang="en-US" sz="900" dirty="0">
                <a:solidFill>
                  <a:prstClr val="white"/>
                </a:solidFill>
                <a:latin typeface="Calibri" panose="020F0502020204030204"/>
              </a:rPr>
              <a:t>Application Landing Page</a:t>
            </a:r>
          </a:p>
        </p:txBody>
      </p:sp>
      <p:sp>
        <p:nvSpPr>
          <p:cNvPr id="72" name="Rounded Rectangle 16">
            <a:extLst>
              <a:ext uri="{FF2B5EF4-FFF2-40B4-BE49-F238E27FC236}">
                <a16:creationId xmlns:a16="http://schemas.microsoft.com/office/drawing/2014/main" id="{83F61695-4A72-4562-9714-55535E8F460C}"/>
              </a:ext>
            </a:extLst>
          </p:cNvPr>
          <p:cNvSpPr/>
          <p:nvPr/>
        </p:nvSpPr>
        <p:spPr>
          <a:xfrm>
            <a:off x="3162442" y="2984233"/>
            <a:ext cx="929876" cy="27432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User Store</a:t>
            </a:r>
          </a:p>
        </p:txBody>
      </p:sp>
      <p:cxnSp>
        <p:nvCxnSpPr>
          <p:cNvPr id="73" name="Elbow Connector 18">
            <a:extLst>
              <a:ext uri="{FF2B5EF4-FFF2-40B4-BE49-F238E27FC236}">
                <a16:creationId xmlns:a16="http://schemas.microsoft.com/office/drawing/2014/main" id="{F3C481EC-C0E5-4C9A-8CD6-173D17F134FC}"/>
              </a:ext>
            </a:extLst>
          </p:cNvPr>
          <p:cNvCxnSpPr>
            <a:cxnSpLocks/>
          </p:cNvCxnSpPr>
          <p:nvPr/>
        </p:nvCxnSpPr>
        <p:spPr>
          <a:xfrm flipV="1">
            <a:off x="2871413" y="2571479"/>
            <a:ext cx="274320" cy="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25">
            <a:extLst>
              <a:ext uri="{FF2B5EF4-FFF2-40B4-BE49-F238E27FC236}">
                <a16:creationId xmlns:a16="http://schemas.microsoft.com/office/drawing/2014/main" id="{671F7A28-3D2A-46B1-8162-40E6710C7A55}"/>
              </a:ext>
            </a:extLst>
          </p:cNvPr>
          <p:cNvCxnSpPr>
            <a:cxnSpLocks/>
            <a:stCxn id="92" idx="2"/>
            <a:endCxn id="72" idx="0"/>
          </p:cNvCxnSpPr>
          <p:nvPr/>
        </p:nvCxnSpPr>
        <p:spPr>
          <a:xfrm rot="5400000">
            <a:off x="3494347" y="2851198"/>
            <a:ext cx="275594" cy="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01CFA99-AA53-4C6A-9723-8B9F62AAE3A3}"/>
              </a:ext>
            </a:extLst>
          </p:cNvPr>
          <p:cNvCxnSpPr>
            <a:cxnSpLocks/>
          </p:cNvCxnSpPr>
          <p:nvPr/>
        </p:nvCxnSpPr>
        <p:spPr>
          <a:xfrm flipV="1">
            <a:off x="682104" y="2592383"/>
            <a:ext cx="216670"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AB474D7-26EB-4AA4-AEDD-B01AB7C30DD5}"/>
              </a:ext>
            </a:extLst>
          </p:cNvPr>
          <p:cNvCxnSpPr>
            <a:cxnSpLocks/>
          </p:cNvCxnSpPr>
          <p:nvPr/>
        </p:nvCxnSpPr>
        <p:spPr>
          <a:xfrm flipV="1">
            <a:off x="1941856" y="2574733"/>
            <a:ext cx="640080"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E1379658-DFC7-40F7-AE29-0C53F8E2830E}"/>
              </a:ext>
            </a:extLst>
          </p:cNvPr>
          <p:cNvGrpSpPr/>
          <p:nvPr/>
        </p:nvGrpSpPr>
        <p:grpSpPr>
          <a:xfrm rot="10800000" flipV="1">
            <a:off x="7239675" y="3298450"/>
            <a:ext cx="1049170" cy="358334"/>
            <a:chOff x="4115918" y="1584102"/>
            <a:chExt cx="881080" cy="564524"/>
          </a:xfrm>
          <a:solidFill>
            <a:schemeClr val="bg1"/>
          </a:solidFill>
        </p:grpSpPr>
        <p:sp>
          <p:nvSpPr>
            <p:cNvPr id="82" name="Rectangle 81">
              <a:extLst>
                <a:ext uri="{FF2B5EF4-FFF2-40B4-BE49-F238E27FC236}">
                  <a16:creationId xmlns:a16="http://schemas.microsoft.com/office/drawing/2014/main" id="{74CD9FAF-7CF7-440C-B1FA-EC9607755C27}"/>
                </a:ext>
              </a:extLst>
            </p:cNvPr>
            <p:cNvSpPr/>
            <p:nvPr/>
          </p:nvSpPr>
          <p:spPr>
            <a:xfrm>
              <a:off x="4221096" y="1584102"/>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83" name="Rectangle 82">
              <a:extLst>
                <a:ext uri="{FF2B5EF4-FFF2-40B4-BE49-F238E27FC236}">
                  <a16:creationId xmlns:a16="http://schemas.microsoft.com/office/drawing/2014/main" id="{E3839A82-6949-41B6-8B0B-DCC568650E1B}"/>
                </a:ext>
              </a:extLst>
            </p:cNvPr>
            <p:cNvSpPr/>
            <p:nvPr/>
          </p:nvSpPr>
          <p:spPr>
            <a:xfrm>
              <a:off x="4165559" y="1630994"/>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84" name="Rectangle 83">
              <a:extLst>
                <a:ext uri="{FF2B5EF4-FFF2-40B4-BE49-F238E27FC236}">
                  <a16:creationId xmlns:a16="http://schemas.microsoft.com/office/drawing/2014/main" id="{00150E82-3484-4A10-BCAD-EAB6B18AD776}"/>
                </a:ext>
              </a:extLst>
            </p:cNvPr>
            <p:cNvSpPr/>
            <p:nvPr/>
          </p:nvSpPr>
          <p:spPr>
            <a:xfrm>
              <a:off x="4115918" y="1697865"/>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r>
                <a:rPr lang="en-US" sz="800" dirty="0">
                  <a:solidFill>
                    <a:prstClr val="black"/>
                  </a:solidFill>
                  <a:latin typeface="Calibri" panose="020F0502020204030204"/>
                </a:rPr>
                <a:t>Windows, Linux, DB, etc.</a:t>
              </a:r>
            </a:p>
          </p:txBody>
        </p:sp>
      </p:grpSp>
      <p:grpSp>
        <p:nvGrpSpPr>
          <p:cNvPr id="85" name="Group 84">
            <a:extLst>
              <a:ext uri="{FF2B5EF4-FFF2-40B4-BE49-F238E27FC236}">
                <a16:creationId xmlns:a16="http://schemas.microsoft.com/office/drawing/2014/main" id="{1C82B001-5643-4548-84B4-24C1930CABEB}"/>
              </a:ext>
            </a:extLst>
          </p:cNvPr>
          <p:cNvGrpSpPr/>
          <p:nvPr/>
        </p:nvGrpSpPr>
        <p:grpSpPr>
          <a:xfrm rot="10800000" flipV="1">
            <a:off x="7239675" y="1427205"/>
            <a:ext cx="1049170" cy="457200"/>
            <a:chOff x="4115918" y="1584102"/>
            <a:chExt cx="881080" cy="564524"/>
          </a:xfrm>
          <a:solidFill>
            <a:schemeClr val="bg1"/>
          </a:solidFill>
        </p:grpSpPr>
        <p:sp>
          <p:nvSpPr>
            <p:cNvPr id="86" name="Rectangle 85">
              <a:extLst>
                <a:ext uri="{FF2B5EF4-FFF2-40B4-BE49-F238E27FC236}">
                  <a16:creationId xmlns:a16="http://schemas.microsoft.com/office/drawing/2014/main" id="{6A6BD854-F0D3-4AA7-AF4F-0313C3BED4E1}"/>
                </a:ext>
              </a:extLst>
            </p:cNvPr>
            <p:cNvSpPr/>
            <p:nvPr/>
          </p:nvSpPr>
          <p:spPr>
            <a:xfrm>
              <a:off x="4221096" y="1584102"/>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black"/>
                </a:solidFill>
                <a:latin typeface="Calibri" panose="020F0502020204030204"/>
              </a:endParaRPr>
            </a:p>
          </p:txBody>
        </p:sp>
        <p:sp>
          <p:nvSpPr>
            <p:cNvPr id="87" name="Rectangle 86">
              <a:extLst>
                <a:ext uri="{FF2B5EF4-FFF2-40B4-BE49-F238E27FC236}">
                  <a16:creationId xmlns:a16="http://schemas.microsoft.com/office/drawing/2014/main" id="{1B896096-D9C2-45F1-918D-C91E1C9BED51}"/>
                </a:ext>
              </a:extLst>
            </p:cNvPr>
            <p:cNvSpPr/>
            <p:nvPr/>
          </p:nvSpPr>
          <p:spPr>
            <a:xfrm>
              <a:off x="4165559" y="1630994"/>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black"/>
                </a:solidFill>
                <a:latin typeface="Calibri" panose="020F0502020204030204"/>
              </a:endParaRPr>
            </a:p>
          </p:txBody>
        </p:sp>
        <p:sp>
          <p:nvSpPr>
            <p:cNvPr id="88" name="Rectangle 87">
              <a:extLst>
                <a:ext uri="{FF2B5EF4-FFF2-40B4-BE49-F238E27FC236}">
                  <a16:creationId xmlns:a16="http://schemas.microsoft.com/office/drawing/2014/main" id="{6871E0BC-BF05-4538-92B4-857A7A1A2392}"/>
                </a:ext>
              </a:extLst>
            </p:cNvPr>
            <p:cNvSpPr/>
            <p:nvPr/>
          </p:nvSpPr>
          <p:spPr>
            <a:xfrm>
              <a:off x="4115918" y="1697865"/>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r>
                <a:rPr lang="en-US" sz="800" dirty="0">
                  <a:solidFill>
                    <a:prstClr val="black"/>
                  </a:solidFill>
                  <a:latin typeface="Calibri" panose="020F0502020204030204"/>
                </a:rPr>
                <a:t>SaaS Apps, Third Party Apps, Cloud Consoles</a:t>
              </a:r>
            </a:p>
          </p:txBody>
        </p:sp>
      </p:grpSp>
      <p:sp>
        <p:nvSpPr>
          <p:cNvPr id="90" name="Rounded Rectangle 16">
            <a:extLst>
              <a:ext uri="{FF2B5EF4-FFF2-40B4-BE49-F238E27FC236}">
                <a16:creationId xmlns:a16="http://schemas.microsoft.com/office/drawing/2014/main" id="{4314B202-DCC8-49F4-8D78-1F1859C84B1E}"/>
              </a:ext>
            </a:extLst>
          </p:cNvPr>
          <p:cNvSpPr/>
          <p:nvPr/>
        </p:nvSpPr>
        <p:spPr>
          <a:xfrm>
            <a:off x="3081961" y="2003817"/>
            <a:ext cx="1097280" cy="18288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Risk/Contextual Authn</a:t>
            </a:r>
          </a:p>
        </p:txBody>
      </p:sp>
      <p:cxnSp>
        <p:nvCxnSpPr>
          <p:cNvPr id="91" name="Elbow Connector 25">
            <a:extLst>
              <a:ext uri="{FF2B5EF4-FFF2-40B4-BE49-F238E27FC236}">
                <a16:creationId xmlns:a16="http://schemas.microsoft.com/office/drawing/2014/main" id="{6BDE831F-AAA6-48A1-8D44-B86DE2F37ABD}"/>
              </a:ext>
            </a:extLst>
          </p:cNvPr>
          <p:cNvCxnSpPr>
            <a:cxnSpLocks/>
            <a:stCxn id="92" idx="0"/>
            <a:endCxn id="90" idx="2"/>
          </p:cNvCxnSpPr>
          <p:nvPr/>
        </p:nvCxnSpPr>
        <p:spPr>
          <a:xfrm rot="5400000" flipH="1" flipV="1">
            <a:off x="3505180" y="2308899"/>
            <a:ext cx="247622" cy="322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ounded Rectangle 14">
            <a:extLst>
              <a:ext uri="{FF2B5EF4-FFF2-40B4-BE49-F238E27FC236}">
                <a16:creationId xmlns:a16="http://schemas.microsoft.com/office/drawing/2014/main" id="{CA5B1639-E47F-46CF-B767-505EB26B0E20}"/>
              </a:ext>
            </a:extLst>
          </p:cNvPr>
          <p:cNvSpPr/>
          <p:nvPr/>
        </p:nvSpPr>
        <p:spPr>
          <a:xfrm>
            <a:off x="3162442" y="2434319"/>
            <a:ext cx="929876" cy="27432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SSO + RBAC</a:t>
            </a:r>
          </a:p>
        </p:txBody>
      </p:sp>
      <p:sp>
        <p:nvSpPr>
          <p:cNvPr id="93" name="Rounded Rectangle 14">
            <a:extLst>
              <a:ext uri="{FF2B5EF4-FFF2-40B4-BE49-F238E27FC236}">
                <a16:creationId xmlns:a16="http://schemas.microsoft.com/office/drawing/2014/main" id="{5995944C-2A3C-42DF-A974-A5CE26615356}"/>
              </a:ext>
            </a:extLst>
          </p:cNvPr>
          <p:cNvSpPr/>
          <p:nvPr/>
        </p:nvSpPr>
        <p:spPr>
          <a:xfrm>
            <a:off x="4266647" y="2721164"/>
            <a:ext cx="932688" cy="27432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WAM </a:t>
            </a:r>
          </a:p>
          <a:p>
            <a:pPr algn="ctr" defTabSz="415556"/>
            <a:r>
              <a:rPr lang="en-US" sz="900" dirty="0">
                <a:solidFill>
                  <a:prstClr val="white"/>
                </a:solidFill>
                <a:latin typeface="Calibri" panose="020F0502020204030204"/>
              </a:rPr>
              <a:t>Gateway</a:t>
            </a:r>
          </a:p>
        </p:txBody>
      </p:sp>
      <p:cxnSp>
        <p:nvCxnSpPr>
          <p:cNvPr id="94" name="Elbow Connector 25">
            <a:extLst>
              <a:ext uri="{FF2B5EF4-FFF2-40B4-BE49-F238E27FC236}">
                <a16:creationId xmlns:a16="http://schemas.microsoft.com/office/drawing/2014/main" id="{B0AD2CCC-8C07-40D2-9B57-ACF0B5808648}"/>
              </a:ext>
            </a:extLst>
          </p:cNvPr>
          <p:cNvCxnSpPr>
            <a:cxnSpLocks/>
            <a:stCxn id="93" idx="1"/>
            <a:endCxn id="92" idx="2"/>
          </p:cNvCxnSpPr>
          <p:nvPr/>
        </p:nvCxnSpPr>
        <p:spPr>
          <a:xfrm rot="10800000">
            <a:off x="3923747" y="2708639"/>
            <a:ext cx="342900" cy="149685"/>
          </a:xfrm>
          <a:prstGeom prst="bentConnector2">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14">
            <a:extLst>
              <a:ext uri="{FF2B5EF4-FFF2-40B4-BE49-F238E27FC236}">
                <a16:creationId xmlns:a16="http://schemas.microsoft.com/office/drawing/2014/main" id="{961FBE20-E006-4404-A7D3-3FCE8A9C5C7A}"/>
              </a:ext>
            </a:extLst>
          </p:cNvPr>
          <p:cNvSpPr/>
          <p:nvPr/>
        </p:nvSpPr>
        <p:spPr>
          <a:xfrm>
            <a:off x="2437664" y="844818"/>
            <a:ext cx="2348807" cy="342900"/>
          </a:xfrm>
          <a:prstGeom prst="round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Remote Access Solutions</a:t>
            </a:r>
          </a:p>
        </p:txBody>
      </p:sp>
      <p:sp>
        <p:nvSpPr>
          <p:cNvPr id="96" name="Rounded Rectangle 14">
            <a:extLst>
              <a:ext uri="{FF2B5EF4-FFF2-40B4-BE49-F238E27FC236}">
                <a16:creationId xmlns:a16="http://schemas.microsoft.com/office/drawing/2014/main" id="{25392B35-67D9-4864-8673-929034705069}"/>
              </a:ext>
            </a:extLst>
          </p:cNvPr>
          <p:cNvSpPr/>
          <p:nvPr/>
        </p:nvSpPr>
        <p:spPr>
          <a:xfrm>
            <a:off x="2437664" y="3760683"/>
            <a:ext cx="2348807" cy="342900"/>
          </a:xfrm>
          <a:prstGeom prst="roundRect">
            <a:avLst/>
          </a:prstGeom>
          <a:solidFill>
            <a:srgbClr val="00B0F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Identity Governance &amp; Administration</a:t>
            </a:r>
          </a:p>
        </p:txBody>
      </p:sp>
      <p:sp>
        <p:nvSpPr>
          <p:cNvPr id="97" name="Rounded Rectangle 14">
            <a:extLst>
              <a:ext uri="{FF2B5EF4-FFF2-40B4-BE49-F238E27FC236}">
                <a16:creationId xmlns:a16="http://schemas.microsoft.com/office/drawing/2014/main" id="{6713EF25-3F6B-48EF-89A4-4847703B9A1A}"/>
              </a:ext>
            </a:extLst>
          </p:cNvPr>
          <p:cNvSpPr/>
          <p:nvPr/>
        </p:nvSpPr>
        <p:spPr>
          <a:xfrm>
            <a:off x="5642320" y="3136672"/>
            <a:ext cx="1028700" cy="342900"/>
          </a:xfrm>
          <a:prstGeom prst="roundRect">
            <a:avLst/>
          </a:prstGeom>
          <a:solidFill>
            <a:srgbClr val="00B0F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Privilege Access Management</a:t>
            </a:r>
          </a:p>
        </p:txBody>
      </p:sp>
      <p:cxnSp>
        <p:nvCxnSpPr>
          <p:cNvPr id="98" name="Elbow Connector 25">
            <a:extLst>
              <a:ext uri="{FF2B5EF4-FFF2-40B4-BE49-F238E27FC236}">
                <a16:creationId xmlns:a16="http://schemas.microsoft.com/office/drawing/2014/main" id="{975B2EE7-508C-4602-8F26-183648B38694}"/>
              </a:ext>
            </a:extLst>
          </p:cNvPr>
          <p:cNvCxnSpPr>
            <a:cxnSpLocks/>
          </p:cNvCxnSpPr>
          <p:nvPr/>
        </p:nvCxnSpPr>
        <p:spPr>
          <a:xfrm rot="5400000" flipH="1" flipV="1">
            <a:off x="3439681" y="3608281"/>
            <a:ext cx="275594" cy="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Elbow Connector 25">
            <a:extLst>
              <a:ext uri="{FF2B5EF4-FFF2-40B4-BE49-F238E27FC236}">
                <a16:creationId xmlns:a16="http://schemas.microsoft.com/office/drawing/2014/main" id="{167B7FCD-88C8-48AE-B12C-905602CE218E}"/>
              </a:ext>
            </a:extLst>
          </p:cNvPr>
          <p:cNvCxnSpPr>
            <a:cxnSpLocks/>
          </p:cNvCxnSpPr>
          <p:nvPr/>
        </p:nvCxnSpPr>
        <p:spPr>
          <a:xfrm rot="5400000">
            <a:off x="3439681" y="1315602"/>
            <a:ext cx="275594" cy="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101">
            <a:extLst>
              <a:ext uri="{FF2B5EF4-FFF2-40B4-BE49-F238E27FC236}">
                <a16:creationId xmlns:a16="http://schemas.microsoft.com/office/drawing/2014/main" id="{74B5457A-E7C0-4446-8D6D-3730A483C863}"/>
              </a:ext>
            </a:extLst>
          </p:cNvPr>
          <p:cNvCxnSpPr>
            <a:cxnSpLocks/>
            <a:stCxn id="138" idx="0"/>
            <a:endCxn id="95" idx="1"/>
          </p:cNvCxnSpPr>
          <p:nvPr/>
        </p:nvCxnSpPr>
        <p:spPr>
          <a:xfrm rot="5400000" flipH="1" flipV="1">
            <a:off x="1504326" y="962461"/>
            <a:ext cx="879530" cy="987146"/>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1" name="Rounded Rectangle 14">
            <a:extLst>
              <a:ext uri="{FF2B5EF4-FFF2-40B4-BE49-F238E27FC236}">
                <a16:creationId xmlns:a16="http://schemas.microsoft.com/office/drawing/2014/main" id="{76E62E91-B7E2-4662-9EF4-5E39382C625F}"/>
              </a:ext>
            </a:extLst>
          </p:cNvPr>
          <p:cNvSpPr/>
          <p:nvPr/>
        </p:nvSpPr>
        <p:spPr>
          <a:xfrm>
            <a:off x="4254773" y="2145466"/>
            <a:ext cx="1005840" cy="27432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Fine-Grained Authz </a:t>
            </a:r>
          </a:p>
          <a:p>
            <a:pPr algn="ctr" defTabSz="415556"/>
            <a:r>
              <a:rPr lang="en-US" sz="900" dirty="0">
                <a:solidFill>
                  <a:prstClr val="white"/>
                </a:solidFill>
                <a:latin typeface="Calibri" panose="020F0502020204030204"/>
              </a:rPr>
              <a:t>(PAP, PDP, PIP)</a:t>
            </a:r>
          </a:p>
        </p:txBody>
      </p:sp>
      <p:cxnSp>
        <p:nvCxnSpPr>
          <p:cNvPr id="102" name="Elbow Connector 25">
            <a:extLst>
              <a:ext uri="{FF2B5EF4-FFF2-40B4-BE49-F238E27FC236}">
                <a16:creationId xmlns:a16="http://schemas.microsoft.com/office/drawing/2014/main" id="{50269F85-68C4-4916-9391-D57A130811B6}"/>
              </a:ext>
            </a:extLst>
          </p:cNvPr>
          <p:cNvCxnSpPr>
            <a:cxnSpLocks/>
            <a:stCxn id="101" idx="1"/>
            <a:endCxn id="92" idx="0"/>
          </p:cNvCxnSpPr>
          <p:nvPr/>
        </p:nvCxnSpPr>
        <p:spPr>
          <a:xfrm rot="10800000" flipV="1">
            <a:off x="3889013" y="2282626"/>
            <a:ext cx="365760" cy="151693"/>
          </a:xfrm>
          <a:prstGeom prst="bentConnector2">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A196B5D8-A88E-4A37-87A4-4E8DB723ECCD}"/>
              </a:ext>
            </a:extLst>
          </p:cNvPr>
          <p:cNvGrpSpPr/>
          <p:nvPr/>
        </p:nvGrpSpPr>
        <p:grpSpPr>
          <a:xfrm rot="10800000" flipV="1">
            <a:off x="7394051" y="2102107"/>
            <a:ext cx="1049170" cy="358334"/>
            <a:chOff x="4115918" y="1584102"/>
            <a:chExt cx="881080" cy="564524"/>
          </a:xfrm>
          <a:solidFill>
            <a:schemeClr val="bg1"/>
          </a:solidFill>
        </p:grpSpPr>
        <p:sp>
          <p:nvSpPr>
            <p:cNvPr id="105" name="Rectangle 104">
              <a:extLst>
                <a:ext uri="{FF2B5EF4-FFF2-40B4-BE49-F238E27FC236}">
                  <a16:creationId xmlns:a16="http://schemas.microsoft.com/office/drawing/2014/main" id="{E80CE97C-0A83-4515-B54F-9F67C91B715B}"/>
                </a:ext>
              </a:extLst>
            </p:cNvPr>
            <p:cNvSpPr/>
            <p:nvPr/>
          </p:nvSpPr>
          <p:spPr>
            <a:xfrm>
              <a:off x="4221096" y="1584102"/>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106" name="Rectangle 105">
              <a:extLst>
                <a:ext uri="{FF2B5EF4-FFF2-40B4-BE49-F238E27FC236}">
                  <a16:creationId xmlns:a16="http://schemas.microsoft.com/office/drawing/2014/main" id="{4A4EEAF5-24B0-43EA-86B3-924F9AC57670}"/>
                </a:ext>
              </a:extLst>
            </p:cNvPr>
            <p:cNvSpPr/>
            <p:nvPr/>
          </p:nvSpPr>
          <p:spPr>
            <a:xfrm>
              <a:off x="4165559" y="1630994"/>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107" name="Rectangle 106">
              <a:extLst>
                <a:ext uri="{FF2B5EF4-FFF2-40B4-BE49-F238E27FC236}">
                  <a16:creationId xmlns:a16="http://schemas.microsoft.com/office/drawing/2014/main" id="{C84F4055-59B5-4159-BFD4-EB8195B0AF57}"/>
                </a:ext>
              </a:extLst>
            </p:cNvPr>
            <p:cNvSpPr/>
            <p:nvPr/>
          </p:nvSpPr>
          <p:spPr>
            <a:xfrm>
              <a:off x="4115918" y="1697865"/>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r>
                <a:rPr lang="en-US" sz="800" dirty="0">
                  <a:solidFill>
                    <a:prstClr val="black"/>
                  </a:solidFill>
                  <a:latin typeface="Calibri" panose="020F0502020204030204"/>
                </a:rPr>
                <a:t>Microservices – API’s</a:t>
              </a:r>
            </a:p>
          </p:txBody>
        </p:sp>
      </p:grpSp>
      <p:cxnSp>
        <p:nvCxnSpPr>
          <p:cNvPr id="108" name="Elbow Connector 25">
            <a:extLst>
              <a:ext uri="{FF2B5EF4-FFF2-40B4-BE49-F238E27FC236}">
                <a16:creationId xmlns:a16="http://schemas.microsoft.com/office/drawing/2014/main" id="{724FAF28-5047-436D-9BD1-E9AB2911BFEA}"/>
              </a:ext>
            </a:extLst>
          </p:cNvPr>
          <p:cNvCxnSpPr>
            <a:cxnSpLocks/>
          </p:cNvCxnSpPr>
          <p:nvPr/>
        </p:nvCxnSpPr>
        <p:spPr>
          <a:xfrm flipH="1">
            <a:off x="5348484" y="1647346"/>
            <a:ext cx="18288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Elbow Connector 25">
            <a:extLst>
              <a:ext uri="{FF2B5EF4-FFF2-40B4-BE49-F238E27FC236}">
                <a16:creationId xmlns:a16="http://schemas.microsoft.com/office/drawing/2014/main" id="{6FF10693-FC03-4DE1-9538-1F5B3B8EB1F0}"/>
              </a:ext>
            </a:extLst>
          </p:cNvPr>
          <p:cNvCxnSpPr>
            <a:cxnSpLocks/>
          </p:cNvCxnSpPr>
          <p:nvPr/>
        </p:nvCxnSpPr>
        <p:spPr>
          <a:xfrm flipH="1">
            <a:off x="5325004" y="3308122"/>
            <a:ext cx="31731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25">
            <a:extLst>
              <a:ext uri="{FF2B5EF4-FFF2-40B4-BE49-F238E27FC236}">
                <a16:creationId xmlns:a16="http://schemas.microsoft.com/office/drawing/2014/main" id="{7F59A5AC-3179-4812-90AE-6F5739FEE75D}"/>
              </a:ext>
            </a:extLst>
          </p:cNvPr>
          <p:cNvCxnSpPr>
            <a:cxnSpLocks/>
          </p:cNvCxnSpPr>
          <p:nvPr/>
        </p:nvCxnSpPr>
        <p:spPr>
          <a:xfrm flipH="1">
            <a:off x="6795655" y="1646011"/>
            <a:ext cx="18288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1" name="Elbow Connector 25">
            <a:extLst>
              <a:ext uri="{FF2B5EF4-FFF2-40B4-BE49-F238E27FC236}">
                <a16:creationId xmlns:a16="http://schemas.microsoft.com/office/drawing/2014/main" id="{87BEF11D-09FA-4FA8-A606-5B6A6C9F0F87}"/>
              </a:ext>
            </a:extLst>
          </p:cNvPr>
          <p:cNvCxnSpPr>
            <a:cxnSpLocks/>
          </p:cNvCxnSpPr>
          <p:nvPr/>
        </p:nvCxnSpPr>
        <p:spPr>
          <a:xfrm flipH="1">
            <a:off x="6666354" y="3328214"/>
            <a:ext cx="32946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25">
            <a:extLst>
              <a:ext uri="{FF2B5EF4-FFF2-40B4-BE49-F238E27FC236}">
                <a16:creationId xmlns:a16="http://schemas.microsoft.com/office/drawing/2014/main" id="{89B8AD89-F780-44BC-957A-C6A06BD6AAA2}"/>
              </a:ext>
            </a:extLst>
          </p:cNvPr>
          <p:cNvCxnSpPr>
            <a:cxnSpLocks/>
            <a:stCxn id="69" idx="2"/>
            <a:endCxn id="96" idx="3"/>
          </p:cNvCxnSpPr>
          <p:nvPr/>
        </p:nvCxnSpPr>
        <p:spPr>
          <a:xfrm rot="5400000">
            <a:off x="6200372" y="2346783"/>
            <a:ext cx="171451" cy="2999252"/>
          </a:xfrm>
          <a:prstGeom prst="bentConnector2">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3" name="Elbow Connector 25">
            <a:extLst>
              <a:ext uri="{FF2B5EF4-FFF2-40B4-BE49-F238E27FC236}">
                <a16:creationId xmlns:a16="http://schemas.microsoft.com/office/drawing/2014/main" id="{5C759BEB-6F9F-4AA5-B50B-CF8DB173E8A4}"/>
              </a:ext>
            </a:extLst>
          </p:cNvPr>
          <p:cNvCxnSpPr>
            <a:cxnSpLocks/>
            <a:stCxn id="69" idx="0"/>
            <a:endCxn id="95" idx="3"/>
          </p:cNvCxnSpPr>
          <p:nvPr/>
        </p:nvCxnSpPr>
        <p:spPr>
          <a:xfrm rot="16200000" flipV="1">
            <a:off x="6218836" y="-416097"/>
            <a:ext cx="134522" cy="2999252"/>
          </a:xfrm>
          <a:prstGeom prst="bentConnector2">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25">
            <a:extLst>
              <a:ext uri="{FF2B5EF4-FFF2-40B4-BE49-F238E27FC236}">
                <a16:creationId xmlns:a16="http://schemas.microsoft.com/office/drawing/2014/main" id="{52E285AE-0440-45A1-ADFC-FBB649E2B79B}"/>
              </a:ext>
            </a:extLst>
          </p:cNvPr>
          <p:cNvCxnSpPr>
            <a:cxnSpLocks/>
          </p:cNvCxnSpPr>
          <p:nvPr/>
        </p:nvCxnSpPr>
        <p:spPr>
          <a:xfrm flipH="1">
            <a:off x="5308379" y="2565079"/>
            <a:ext cx="17145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5" name="Rounded Rectangle 14">
            <a:extLst>
              <a:ext uri="{FF2B5EF4-FFF2-40B4-BE49-F238E27FC236}">
                <a16:creationId xmlns:a16="http://schemas.microsoft.com/office/drawing/2014/main" id="{9331D3B6-3307-4179-B478-A09871EBD1E2}"/>
              </a:ext>
            </a:extLst>
          </p:cNvPr>
          <p:cNvSpPr/>
          <p:nvPr/>
        </p:nvSpPr>
        <p:spPr>
          <a:xfrm>
            <a:off x="5082823" y="3543590"/>
            <a:ext cx="1645920" cy="226077"/>
          </a:xfrm>
          <a:prstGeom prst="round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Auditing &amp; Security Analytics Layer</a:t>
            </a:r>
          </a:p>
        </p:txBody>
      </p:sp>
      <p:cxnSp>
        <p:nvCxnSpPr>
          <p:cNvPr id="116" name="Elbow Connector 25">
            <a:extLst>
              <a:ext uri="{FF2B5EF4-FFF2-40B4-BE49-F238E27FC236}">
                <a16:creationId xmlns:a16="http://schemas.microsoft.com/office/drawing/2014/main" id="{93A5B092-A2E4-4578-90DF-C92BD2387036}"/>
              </a:ext>
            </a:extLst>
          </p:cNvPr>
          <p:cNvCxnSpPr>
            <a:cxnSpLocks/>
          </p:cNvCxnSpPr>
          <p:nvPr/>
        </p:nvCxnSpPr>
        <p:spPr>
          <a:xfrm rot="10800000">
            <a:off x="4732991" y="3492491"/>
            <a:ext cx="342900" cy="149685"/>
          </a:xfrm>
          <a:prstGeom prst="bentConnector2">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6C1F2E9C-4223-4998-A83F-464011C0028E}"/>
              </a:ext>
            </a:extLst>
          </p:cNvPr>
          <p:cNvGrpSpPr/>
          <p:nvPr/>
        </p:nvGrpSpPr>
        <p:grpSpPr>
          <a:xfrm rot="10800000" flipV="1">
            <a:off x="7234707" y="2713365"/>
            <a:ext cx="1049170" cy="358334"/>
            <a:chOff x="4115918" y="1584102"/>
            <a:chExt cx="881080" cy="564524"/>
          </a:xfrm>
          <a:solidFill>
            <a:schemeClr val="bg1"/>
          </a:solidFill>
        </p:grpSpPr>
        <p:sp>
          <p:nvSpPr>
            <p:cNvPr id="118" name="Rectangle 117">
              <a:extLst>
                <a:ext uri="{FF2B5EF4-FFF2-40B4-BE49-F238E27FC236}">
                  <a16:creationId xmlns:a16="http://schemas.microsoft.com/office/drawing/2014/main" id="{E1C0074D-38AA-4EB6-8B8C-D40C45421F0B}"/>
                </a:ext>
              </a:extLst>
            </p:cNvPr>
            <p:cNvSpPr/>
            <p:nvPr/>
          </p:nvSpPr>
          <p:spPr>
            <a:xfrm>
              <a:off x="4221096" y="1584102"/>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119" name="Rectangle 118">
              <a:extLst>
                <a:ext uri="{FF2B5EF4-FFF2-40B4-BE49-F238E27FC236}">
                  <a16:creationId xmlns:a16="http://schemas.microsoft.com/office/drawing/2014/main" id="{7ADF0726-E7CA-417F-AF04-2ABF76EA6D6B}"/>
                </a:ext>
              </a:extLst>
            </p:cNvPr>
            <p:cNvSpPr/>
            <p:nvPr/>
          </p:nvSpPr>
          <p:spPr>
            <a:xfrm>
              <a:off x="4165559" y="1630994"/>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120" name="Rectangle 119">
              <a:extLst>
                <a:ext uri="{FF2B5EF4-FFF2-40B4-BE49-F238E27FC236}">
                  <a16:creationId xmlns:a16="http://schemas.microsoft.com/office/drawing/2014/main" id="{4FDFB4AD-56C1-4D1E-94B5-C10591185D66}"/>
                </a:ext>
              </a:extLst>
            </p:cNvPr>
            <p:cNvSpPr/>
            <p:nvPr/>
          </p:nvSpPr>
          <p:spPr>
            <a:xfrm>
              <a:off x="4115918" y="1697865"/>
              <a:ext cx="775902" cy="450761"/>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r>
                <a:rPr lang="en-US" sz="800" dirty="0">
                  <a:solidFill>
                    <a:prstClr val="black"/>
                  </a:solidFill>
                  <a:latin typeface="Calibri" panose="020F0502020204030204"/>
                </a:rPr>
                <a:t>On-prem &amp; Legacy Apps</a:t>
              </a:r>
            </a:p>
          </p:txBody>
        </p:sp>
      </p:grpSp>
      <p:sp>
        <p:nvSpPr>
          <p:cNvPr id="121" name="Rectangle 120">
            <a:extLst>
              <a:ext uri="{FF2B5EF4-FFF2-40B4-BE49-F238E27FC236}">
                <a16:creationId xmlns:a16="http://schemas.microsoft.com/office/drawing/2014/main" id="{33E8D2A2-0C59-443C-8103-4DEE7E80CCCF}"/>
              </a:ext>
            </a:extLst>
          </p:cNvPr>
          <p:cNvSpPr/>
          <p:nvPr/>
        </p:nvSpPr>
        <p:spPr>
          <a:xfrm>
            <a:off x="272712" y="4031910"/>
            <a:ext cx="68580" cy="68580"/>
          </a:xfrm>
          <a:prstGeom prst="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5556"/>
            <a:endParaRPr lang="en-US" sz="614">
              <a:solidFill>
                <a:prstClr val="white"/>
              </a:solidFill>
              <a:latin typeface="Calibri" panose="020F0502020204030204"/>
            </a:endParaRPr>
          </a:p>
        </p:txBody>
      </p:sp>
      <p:sp>
        <p:nvSpPr>
          <p:cNvPr id="122" name="Rectangle 121">
            <a:extLst>
              <a:ext uri="{FF2B5EF4-FFF2-40B4-BE49-F238E27FC236}">
                <a16:creationId xmlns:a16="http://schemas.microsoft.com/office/drawing/2014/main" id="{20BFA5D3-65CC-41D3-9D3E-7633D66677B0}"/>
              </a:ext>
            </a:extLst>
          </p:cNvPr>
          <p:cNvSpPr/>
          <p:nvPr/>
        </p:nvSpPr>
        <p:spPr>
          <a:xfrm>
            <a:off x="272712" y="4159519"/>
            <a:ext cx="68580" cy="68580"/>
          </a:xfrm>
          <a:prstGeom prst="rect">
            <a:avLst/>
          </a:prstGeom>
          <a:solidFill>
            <a:srgbClr val="00B0F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endParaRPr lang="en-US" sz="750">
              <a:solidFill>
                <a:prstClr val="white"/>
              </a:solidFill>
              <a:latin typeface="Calibri" panose="020F0502020204030204"/>
            </a:endParaRPr>
          </a:p>
        </p:txBody>
      </p:sp>
      <p:sp>
        <p:nvSpPr>
          <p:cNvPr id="123" name="TextBox 41">
            <a:extLst>
              <a:ext uri="{FF2B5EF4-FFF2-40B4-BE49-F238E27FC236}">
                <a16:creationId xmlns:a16="http://schemas.microsoft.com/office/drawing/2014/main" id="{8BC18E0B-22E9-4E16-BFA7-2F8F7924A740}"/>
              </a:ext>
            </a:extLst>
          </p:cNvPr>
          <p:cNvSpPr/>
          <p:nvPr/>
        </p:nvSpPr>
        <p:spPr>
          <a:xfrm>
            <a:off x="360590" y="3972347"/>
            <a:ext cx="1028700" cy="17382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67500" tIns="33750" rIns="67500" bIns="33750" anchor="t" anchorCtr="0" compatLnSpc="0">
            <a:spAutoFit/>
          </a:bodyPr>
          <a:lstStyle/>
          <a:p>
            <a:pPr defTabSz="415556">
              <a:defRPr sz="1800"/>
            </a:pPr>
            <a:r>
              <a:rPr lang="en-US" sz="675" dirty="0">
                <a:solidFill>
                  <a:srgbClr val="000000"/>
                </a:solidFill>
                <a:latin typeface="Calibri" panose="020F0502020204030204"/>
                <a:ea typeface="Microsoft YaHei" pitchFamily="2"/>
                <a:cs typeface="Arial" pitchFamily="2"/>
              </a:rPr>
              <a:t>WAM Core Components</a:t>
            </a:r>
          </a:p>
        </p:txBody>
      </p:sp>
      <p:sp>
        <p:nvSpPr>
          <p:cNvPr id="124" name="TextBox 41">
            <a:extLst>
              <a:ext uri="{FF2B5EF4-FFF2-40B4-BE49-F238E27FC236}">
                <a16:creationId xmlns:a16="http://schemas.microsoft.com/office/drawing/2014/main" id="{C4923FBB-6AF9-4493-A440-2ADFFAB5E3EB}"/>
              </a:ext>
            </a:extLst>
          </p:cNvPr>
          <p:cNvSpPr/>
          <p:nvPr/>
        </p:nvSpPr>
        <p:spPr>
          <a:xfrm>
            <a:off x="365859" y="4118818"/>
            <a:ext cx="1012298" cy="17382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67500" tIns="33750" rIns="67500" bIns="33750" anchor="t" anchorCtr="0" compatLnSpc="0">
            <a:spAutoFit/>
          </a:bodyPr>
          <a:lstStyle/>
          <a:p>
            <a:pPr defTabSz="415556">
              <a:defRPr sz="1800"/>
            </a:pPr>
            <a:r>
              <a:rPr lang="en-US" sz="675" dirty="0">
                <a:solidFill>
                  <a:srgbClr val="000000"/>
                </a:solidFill>
                <a:latin typeface="Calibri" panose="020F0502020204030204"/>
                <a:ea typeface="Microsoft YaHei" pitchFamily="2"/>
                <a:cs typeface="Arial" pitchFamily="2"/>
              </a:rPr>
              <a:t>Other IAM Components</a:t>
            </a:r>
          </a:p>
        </p:txBody>
      </p:sp>
      <p:sp>
        <p:nvSpPr>
          <p:cNvPr id="125" name="Rectangle 124">
            <a:extLst>
              <a:ext uri="{FF2B5EF4-FFF2-40B4-BE49-F238E27FC236}">
                <a16:creationId xmlns:a16="http://schemas.microsoft.com/office/drawing/2014/main" id="{7760B279-CD73-4108-BDB0-99ED4AEECF36}"/>
              </a:ext>
            </a:extLst>
          </p:cNvPr>
          <p:cNvSpPr/>
          <p:nvPr/>
        </p:nvSpPr>
        <p:spPr>
          <a:xfrm>
            <a:off x="267744" y="4303636"/>
            <a:ext cx="68580" cy="68580"/>
          </a:xfrm>
          <a:prstGeom prst="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endParaRPr lang="en-US" sz="750">
              <a:solidFill>
                <a:prstClr val="white"/>
              </a:solidFill>
              <a:latin typeface="Calibri" panose="020F0502020204030204"/>
            </a:endParaRPr>
          </a:p>
        </p:txBody>
      </p:sp>
      <p:sp>
        <p:nvSpPr>
          <p:cNvPr id="126" name="TextBox 41">
            <a:extLst>
              <a:ext uri="{FF2B5EF4-FFF2-40B4-BE49-F238E27FC236}">
                <a16:creationId xmlns:a16="http://schemas.microsoft.com/office/drawing/2014/main" id="{F96F8A9D-D2A5-4787-A87F-DDC905D0D9B7}"/>
              </a:ext>
            </a:extLst>
          </p:cNvPr>
          <p:cNvSpPr/>
          <p:nvPr/>
        </p:nvSpPr>
        <p:spPr>
          <a:xfrm>
            <a:off x="360891" y="4262935"/>
            <a:ext cx="1169735" cy="17382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67500" tIns="33750" rIns="67500" bIns="33750" anchor="t" anchorCtr="0" compatLnSpc="0">
            <a:spAutoFit/>
          </a:bodyPr>
          <a:lstStyle/>
          <a:p>
            <a:pPr defTabSz="415556">
              <a:defRPr sz="1800"/>
            </a:pPr>
            <a:r>
              <a:rPr lang="en-US" sz="675" dirty="0">
                <a:solidFill>
                  <a:srgbClr val="000000"/>
                </a:solidFill>
                <a:latin typeface="Calibri" panose="020F0502020204030204"/>
                <a:ea typeface="Microsoft YaHei" pitchFamily="2"/>
                <a:cs typeface="Arial" pitchFamily="2"/>
              </a:rPr>
              <a:t>Cyber Security Components</a:t>
            </a:r>
          </a:p>
        </p:txBody>
      </p:sp>
      <p:sp>
        <p:nvSpPr>
          <p:cNvPr id="127" name="TextBox 126">
            <a:extLst>
              <a:ext uri="{FF2B5EF4-FFF2-40B4-BE49-F238E27FC236}">
                <a16:creationId xmlns:a16="http://schemas.microsoft.com/office/drawing/2014/main" id="{6B1381B0-AEB6-49C2-85F6-AE4854A32B04}"/>
              </a:ext>
            </a:extLst>
          </p:cNvPr>
          <p:cNvSpPr txBox="1"/>
          <p:nvPr/>
        </p:nvSpPr>
        <p:spPr>
          <a:xfrm>
            <a:off x="1609042" y="1070947"/>
            <a:ext cx="749012" cy="300082"/>
          </a:xfrm>
          <a:prstGeom prst="rect">
            <a:avLst/>
          </a:prstGeom>
          <a:noFill/>
        </p:spPr>
        <p:txBody>
          <a:bodyPr wrap="square" rtlCol="0">
            <a:spAutoFit/>
          </a:bodyPr>
          <a:lstStyle/>
          <a:p>
            <a:pPr defTabSz="415556"/>
            <a:r>
              <a:rPr lang="en-US" sz="675" dirty="0">
                <a:solidFill>
                  <a:prstClr val="black"/>
                </a:solidFill>
                <a:latin typeface="Calibri" panose="020F0502020204030204"/>
              </a:rPr>
              <a:t>Access from Public Network</a:t>
            </a:r>
          </a:p>
        </p:txBody>
      </p:sp>
      <p:sp>
        <p:nvSpPr>
          <p:cNvPr id="128" name="TextBox 127">
            <a:extLst>
              <a:ext uri="{FF2B5EF4-FFF2-40B4-BE49-F238E27FC236}">
                <a16:creationId xmlns:a16="http://schemas.microsoft.com/office/drawing/2014/main" id="{31FC4A08-5542-4849-A59E-07A7542142A5}"/>
              </a:ext>
            </a:extLst>
          </p:cNvPr>
          <p:cNvSpPr txBox="1"/>
          <p:nvPr/>
        </p:nvSpPr>
        <p:spPr>
          <a:xfrm>
            <a:off x="1969317" y="2715135"/>
            <a:ext cx="560713" cy="507831"/>
          </a:xfrm>
          <a:prstGeom prst="rect">
            <a:avLst/>
          </a:prstGeom>
          <a:noFill/>
        </p:spPr>
        <p:txBody>
          <a:bodyPr wrap="square" rtlCol="0">
            <a:spAutoFit/>
          </a:bodyPr>
          <a:lstStyle/>
          <a:p>
            <a:pPr defTabSz="415556"/>
            <a:r>
              <a:rPr lang="en-US" sz="675" dirty="0">
                <a:solidFill>
                  <a:prstClr val="black"/>
                </a:solidFill>
                <a:latin typeface="Calibri" panose="020F0502020204030204"/>
              </a:rPr>
              <a:t>Access from Corporate Network</a:t>
            </a:r>
          </a:p>
        </p:txBody>
      </p:sp>
      <p:sp>
        <p:nvSpPr>
          <p:cNvPr id="129" name="TextBox 128">
            <a:extLst>
              <a:ext uri="{FF2B5EF4-FFF2-40B4-BE49-F238E27FC236}">
                <a16:creationId xmlns:a16="http://schemas.microsoft.com/office/drawing/2014/main" id="{775B4003-4145-4D14-A800-8D274256C4CC}"/>
              </a:ext>
            </a:extLst>
          </p:cNvPr>
          <p:cNvSpPr txBox="1"/>
          <p:nvPr/>
        </p:nvSpPr>
        <p:spPr>
          <a:xfrm>
            <a:off x="3596078" y="1233568"/>
            <a:ext cx="929875"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SAML or RADIUS</a:t>
            </a:r>
          </a:p>
        </p:txBody>
      </p:sp>
      <p:sp>
        <p:nvSpPr>
          <p:cNvPr id="130" name="TextBox 129">
            <a:extLst>
              <a:ext uri="{FF2B5EF4-FFF2-40B4-BE49-F238E27FC236}">
                <a16:creationId xmlns:a16="http://schemas.microsoft.com/office/drawing/2014/main" id="{284745DC-975D-44F0-BF46-5E8430662097}"/>
              </a:ext>
            </a:extLst>
          </p:cNvPr>
          <p:cNvSpPr txBox="1"/>
          <p:nvPr/>
        </p:nvSpPr>
        <p:spPr>
          <a:xfrm>
            <a:off x="2836515" y="1239855"/>
            <a:ext cx="749012"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Federated SSO</a:t>
            </a:r>
          </a:p>
        </p:txBody>
      </p:sp>
      <p:sp>
        <p:nvSpPr>
          <p:cNvPr id="131" name="TextBox 130">
            <a:extLst>
              <a:ext uri="{FF2B5EF4-FFF2-40B4-BE49-F238E27FC236}">
                <a16:creationId xmlns:a16="http://schemas.microsoft.com/office/drawing/2014/main" id="{3330B832-7337-478B-AFC1-3E6D2E828AC2}"/>
              </a:ext>
            </a:extLst>
          </p:cNvPr>
          <p:cNvSpPr txBox="1"/>
          <p:nvPr/>
        </p:nvSpPr>
        <p:spPr>
          <a:xfrm>
            <a:off x="5467020" y="2126056"/>
            <a:ext cx="1397218" cy="403957"/>
          </a:xfrm>
          <a:prstGeom prst="rect">
            <a:avLst/>
          </a:prstGeom>
          <a:noFill/>
        </p:spPr>
        <p:txBody>
          <a:bodyPr wrap="square" rtlCol="0">
            <a:spAutoFit/>
          </a:bodyPr>
          <a:lstStyle/>
          <a:p>
            <a:pPr defTabSz="415556" fontAlgn="base">
              <a:spcBef>
                <a:spcPct val="0"/>
              </a:spcBef>
              <a:spcAft>
                <a:spcPct val="0"/>
              </a:spcAft>
            </a:pPr>
            <a:r>
              <a:rPr lang="en-US" sz="675" dirty="0">
                <a:solidFill>
                  <a:prstClr val="black"/>
                </a:solidFill>
                <a:latin typeface="Calibri" panose="020F0502020204030204"/>
              </a:rPr>
              <a:t>Federated SSO</a:t>
            </a:r>
          </a:p>
          <a:p>
            <a:pPr indent="-128585" defTabSz="415556" fontAlgn="base">
              <a:spcBef>
                <a:spcPct val="0"/>
              </a:spcBef>
              <a:spcAft>
                <a:spcPct val="0"/>
              </a:spcAft>
              <a:buFont typeface="Arial" panose="020B0604020202020204" pitchFamily="34" charset="0"/>
              <a:buChar char="•"/>
            </a:pPr>
            <a:r>
              <a:rPr lang="en-US" sz="675" dirty="0">
                <a:solidFill>
                  <a:prstClr val="black"/>
                </a:solidFill>
                <a:latin typeface="Calibri" panose="020F0502020204030204"/>
              </a:rPr>
              <a:t>SAML / OIDC / OAuth2.0</a:t>
            </a:r>
          </a:p>
          <a:p>
            <a:pPr indent="-128585" defTabSz="415556" fontAlgn="base">
              <a:spcBef>
                <a:spcPct val="0"/>
              </a:spcBef>
              <a:spcAft>
                <a:spcPct val="0"/>
              </a:spcAft>
              <a:buFont typeface="Arial" panose="020B0604020202020204" pitchFamily="34" charset="0"/>
              <a:buChar char="•"/>
            </a:pPr>
            <a:r>
              <a:rPr lang="en-US" sz="675" dirty="0">
                <a:solidFill>
                  <a:prstClr val="black"/>
                </a:solidFill>
                <a:latin typeface="Calibri" panose="020F0502020204030204"/>
              </a:rPr>
              <a:t>HTTP Header for Legacy Apps</a:t>
            </a:r>
            <a:endParaRPr lang="en-IN" sz="675" dirty="0">
              <a:solidFill>
                <a:prstClr val="black"/>
              </a:solidFill>
              <a:latin typeface="Calibri" panose="020F0502020204030204"/>
            </a:endParaRPr>
          </a:p>
        </p:txBody>
      </p:sp>
      <p:sp>
        <p:nvSpPr>
          <p:cNvPr id="132" name="TextBox 131">
            <a:extLst>
              <a:ext uri="{FF2B5EF4-FFF2-40B4-BE49-F238E27FC236}">
                <a16:creationId xmlns:a16="http://schemas.microsoft.com/office/drawing/2014/main" id="{8CA3B31E-0AAE-41C7-9395-D019CF9A83A4}"/>
              </a:ext>
            </a:extLst>
          </p:cNvPr>
          <p:cNvSpPr txBox="1"/>
          <p:nvPr/>
        </p:nvSpPr>
        <p:spPr>
          <a:xfrm>
            <a:off x="2840649" y="3550758"/>
            <a:ext cx="749012"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Federated SSO</a:t>
            </a:r>
          </a:p>
        </p:txBody>
      </p:sp>
      <p:sp>
        <p:nvSpPr>
          <p:cNvPr id="133" name="TextBox 132">
            <a:extLst>
              <a:ext uri="{FF2B5EF4-FFF2-40B4-BE49-F238E27FC236}">
                <a16:creationId xmlns:a16="http://schemas.microsoft.com/office/drawing/2014/main" id="{4F18E94F-A53A-4654-BAB8-9D632C662AF4}"/>
              </a:ext>
            </a:extLst>
          </p:cNvPr>
          <p:cNvSpPr txBox="1"/>
          <p:nvPr/>
        </p:nvSpPr>
        <p:spPr>
          <a:xfrm>
            <a:off x="3620405" y="3545728"/>
            <a:ext cx="951594"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Enforce IGA Controls</a:t>
            </a:r>
          </a:p>
        </p:txBody>
      </p:sp>
      <p:sp>
        <p:nvSpPr>
          <p:cNvPr id="134" name="Rounded Rectangle 29">
            <a:extLst>
              <a:ext uri="{FF2B5EF4-FFF2-40B4-BE49-F238E27FC236}">
                <a16:creationId xmlns:a16="http://schemas.microsoft.com/office/drawing/2014/main" id="{04950023-F925-447D-8E87-FE592B0468EC}"/>
              </a:ext>
            </a:extLst>
          </p:cNvPr>
          <p:cNvSpPr/>
          <p:nvPr/>
        </p:nvSpPr>
        <p:spPr>
          <a:xfrm>
            <a:off x="1021069" y="2456334"/>
            <a:ext cx="885098" cy="429626"/>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defTabSz="415556"/>
            <a:r>
              <a:rPr lang="en-US" sz="800" dirty="0">
                <a:solidFill>
                  <a:prstClr val="black"/>
                </a:solidFill>
                <a:latin typeface="Calibri" panose="020F0502020204030204"/>
              </a:rPr>
              <a:t>Trusted Device</a:t>
            </a:r>
          </a:p>
        </p:txBody>
      </p:sp>
      <p:sp>
        <p:nvSpPr>
          <p:cNvPr id="135" name="Rounded Rectangle 29">
            <a:extLst>
              <a:ext uri="{FF2B5EF4-FFF2-40B4-BE49-F238E27FC236}">
                <a16:creationId xmlns:a16="http://schemas.microsoft.com/office/drawing/2014/main" id="{1A9161F1-8888-4F64-9326-375BD30E3161}"/>
              </a:ext>
            </a:extLst>
          </p:cNvPr>
          <p:cNvSpPr/>
          <p:nvPr/>
        </p:nvSpPr>
        <p:spPr>
          <a:xfrm>
            <a:off x="1021069" y="1932447"/>
            <a:ext cx="885098" cy="466110"/>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defTabSz="415556"/>
            <a:r>
              <a:rPr lang="en-US" sz="800" dirty="0">
                <a:solidFill>
                  <a:prstClr val="black"/>
                </a:solidFill>
                <a:latin typeface="Calibri" panose="020F0502020204030204"/>
              </a:rPr>
              <a:t>Trusted User</a:t>
            </a:r>
          </a:p>
        </p:txBody>
      </p:sp>
      <p:sp>
        <p:nvSpPr>
          <p:cNvPr id="136" name="Rounded Rectangle 32">
            <a:extLst>
              <a:ext uri="{FF2B5EF4-FFF2-40B4-BE49-F238E27FC236}">
                <a16:creationId xmlns:a16="http://schemas.microsoft.com/office/drawing/2014/main" id="{24D81996-667E-4494-ACEC-C5BDE57DD621}"/>
              </a:ext>
            </a:extLst>
          </p:cNvPr>
          <p:cNvSpPr/>
          <p:nvPr/>
        </p:nvSpPr>
        <p:spPr>
          <a:xfrm>
            <a:off x="1045209" y="2602814"/>
            <a:ext cx="818426" cy="261880"/>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700" dirty="0">
                <a:solidFill>
                  <a:prstClr val="black"/>
                </a:solidFill>
                <a:latin typeface="Calibri" panose="020F0502020204030204"/>
              </a:rPr>
              <a:t>Authenticator App </a:t>
            </a:r>
            <a:r>
              <a:rPr lang="en-US" sz="700" dirty="0" err="1">
                <a:solidFill>
                  <a:prstClr val="black"/>
                </a:solidFill>
                <a:latin typeface="Calibri" panose="020F0502020204030204"/>
              </a:rPr>
              <a:t>ToTP</a:t>
            </a:r>
            <a:r>
              <a:rPr lang="en-US" sz="700" dirty="0">
                <a:solidFill>
                  <a:prstClr val="black"/>
                </a:solidFill>
                <a:latin typeface="Calibri" panose="020F0502020204030204"/>
              </a:rPr>
              <a:t>/</a:t>
            </a:r>
            <a:r>
              <a:rPr lang="en-US" sz="700" dirty="0" err="1">
                <a:solidFill>
                  <a:prstClr val="black"/>
                </a:solidFill>
                <a:latin typeface="Calibri" panose="020F0502020204030204"/>
              </a:rPr>
              <a:t>PushAuth</a:t>
            </a:r>
            <a:endParaRPr lang="en-US" sz="700" dirty="0">
              <a:solidFill>
                <a:prstClr val="black"/>
              </a:solidFill>
              <a:latin typeface="Calibri" panose="020F0502020204030204"/>
            </a:endParaRPr>
          </a:p>
        </p:txBody>
      </p:sp>
      <p:sp>
        <p:nvSpPr>
          <p:cNvPr id="137" name="Rounded Rectangle 32">
            <a:extLst>
              <a:ext uri="{FF2B5EF4-FFF2-40B4-BE49-F238E27FC236}">
                <a16:creationId xmlns:a16="http://schemas.microsoft.com/office/drawing/2014/main" id="{AACFA72E-37A6-410B-A2F9-57605B645DDE}"/>
              </a:ext>
            </a:extLst>
          </p:cNvPr>
          <p:cNvSpPr/>
          <p:nvPr/>
        </p:nvSpPr>
        <p:spPr>
          <a:xfrm>
            <a:off x="1071106" y="2125582"/>
            <a:ext cx="792528" cy="213992"/>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700" dirty="0">
                <a:solidFill>
                  <a:prstClr val="black"/>
                </a:solidFill>
                <a:latin typeface="Calibri" panose="020F0502020204030204"/>
              </a:rPr>
              <a:t>Username &amp; Password</a:t>
            </a:r>
          </a:p>
        </p:txBody>
      </p:sp>
      <p:sp>
        <p:nvSpPr>
          <p:cNvPr id="138" name="Rectangle 137">
            <a:extLst>
              <a:ext uri="{FF2B5EF4-FFF2-40B4-BE49-F238E27FC236}">
                <a16:creationId xmlns:a16="http://schemas.microsoft.com/office/drawing/2014/main" id="{14FD864A-6F02-477D-96B9-CB3B6AB0B274}"/>
              </a:ext>
            </a:extLst>
          </p:cNvPr>
          <p:cNvSpPr/>
          <p:nvPr/>
        </p:nvSpPr>
        <p:spPr>
          <a:xfrm>
            <a:off x="945194" y="1895799"/>
            <a:ext cx="1010646" cy="1470590"/>
          </a:xfrm>
          <a:prstGeom prst="rect">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defTabSz="415556"/>
            <a:endParaRPr lang="en-US" sz="1200" b="1" dirty="0">
              <a:solidFill>
                <a:srgbClr val="0070C0"/>
              </a:solidFill>
              <a:latin typeface="Calibri" panose="020F0502020204030204"/>
            </a:endParaRPr>
          </a:p>
        </p:txBody>
      </p:sp>
      <p:sp>
        <p:nvSpPr>
          <p:cNvPr id="139" name="Rounded Rectangle 29">
            <a:extLst>
              <a:ext uri="{FF2B5EF4-FFF2-40B4-BE49-F238E27FC236}">
                <a16:creationId xmlns:a16="http://schemas.microsoft.com/office/drawing/2014/main" id="{64FD80C8-5522-4BA2-9334-C09486CF1410}"/>
              </a:ext>
            </a:extLst>
          </p:cNvPr>
          <p:cNvSpPr/>
          <p:nvPr/>
        </p:nvSpPr>
        <p:spPr>
          <a:xfrm>
            <a:off x="1027921" y="2912500"/>
            <a:ext cx="885098" cy="429626"/>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defTabSz="415556"/>
            <a:r>
              <a:rPr lang="en-US" sz="800" dirty="0">
                <a:solidFill>
                  <a:prstClr val="black"/>
                </a:solidFill>
                <a:latin typeface="Calibri" panose="020F0502020204030204"/>
              </a:rPr>
              <a:t>Mobile Apps</a:t>
            </a:r>
          </a:p>
        </p:txBody>
      </p:sp>
      <p:sp>
        <p:nvSpPr>
          <p:cNvPr id="140" name="Rounded Rectangle 32">
            <a:extLst>
              <a:ext uri="{FF2B5EF4-FFF2-40B4-BE49-F238E27FC236}">
                <a16:creationId xmlns:a16="http://schemas.microsoft.com/office/drawing/2014/main" id="{05EBD1AA-53DD-4082-8C80-B5F403FA51DC}"/>
              </a:ext>
            </a:extLst>
          </p:cNvPr>
          <p:cNvSpPr/>
          <p:nvPr/>
        </p:nvSpPr>
        <p:spPr>
          <a:xfrm>
            <a:off x="1052061" y="3058980"/>
            <a:ext cx="818426" cy="261880"/>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700" dirty="0">
                <a:solidFill>
                  <a:prstClr val="black"/>
                </a:solidFill>
                <a:latin typeface="Calibri" panose="020F0502020204030204"/>
              </a:rPr>
              <a:t>Native-IOS &amp; Android</a:t>
            </a:r>
          </a:p>
          <a:p>
            <a:pPr algn="ctr" defTabSz="415556"/>
            <a:r>
              <a:rPr lang="en-US" sz="700" dirty="0">
                <a:solidFill>
                  <a:prstClr val="black"/>
                </a:solidFill>
                <a:latin typeface="Calibri" panose="020F0502020204030204"/>
              </a:rPr>
              <a:t>Browser</a:t>
            </a:r>
          </a:p>
        </p:txBody>
      </p:sp>
      <p:pic>
        <p:nvPicPr>
          <p:cNvPr id="141" name="Picture 4" descr="Image result for user icon">
            <a:extLst>
              <a:ext uri="{FF2B5EF4-FFF2-40B4-BE49-F238E27FC236}">
                <a16:creationId xmlns:a16="http://schemas.microsoft.com/office/drawing/2014/main" id="{336A0E18-C497-4BA1-8929-785901C61F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834" y="2314387"/>
            <a:ext cx="414736" cy="428699"/>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a:extLst>
              <a:ext uri="{FF2B5EF4-FFF2-40B4-BE49-F238E27FC236}">
                <a16:creationId xmlns:a16="http://schemas.microsoft.com/office/drawing/2014/main" id="{0B01F33F-EF6D-4BD0-B304-DE0A44007D00}"/>
              </a:ext>
            </a:extLst>
          </p:cNvPr>
          <p:cNvSpPr txBox="1"/>
          <p:nvPr/>
        </p:nvSpPr>
        <p:spPr>
          <a:xfrm>
            <a:off x="64284" y="2731712"/>
            <a:ext cx="766085" cy="196208"/>
          </a:xfrm>
          <a:prstGeom prst="rect">
            <a:avLst/>
          </a:prstGeom>
          <a:noFill/>
        </p:spPr>
        <p:txBody>
          <a:bodyPr wrap="square" rtlCol="0">
            <a:spAutoFit/>
          </a:bodyPr>
          <a:lstStyle/>
          <a:p>
            <a:pPr algn="ctr" defTabSz="415556" fontAlgn="base">
              <a:spcBef>
                <a:spcPct val="0"/>
              </a:spcBef>
              <a:spcAft>
                <a:spcPct val="0"/>
              </a:spcAft>
            </a:pPr>
            <a:r>
              <a:rPr lang="en-US" sz="675" b="1" dirty="0">
                <a:solidFill>
                  <a:srgbClr val="000000"/>
                </a:solidFill>
                <a:latin typeface="Arial" charset="0"/>
              </a:rPr>
              <a:t>B2E Users</a:t>
            </a:r>
          </a:p>
        </p:txBody>
      </p:sp>
      <p:sp>
        <p:nvSpPr>
          <p:cNvPr id="143" name="TextBox 142">
            <a:extLst>
              <a:ext uri="{FF2B5EF4-FFF2-40B4-BE49-F238E27FC236}">
                <a16:creationId xmlns:a16="http://schemas.microsoft.com/office/drawing/2014/main" id="{B53031F8-A102-4BCC-99BD-47EC07D41506}"/>
              </a:ext>
            </a:extLst>
          </p:cNvPr>
          <p:cNvSpPr txBox="1"/>
          <p:nvPr/>
        </p:nvSpPr>
        <p:spPr>
          <a:xfrm>
            <a:off x="5912644" y="3952536"/>
            <a:ext cx="951594"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Enforce IGA Controls</a:t>
            </a:r>
          </a:p>
        </p:txBody>
      </p:sp>
      <p:sp>
        <p:nvSpPr>
          <p:cNvPr id="144" name="TextBox 143">
            <a:extLst>
              <a:ext uri="{FF2B5EF4-FFF2-40B4-BE49-F238E27FC236}">
                <a16:creationId xmlns:a16="http://schemas.microsoft.com/office/drawing/2014/main" id="{EA6FA91C-4DA3-412B-B79B-C38DCBDD6D8C}"/>
              </a:ext>
            </a:extLst>
          </p:cNvPr>
          <p:cNvSpPr txBox="1"/>
          <p:nvPr/>
        </p:nvSpPr>
        <p:spPr>
          <a:xfrm>
            <a:off x="5291326" y="2940944"/>
            <a:ext cx="600447"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SSO &amp; MFA</a:t>
            </a:r>
          </a:p>
        </p:txBody>
      </p:sp>
      <p:sp>
        <p:nvSpPr>
          <p:cNvPr id="145" name="TextBox 144">
            <a:extLst>
              <a:ext uri="{FF2B5EF4-FFF2-40B4-BE49-F238E27FC236}">
                <a16:creationId xmlns:a16="http://schemas.microsoft.com/office/drawing/2014/main" id="{1F452C6E-4977-468A-9781-9FEA46955475}"/>
              </a:ext>
            </a:extLst>
          </p:cNvPr>
          <p:cNvSpPr txBox="1"/>
          <p:nvPr/>
        </p:nvSpPr>
        <p:spPr>
          <a:xfrm>
            <a:off x="6115960" y="2939467"/>
            <a:ext cx="971510"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Enforce PAM Controls</a:t>
            </a:r>
          </a:p>
        </p:txBody>
      </p:sp>
      <p:sp>
        <p:nvSpPr>
          <p:cNvPr id="146" name="TextBox 145">
            <a:extLst>
              <a:ext uri="{FF2B5EF4-FFF2-40B4-BE49-F238E27FC236}">
                <a16:creationId xmlns:a16="http://schemas.microsoft.com/office/drawing/2014/main" id="{4C36D494-FBC3-4B63-A59E-7A2CBF24E534}"/>
              </a:ext>
            </a:extLst>
          </p:cNvPr>
          <p:cNvSpPr txBox="1"/>
          <p:nvPr/>
        </p:nvSpPr>
        <p:spPr>
          <a:xfrm>
            <a:off x="5477560" y="1017517"/>
            <a:ext cx="971510" cy="196208"/>
          </a:xfrm>
          <a:prstGeom prst="rect">
            <a:avLst/>
          </a:prstGeom>
          <a:noFill/>
        </p:spPr>
        <p:txBody>
          <a:bodyPr wrap="square" rtlCol="0">
            <a:spAutoFit/>
          </a:bodyPr>
          <a:lstStyle/>
          <a:p>
            <a:pPr defTabSz="415556"/>
            <a:r>
              <a:rPr lang="en-US" sz="675" dirty="0">
                <a:solidFill>
                  <a:prstClr val="black"/>
                </a:solidFill>
                <a:latin typeface="Calibri" panose="020F0502020204030204"/>
              </a:rPr>
              <a:t>Secure access to apps</a:t>
            </a:r>
          </a:p>
        </p:txBody>
      </p:sp>
      <p:sp>
        <p:nvSpPr>
          <p:cNvPr id="77" name="Rounded Rectangle 14">
            <a:extLst>
              <a:ext uri="{FF2B5EF4-FFF2-40B4-BE49-F238E27FC236}">
                <a16:creationId xmlns:a16="http://schemas.microsoft.com/office/drawing/2014/main" id="{6D760C31-7ECA-46DC-8C14-E18EB68BE868}"/>
              </a:ext>
            </a:extLst>
          </p:cNvPr>
          <p:cNvSpPr/>
          <p:nvPr/>
        </p:nvSpPr>
        <p:spPr>
          <a:xfrm>
            <a:off x="5568488" y="1569145"/>
            <a:ext cx="365760" cy="182880"/>
          </a:xfrm>
          <a:prstGeom prst="round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CASB</a:t>
            </a:r>
          </a:p>
        </p:txBody>
      </p:sp>
      <p:sp>
        <p:nvSpPr>
          <p:cNvPr id="78" name="Rounded Rectangle 14">
            <a:extLst>
              <a:ext uri="{FF2B5EF4-FFF2-40B4-BE49-F238E27FC236}">
                <a16:creationId xmlns:a16="http://schemas.microsoft.com/office/drawing/2014/main" id="{EEC6A769-3072-4F61-924B-023E067547D8}"/>
              </a:ext>
            </a:extLst>
          </p:cNvPr>
          <p:cNvSpPr/>
          <p:nvPr/>
        </p:nvSpPr>
        <p:spPr>
          <a:xfrm>
            <a:off x="5970808" y="1566131"/>
            <a:ext cx="365760" cy="182880"/>
          </a:xfrm>
          <a:prstGeom prst="round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MDM</a:t>
            </a:r>
          </a:p>
        </p:txBody>
      </p:sp>
      <p:sp>
        <p:nvSpPr>
          <p:cNvPr id="79" name="Rectangle 78">
            <a:extLst>
              <a:ext uri="{FF2B5EF4-FFF2-40B4-BE49-F238E27FC236}">
                <a16:creationId xmlns:a16="http://schemas.microsoft.com/office/drawing/2014/main" id="{985D469D-5F24-4BC2-9EB9-80495FA61A02}"/>
              </a:ext>
            </a:extLst>
          </p:cNvPr>
          <p:cNvSpPr/>
          <p:nvPr/>
        </p:nvSpPr>
        <p:spPr>
          <a:xfrm>
            <a:off x="5535440" y="1507144"/>
            <a:ext cx="1236465" cy="307689"/>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t"/>
          <a:lstStyle/>
          <a:p>
            <a:pPr defTabSz="415556"/>
            <a:endParaRPr lang="en-US" sz="900" b="1" dirty="0">
              <a:solidFill>
                <a:prstClr val="black"/>
              </a:solidFill>
              <a:latin typeface="Calibri" panose="020F0502020204030204"/>
            </a:endParaRPr>
          </a:p>
        </p:txBody>
      </p:sp>
      <p:sp>
        <p:nvSpPr>
          <p:cNvPr id="89" name="Rounded Rectangle 14">
            <a:extLst>
              <a:ext uri="{FF2B5EF4-FFF2-40B4-BE49-F238E27FC236}">
                <a16:creationId xmlns:a16="http://schemas.microsoft.com/office/drawing/2014/main" id="{9265658C-5022-424D-A0A1-98F307F2F93B}"/>
              </a:ext>
            </a:extLst>
          </p:cNvPr>
          <p:cNvSpPr/>
          <p:nvPr/>
        </p:nvSpPr>
        <p:spPr>
          <a:xfrm>
            <a:off x="7140183" y="2187081"/>
            <a:ext cx="365760" cy="18288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800" dirty="0">
                <a:solidFill>
                  <a:prstClr val="white"/>
                </a:solidFill>
                <a:latin typeface="Calibri" panose="020F0502020204030204"/>
              </a:rPr>
              <a:t>API GW</a:t>
            </a:r>
          </a:p>
        </p:txBody>
      </p:sp>
      <p:sp>
        <p:nvSpPr>
          <p:cNvPr id="147" name="Rounded Rectangle 14">
            <a:extLst>
              <a:ext uri="{FF2B5EF4-FFF2-40B4-BE49-F238E27FC236}">
                <a16:creationId xmlns:a16="http://schemas.microsoft.com/office/drawing/2014/main" id="{0872349D-D0E4-42A5-918B-4EC2B3804C67}"/>
              </a:ext>
            </a:extLst>
          </p:cNvPr>
          <p:cNvSpPr/>
          <p:nvPr/>
        </p:nvSpPr>
        <p:spPr>
          <a:xfrm>
            <a:off x="7101546" y="2826807"/>
            <a:ext cx="274320" cy="18288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800" dirty="0">
                <a:solidFill>
                  <a:prstClr val="white"/>
                </a:solidFill>
                <a:latin typeface="Calibri" panose="020F0502020204030204"/>
              </a:rPr>
              <a:t>PEP</a:t>
            </a:r>
          </a:p>
        </p:txBody>
      </p:sp>
      <p:sp>
        <p:nvSpPr>
          <p:cNvPr id="148" name="Rounded Rectangle 14">
            <a:extLst>
              <a:ext uri="{FF2B5EF4-FFF2-40B4-BE49-F238E27FC236}">
                <a16:creationId xmlns:a16="http://schemas.microsoft.com/office/drawing/2014/main" id="{496E62BD-DD04-46D3-BAC2-FB54037025D8}"/>
              </a:ext>
            </a:extLst>
          </p:cNvPr>
          <p:cNvSpPr/>
          <p:nvPr/>
        </p:nvSpPr>
        <p:spPr>
          <a:xfrm>
            <a:off x="7146204" y="1566131"/>
            <a:ext cx="274320" cy="18288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800" dirty="0">
                <a:solidFill>
                  <a:prstClr val="white"/>
                </a:solidFill>
                <a:latin typeface="Calibri" panose="020F0502020204030204"/>
              </a:rPr>
              <a:t>PEP</a:t>
            </a:r>
          </a:p>
        </p:txBody>
      </p:sp>
      <p:sp>
        <p:nvSpPr>
          <p:cNvPr id="149" name="Rounded Rectangle 16">
            <a:extLst>
              <a:ext uri="{FF2B5EF4-FFF2-40B4-BE49-F238E27FC236}">
                <a16:creationId xmlns:a16="http://schemas.microsoft.com/office/drawing/2014/main" id="{822F9EE3-D590-4146-B680-337CCA464249}"/>
              </a:ext>
            </a:extLst>
          </p:cNvPr>
          <p:cNvSpPr/>
          <p:nvPr/>
        </p:nvSpPr>
        <p:spPr>
          <a:xfrm>
            <a:off x="3453582" y="1700771"/>
            <a:ext cx="365760" cy="18288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MFA</a:t>
            </a:r>
          </a:p>
        </p:txBody>
      </p:sp>
      <p:cxnSp>
        <p:nvCxnSpPr>
          <p:cNvPr id="151" name="Elbow Connector 25">
            <a:extLst>
              <a:ext uri="{FF2B5EF4-FFF2-40B4-BE49-F238E27FC236}">
                <a16:creationId xmlns:a16="http://schemas.microsoft.com/office/drawing/2014/main" id="{E2304085-D775-4A95-873C-949C2982E293}"/>
              </a:ext>
            </a:extLst>
          </p:cNvPr>
          <p:cNvCxnSpPr>
            <a:cxnSpLocks/>
            <a:stCxn id="90" idx="0"/>
            <a:endCxn id="149" idx="2"/>
          </p:cNvCxnSpPr>
          <p:nvPr/>
        </p:nvCxnSpPr>
        <p:spPr>
          <a:xfrm rot="5400000" flipH="1" flipV="1">
            <a:off x="3573449" y="1940805"/>
            <a:ext cx="120166" cy="586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Rounded Rectangle 14">
            <a:extLst>
              <a:ext uri="{FF2B5EF4-FFF2-40B4-BE49-F238E27FC236}">
                <a16:creationId xmlns:a16="http://schemas.microsoft.com/office/drawing/2014/main" id="{BEDE2A80-2B66-452C-A87C-56A9419EFF95}"/>
              </a:ext>
            </a:extLst>
          </p:cNvPr>
          <p:cNvSpPr/>
          <p:nvPr/>
        </p:nvSpPr>
        <p:spPr>
          <a:xfrm>
            <a:off x="6378283" y="1566131"/>
            <a:ext cx="365760" cy="182880"/>
          </a:xfrm>
          <a:prstGeom prst="roundRect">
            <a:avLst/>
          </a:prstGeom>
          <a:solidFill>
            <a:schemeClr val="tx2">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CIEM</a:t>
            </a:r>
          </a:p>
        </p:txBody>
      </p:sp>
      <p:sp>
        <p:nvSpPr>
          <p:cNvPr id="153" name="Rounded Rectangle 14">
            <a:extLst>
              <a:ext uri="{FF2B5EF4-FFF2-40B4-BE49-F238E27FC236}">
                <a16:creationId xmlns:a16="http://schemas.microsoft.com/office/drawing/2014/main" id="{E50ED3D7-FFB9-4C98-A65A-18BCC3CA1F4E}"/>
              </a:ext>
            </a:extLst>
          </p:cNvPr>
          <p:cNvSpPr/>
          <p:nvPr/>
        </p:nvSpPr>
        <p:spPr>
          <a:xfrm>
            <a:off x="4264487" y="1706215"/>
            <a:ext cx="1005840" cy="274320"/>
          </a:xfrm>
          <a:prstGeom prst="roundRect">
            <a:avLst/>
          </a:pr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15556"/>
            <a:r>
              <a:rPr lang="en-US" sz="900" dirty="0">
                <a:solidFill>
                  <a:prstClr val="white"/>
                </a:solidFill>
                <a:latin typeface="Calibri" panose="020F0502020204030204"/>
              </a:rPr>
              <a:t>Identity Verification &amp; Proofing</a:t>
            </a:r>
          </a:p>
        </p:txBody>
      </p:sp>
    </p:spTree>
    <p:extLst>
      <p:ext uri="{BB962C8B-B14F-4D97-AF65-F5344CB8AC3E}">
        <p14:creationId xmlns:p14="http://schemas.microsoft.com/office/powerpoint/2010/main" val="4011121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994" y="67977"/>
            <a:ext cx="7886195" cy="553027"/>
          </a:xfrm>
        </p:spPr>
        <p:txBody>
          <a:bodyPr vert="horz" wrap="square" lIns="68580" tIns="34290" rIns="68580" bIns="34290" rtlCol="0" anchor="ctr">
            <a:normAutofit/>
          </a:bodyPr>
          <a:lstStyle/>
          <a:p>
            <a:r>
              <a:rPr lang="en-US" dirty="0"/>
              <a:t>Common Protocols in WAM</a:t>
            </a:r>
          </a:p>
        </p:txBody>
      </p:sp>
      <p:sp>
        <p:nvSpPr>
          <p:cNvPr id="3" name="Text Placeholder 2"/>
          <p:cNvSpPr>
            <a:spLocks noGrp="1"/>
          </p:cNvSpPr>
          <p:nvPr>
            <p:ph type="body" sz="quarter" idx="14"/>
          </p:nvPr>
        </p:nvSpPr>
        <p:spPr/>
        <p:txBody>
          <a:bodyPr/>
          <a:lstStyle/>
          <a:p>
            <a:endParaRPr lang="en-US"/>
          </a:p>
        </p:txBody>
      </p:sp>
      <p:graphicFrame>
        <p:nvGraphicFramePr>
          <p:cNvPr id="10" name="Diagram 9">
            <a:extLst>
              <a:ext uri="{FF2B5EF4-FFF2-40B4-BE49-F238E27FC236}">
                <a16:creationId xmlns:a16="http://schemas.microsoft.com/office/drawing/2014/main" id="{CD9A9268-257A-12C8-F03C-DBF3C281A036}"/>
              </a:ext>
            </a:extLst>
          </p:cNvPr>
          <p:cNvGraphicFramePr/>
          <p:nvPr>
            <p:extLst>
              <p:ext uri="{D42A27DB-BD31-4B8C-83A1-F6EECF244321}">
                <p14:modId xmlns:p14="http://schemas.microsoft.com/office/powerpoint/2010/main" val="2135300490"/>
              </p:ext>
            </p:extLst>
          </p:nvPr>
        </p:nvGraphicFramePr>
        <p:xfrm>
          <a:off x="192994" y="660944"/>
          <a:ext cx="8661446" cy="3942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4029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E0A9-DC1F-BC54-A4A3-0F0922FEA65E}"/>
              </a:ext>
            </a:extLst>
          </p:cNvPr>
          <p:cNvSpPr>
            <a:spLocks noGrp="1"/>
          </p:cNvSpPr>
          <p:nvPr>
            <p:ph type="title"/>
          </p:nvPr>
        </p:nvSpPr>
        <p:spPr/>
        <p:txBody>
          <a:bodyPr/>
          <a:lstStyle/>
          <a:p>
            <a:r>
              <a:rPr lang="en-US" dirty="0"/>
              <a:t>Key Takeaways</a:t>
            </a:r>
          </a:p>
        </p:txBody>
      </p:sp>
      <p:sp>
        <p:nvSpPr>
          <p:cNvPr id="3" name="Text Placeholder 2">
            <a:extLst>
              <a:ext uri="{FF2B5EF4-FFF2-40B4-BE49-F238E27FC236}">
                <a16:creationId xmlns:a16="http://schemas.microsoft.com/office/drawing/2014/main" id="{4CA980EC-D189-AF3B-D2FC-A1DEEA2A0C27}"/>
              </a:ext>
            </a:extLst>
          </p:cNvPr>
          <p:cNvSpPr>
            <a:spLocks noGrp="1"/>
          </p:cNvSpPr>
          <p:nvPr>
            <p:ph type="body" sz="quarter" idx="14"/>
          </p:nvPr>
        </p:nvSpPr>
        <p:spPr/>
        <p:txBody>
          <a:bodyPr/>
          <a:lstStyle/>
          <a:p>
            <a:endParaRPr lang="en-US" dirty="0"/>
          </a:p>
        </p:txBody>
      </p:sp>
      <p:sp>
        <p:nvSpPr>
          <p:cNvPr id="45" name="Rectangle 44">
            <a:extLst>
              <a:ext uri="{FF2B5EF4-FFF2-40B4-BE49-F238E27FC236}">
                <a16:creationId xmlns:a16="http://schemas.microsoft.com/office/drawing/2014/main" id="{954A8ADC-AD81-4E24-1151-6EAC685B9573}"/>
              </a:ext>
            </a:extLst>
          </p:cNvPr>
          <p:cNvSpPr/>
          <p:nvPr/>
        </p:nvSpPr>
        <p:spPr>
          <a:xfrm>
            <a:off x="118075" y="822460"/>
            <a:ext cx="1543085" cy="760599"/>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3C154E9D-5796-ABE2-0CC0-AC45D54C0658}"/>
              </a:ext>
            </a:extLst>
          </p:cNvPr>
          <p:cNvSpPr txBox="1"/>
          <p:nvPr/>
        </p:nvSpPr>
        <p:spPr>
          <a:xfrm>
            <a:off x="283962" y="965583"/>
            <a:ext cx="1386840" cy="492443"/>
          </a:xfrm>
          <a:prstGeom prst="rect">
            <a:avLst/>
          </a:prstGeom>
          <a:noFill/>
        </p:spPr>
        <p:txBody>
          <a:bodyPr wrap="square" rtlCol="0">
            <a:spAutoFit/>
          </a:bodyPr>
          <a:lstStyle/>
          <a:p>
            <a:r>
              <a:rPr lang="en-US" sz="1300" b="1" dirty="0">
                <a:solidFill>
                  <a:schemeClr val="bg1"/>
                </a:solidFill>
              </a:rPr>
              <a:t>WAM’s Role in IAM</a:t>
            </a:r>
          </a:p>
        </p:txBody>
      </p:sp>
      <p:sp>
        <p:nvSpPr>
          <p:cNvPr id="47" name="Rectangle 46">
            <a:extLst>
              <a:ext uri="{FF2B5EF4-FFF2-40B4-BE49-F238E27FC236}">
                <a16:creationId xmlns:a16="http://schemas.microsoft.com/office/drawing/2014/main" id="{758F4008-103D-0C0F-2EAA-381364A079E3}"/>
              </a:ext>
            </a:extLst>
          </p:cNvPr>
          <p:cNvSpPr/>
          <p:nvPr/>
        </p:nvSpPr>
        <p:spPr>
          <a:xfrm>
            <a:off x="118075" y="1946751"/>
            <a:ext cx="1543085" cy="94592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CFD56E0-61CD-500D-4694-81B5A5D365BF}"/>
              </a:ext>
            </a:extLst>
          </p:cNvPr>
          <p:cNvSpPr txBox="1"/>
          <p:nvPr/>
        </p:nvSpPr>
        <p:spPr>
          <a:xfrm>
            <a:off x="236961" y="2092460"/>
            <a:ext cx="1480843" cy="692497"/>
          </a:xfrm>
          <a:prstGeom prst="rect">
            <a:avLst/>
          </a:prstGeom>
          <a:noFill/>
        </p:spPr>
        <p:txBody>
          <a:bodyPr wrap="square" rtlCol="0">
            <a:spAutoFit/>
          </a:bodyPr>
          <a:lstStyle/>
          <a:p>
            <a:r>
              <a:rPr lang="en-US" sz="1300" b="1" dirty="0">
                <a:solidFill>
                  <a:schemeClr val="bg1"/>
                </a:solidFill>
              </a:rPr>
              <a:t>Best Practices for Implementing WAM</a:t>
            </a:r>
          </a:p>
        </p:txBody>
      </p:sp>
      <p:sp>
        <p:nvSpPr>
          <p:cNvPr id="49" name="Rectangle 48">
            <a:extLst>
              <a:ext uri="{FF2B5EF4-FFF2-40B4-BE49-F238E27FC236}">
                <a16:creationId xmlns:a16="http://schemas.microsoft.com/office/drawing/2014/main" id="{71740F6C-1E7A-A291-6AF9-767B09DD56B2}"/>
              </a:ext>
            </a:extLst>
          </p:cNvPr>
          <p:cNvSpPr/>
          <p:nvPr/>
        </p:nvSpPr>
        <p:spPr>
          <a:xfrm>
            <a:off x="118075" y="3434495"/>
            <a:ext cx="1471909" cy="94592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DEB0765B-42E9-84CB-D995-C903543C6EA8}"/>
              </a:ext>
            </a:extLst>
          </p:cNvPr>
          <p:cNvSpPr txBox="1"/>
          <p:nvPr/>
        </p:nvSpPr>
        <p:spPr>
          <a:xfrm>
            <a:off x="189251" y="3661237"/>
            <a:ext cx="1471909" cy="492443"/>
          </a:xfrm>
          <a:prstGeom prst="rect">
            <a:avLst/>
          </a:prstGeom>
          <a:noFill/>
        </p:spPr>
        <p:txBody>
          <a:bodyPr wrap="square" rtlCol="0">
            <a:spAutoFit/>
          </a:bodyPr>
          <a:lstStyle/>
          <a:p>
            <a:r>
              <a:rPr lang="en-US" sz="1300" b="1" dirty="0">
                <a:solidFill>
                  <a:schemeClr val="bg1"/>
                </a:solidFill>
              </a:rPr>
              <a:t>Current &amp; Future Trends in WAM</a:t>
            </a:r>
          </a:p>
        </p:txBody>
      </p:sp>
      <p:sp>
        <p:nvSpPr>
          <p:cNvPr id="51" name="Rectangle 50">
            <a:extLst>
              <a:ext uri="{FF2B5EF4-FFF2-40B4-BE49-F238E27FC236}">
                <a16:creationId xmlns:a16="http://schemas.microsoft.com/office/drawing/2014/main" id="{4AFC53EE-29E9-F059-4B30-A1E56AC45DCD}"/>
              </a:ext>
            </a:extLst>
          </p:cNvPr>
          <p:cNvSpPr/>
          <p:nvPr/>
        </p:nvSpPr>
        <p:spPr>
          <a:xfrm>
            <a:off x="1774448" y="771471"/>
            <a:ext cx="7280540" cy="880668"/>
          </a:xfrm>
          <a:prstGeom prst="rect">
            <a:avLst/>
          </a:prstGeom>
          <a:no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9EA7E4F-2B34-1422-F20B-3A4CD00F9968}"/>
              </a:ext>
            </a:extLst>
          </p:cNvPr>
          <p:cNvSpPr txBox="1"/>
          <p:nvPr/>
        </p:nvSpPr>
        <p:spPr>
          <a:xfrm>
            <a:off x="1774448" y="880261"/>
            <a:ext cx="6125671" cy="784830"/>
          </a:xfrm>
          <a:prstGeom prst="rect">
            <a:avLst/>
          </a:prstGeom>
          <a:noFill/>
        </p:spPr>
        <p:txBody>
          <a:bodyPr wrap="square" rtlCol="0">
            <a:spAutoFit/>
          </a:bodyPr>
          <a:lstStyle/>
          <a:p>
            <a:pPr marL="171450" indent="-171450">
              <a:buFont typeface="Arial" panose="020B0604020202020204" pitchFamily="34" charset="0"/>
              <a:buChar char="•"/>
            </a:pPr>
            <a:r>
              <a:rPr lang="en-US" sz="900" dirty="0"/>
              <a:t>Plays a crucial role in an enterprise by acting as the front door to web applications.  </a:t>
            </a:r>
          </a:p>
          <a:p>
            <a:pPr marL="171450" indent="-171450">
              <a:buFont typeface="Arial" panose="020B0604020202020204" pitchFamily="34" charset="0"/>
              <a:buChar char="•"/>
            </a:pPr>
            <a:r>
              <a:rPr lang="en-US" sz="900" dirty="0"/>
              <a:t>Ensures that the right people get in with the right level of access</a:t>
            </a:r>
          </a:p>
          <a:p>
            <a:pPr marL="171450" indent="-171450">
              <a:buFont typeface="Arial" panose="020B0604020202020204" pitchFamily="34" charset="0"/>
              <a:buChar char="•"/>
            </a:pPr>
            <a:r>
              <a:rPr lang="en-US" sz="900" dirty="0"/>
              <a:t>It relieves individual applications from having to manage their own user logins and sessions.</a:t>
            </a:r>
          </a:p>
          <a:p>
            <a:pPr marL="171450" indent="-171450">
              <a:buFont typeface="Arial" panose="020B0604020202020204" pitchFamily="34" charset="0"/>
              <a:buChar char="•"/>
            </a:pPr>
            <a:r>
              <a:rPr lang="en-US" sz="900" dirty="0"/>
              <a:t>This centralization brings consistency and security –uniform password policies, session timeouts, and access rules across all web apps via WAM can be enforced. </a:t>
            </a:r>
          </a:p>
        </p:txBody>
      </p:sp>
      <p:sp>
        <p:nvSpPr>
          <p:cNvPr id="53" name="Rectangle 52">
            <a:extLst>
              <a:ext uri="{FF2B5EF4-FFF2-40B4-BE49-F238E27FC236}">
                <a16:creationId xmlns:a16="http://schemas.microsoft.com/office/drawing/2014/main" id="{518081CD-98F1-5EC5-F547-961289825592}"/>
              </a:ext>
            </a:extLst>
          </p:cNvPr>
          <p:cNvSpPr/>
          <p:nvPr/>
        </p:nvSpPr>
        <p:spPr>
          <a:xfrm>
            <a:off x="1774448" y="1762666"/>
            <a:ext cx="7280540" cy="1463176"/>
          </a:xfrm>
          <a:prstGeom prst="rect">
            <a:avLst/>
          </a:prstGeom>
          <a:no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B102A6F9-CA73-64D7-8B2B-3E89E7B019D0}"/>
              </a:ext>
            </a:extLst>
          </p:cNvPr>
          <p:cNvSpPr txBox="1"/>
          <p:nvPr/>
        </p:nvSpPr>
        <p:spPr>
          <a:xfrm>
            <a:off x="1774448" y="1839039"/>
            <a:ext cx="7280540" cy="1338828"/>
          </a:xfrm>
          <a:prstGeom prst="rect">
            <a:avLst/>
          </a:prstGeom>
          <a:noFill/>
        </p:spPr>
        <p:txBody>
          <a:bodyPr wrap="square" rtlCol="0">
            <a:spAutoFit/>
          </a:bodyPr>
          <a:lstStyle/>
          <a:p>
            <a:pPr marL="171450" indent="-171450">
              <a:buFont typeface="Arial" panose="020B0604020202020204" pitchFamily="34" charset="0"/>
              <a:buChar char="•"/>
            </a:pPr>
            <a:r>
              <a:rPr lang="en-US" sz="900" b="1" dirty="0"/>
              <a:t>Enable Multi-Factor Authentication (MFA): </a:t>
            </a:r>
            <a:r>
              <a:rPr lang="en-US" sz="900" dirty="0"/>
              <a:t>WAM can prompt for a second factor for sensitive applications or for all logins, which greatly improves security</a:t>
            </a:r>
          </a:p>
          <a:p>
            <a:pPr marL="171450" indent="-171450">
              <a:buFont typeface="Arial" panose="020B0604020202020204" pitchFamily="34" charset="0"/>
              <a:buChar char="•"/>
            </a:pPr>
            <a:r>
              <a:rPr lang="en-US" sz="900" b="1" dirty="0"/>
              <a:t>Least Privilege &amp; Role Management: </a:t>
            </a:r>
            <a:r>
              <a:rPr lang="en-US" sz="900" dirty="0"/>
              <a:t>Design the access roles/policies carefully so that users only have access to what they truly need. </a:t>
            </a:r>
          </a:p>
          <a:p>
            <a:pPr marL="171450" indent="-171450">
              <a:buFont typeface="Arial" panose="020B0604020202020204" pitchFamily="34" charset="0"/>
              <a:buChar char="•"/>
            </a:pPr>
            <a:r>
              <a:rPr lang="en-US" sz="900" b="1" dirty="0"/>
              <a:t>Centralize and Automate: </a:t>
            </a:r>
            <a:r>
              <a:rPr lang="en-US" sz="900" dirty="0"/>
              <a:t>Use WAM’s self-service and automation features – e.g., self-service password reset and automatic de-provisioning of access when someone leaves</a:t>
            </a:r>
          </a:p>
          <a:p>
            <a:pPr marL="171450" indent="-171450">
              <a:buFont typeface="Arial" panose="020B0604020202020204" pitchFamily="34" charset="0"/>
              <a:buChar char="•"/>
            </a:pPr>
            <a:r>
              <a:rPr lang="en-US" sz="900" b="1" dirty="0"/>
              <a:t>Monitor and Audit: </a:t>
            </a:r>
            <a:r>
              <a:rPr lang="en-US" sz="900" dirty="0"/>
              <a:t>Take advantage of WAM’s logging. Regularly audit the access logs and reports to spot anomalies (e.g., an account trying to access a restricted app repeatedly could indicate a possible breach attempt). Tie this into the security monitoring. </a:t>
            </a:r>
          </a:p>
          <a:p>
            <a:pPr marL="171450" indent="-171450">
              <a:buFont typeface="Arial" panose="020B0604020202020204" pitchFamily="34" charset="0"/>
              <a:buChar char="•"/>
            </a:pPr>
            <a:r>
              <a:rPr lang="en-US" sz="900" b="1" dirty="0"/>
              <a:t>User Education and UX: </a:t>
            </a:r>
            <a:r>
              <a:rPr lang="en-US" sz="900" dirty="0"/>
              <a:t>Educate end-users about the new login process (for instance, a single sign-on portal) to ease adoption. Also customize the user-facing pages (login screen, error messages) for a smooth user-experience.</a:t>
            </a:r>
          </a:p>
        </p:txBody>
      </p:sp>
      <p:sp>
        <p:nvSpPr>
          <p:cNvPr id="55" name="Rectangle 54">
            <a:extLst>
              <a:ext uri="{FF2B5EF4-FFF2-40B4-BE49-F238E27FC236}">
                <a16:creationId xmlns:a16="http://schemas.microsoft.com/office/drawing/2014/main" id="{3782A5F8-60D1-1065-A7D6-B19604738651}"/>
              </a:ext>
            </a:extLst>
          </p:cNvPr>
          <p:cNvSpPr/>
          <p:nvPr/>
        </p:nvSpPr>
        <p:spPr>
          <a:xfrm>
            <a:off x="1774448" y="3382718"/>
            <a:ext cx="7280540" cy="1234095"/>
          </a:xfrm>
          <a:prstGeom prst="rect">
            <a:avLst/>
          </a:prstGeom>
          <a:no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19D3B916-2A1B-49D9-E353-DE62BEBE041A}"/>
              </a:ext>
            </a:extLst>
          </p:cNvPr>
          <p:cNvSpPr txBox="1"/>
          <p:nvPr/>
        </p:nvSpPr>
        <p:spPr>
          <a:xfrm>
            <a:off x="1879645" y="3416484"/>
            <a:ext cx="7175343" cy="1200329"/>
          </a:xfrm>
          <a:prstGeom prst="rect">
            <a:avLst/>
          </a:prstGeom>
          <a:noFill/>
        </p:spPr>
        <p:txBody>
          <a:bodyPr wrap="square" rtlCol="0">
            <a:spAutoFit/>
          </a:bodyPr>
          <a:lstStyle/>
          <a:p>
            <a:pPr marL="171450" indent="-171450">
              <a:buFont typeface="Arial" panose="020B0604020202020204" pitchFamily="34" charset="0"/>
              <a:buChar char="•"/>
            </a:pPr>
            <a:r>
              <a:rPr lang="en-US" sz="900" b="1" dirty="0"/>
              <a:t>Zero Trust architecture:</a:t>
            </a:r>
            <a:r>
              <a:rPr lang="en-US" sz="900" dirty="0"/>
              <a:t> instead of assuming users inside the corporate network are trustworthy (which old WAM often did), Zero Trust mandates continuous verification of user identity, device, and context for every access. </a:t>
            </a:r>
          </a:p>
          <a:p>
            <a:pPr marL="171450" indent="-171450">
              <a:buFont typeface="Arial" panose="020B0604020202020204" pitchFamily="34" charset="0"/>
              <a:buChar char="•"/>
            </a:pPr>
            <a:r>
              <a:rPr lang="en-US" sz="900" b="1" dirty="0" err="1"/>
              <a:t>Passwordless</a:t>
            </a:r>
            <a:r>
              <a:rPr lang="en-US" sz="900" b="1" dirty="0"/>
              <a:t> authentication:</a:t>
            </a:r>
            <a:r>
              <a:rPr lang="en-US" sz="900" dirty="0"/>
              <a:t> technologies like </a:t>
            </a:r>
            <a:r>
              <a:rPr lang="en-US" sz="900" dirty="0" err="1"/>
              <a:t>WebAuthn</a:t>
            </a:r>
            <a:r>
              <a:rPr lang="en-US" sz="900" dirty="0"/>
              <a:t>, biometrics, and passkeys may reduce reliance on the traditional username/password that WAM has long managed. </a:t>
            </a:r>
          </a:p>
          <a:p>
            <a:pPr marL="171450" indent="-171450">
              <a:buFont typeface="Arial" panose="020B0604020202020204" pitchFamily="34" charset="0"/>
              <a:buChar char="•"/>
            </a:pPr>
            <a:r>
              <a:rPr lang="en-US" sz="900" b="1" dirty="0"/>
              <a:t>API access management: </a:t>
            </a:r>
            <a:r>
              <a:rPr lang="en-US" sz="900" dirty="0"/>
              <a:t>As applications have shifted to API and microservice architectures, WAM is converging with API access management - the same SSO and authorization concepts are being extended to RESTful services and SPAs (single-page apps) via OAuth tokens and JWTs.</a:t>
            </a:r>
          </a:p>
          <a:p>
            <a:pPr marL="171450" indent="-171450">
              <a:buFont typeface="Arial" panose="020B0604020202020204" pitchFamily="34" charset="0"/>
              <a:buChar char="•"/>
            </a:pPr>
            <a:r>
              <a:rPr lang="en-US" sz="900" b="1" dirty="0"/>
              <a:t>Continuous authentication and AI-driven security: </a:t>
            </a:r>
            <a:r>
              <a:rPr lang="en-US" sz="900" dirty="0"/>
              <a:t>monitoring user behavior post-login and re-authenticating or limiting sessions if something seems off (for example, an account suddenly downloading massive data might trigger a re-auth check). </a:t>
            </a:r>
          </a:p>
        </p:txBody>
      </p:sp>
    </p:spTree>
    <p:extLst>
      <p:ext uri="{BB962C8B-B14F-4D97-AF65-F5344CB8AC3E}">
        <p14:creationId xmlns:p14="http://schemas.microsoft.com/office/powerpoint/2010/main" val="243890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859917" y="3569817"/>
            <a:ext cx="3280036"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Simplify Compliance</a:t>
            </a:r>
          </a:p>
        </p:txBody>
      </p:sp>
      <p:sp>
        <p:nvSpPr>
          <p:cNvPr id="15" name="Rounded Rectangle 14"/>
          <p:cNvSpPr/>
          <p:nvPr/>
        </p:nvSpPr>
        <p:spPr>
          <a:xfrm>
            <a:off x="866027" y="2331627"/>
            <a:ext cx="3273924"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Enable Remote &amp; </a:t>
            </a:r>
          </a:p>
          <a:p>
            <a:pPr algn="ctr"/>
            <a:r>
              <a:rPr lang="en-US" sz="2000"/>
              <a:t>Cloud Transformation</a:t>
            </a:r>
          </a:p>
        </p:txBody>
      </p:sp>
      <p:sp>
        <p:nvSpPr>
          <p:cNvPr id="14" name="Rounded Rectangle 13"/>
          <p:cNvSpPr/>
          <p:nvPr/>
        </p:nvSpPr>
        <p:spPr>
          <a:xfrm>
            <a:off x="859916" y="1104777"/>
            <a:ext cx="3280037"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Prevent Breaches</a:t>
            </a:r>
          </a:p>
        </p:txBody>
      </p:sp>
      <p:sp>
        <p:nvSpPr>
          <p:cNvPr id="2" name="Title 1"/>
          <p:cNvSpPr>
            <a:spLocks noGrp="1"/>
          </p:cNvSpPr>
          <p:nvPr>
            <p:ph type="title"/>
          </p:nvPr>
        </p:nvSpPr>
        <p:spPr/>
        <p:txBody>
          <a:bodyPr/>
          <a:lstStyle/>
          <a:p>
            <a:r>
              <a:rPr lang="en-US"/>
              <a:t>Web Access Management – Important Aspects</a:t>
            </a:r>
          </a:p>
        </p:txBody>
      </p:sp>
      <p:sp>
        <p:nvSpPr>
          <p:cNvPr id="3" name="Text Placeholder 2"/>
          <p:cNvSpPr>
            <a:spLocks noGrp="1"/>
          </p:cNvSpPr>
          <p:nvPr>
            <p:ph type="body" sz="quarter" idx="14"/>
          </p:nvPr>
        </p:nvSpPr>
        <p:spPr/>
        <p:txBody>
          <a:bodyPr/>
          <a:lstStyle/>
          <a:p>
            <a:endParaRPr lang="en-US"/>
          </a:p>
        </p:txBody>
      </p:sp>
      <p:sp>
        <p:nvSpPr>
          <p:cNvPr id="5" name="Oval 4"/>
          <p:cNvSpPr/>
          <p:nvPr/>
        </p:nvSpPr>
        <p:spPr>
          <a:xfrm>
            <a:off x="316183" y="98757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 name="Picture 5"/>
          <p:cNvPicPr>
            <a:picLocks noChangeAspect="1"/>
          </p:cNvPicPr>
          <p:nvPr/>
        </p:nvPicPr>
        <p:blipFill>
          <a:blip r:embed="rId2"/>
          <a:stretch>
            <a:fillRect/>
          </a:stretch>
        </p:blipFill>
        <p:spPr>
          <a:xfrm>
            <a:off x="554260" y="1221979"/>
            <a:ext cx="611312" cy="611312"/>
          </a:xfrm>
          <a:prstGeom prst="rect">
            <a:avLst/>
          </a:prstGeom>
        </p:spPr>
      </p:pic>
      <p:sp>
        <p:nvSpPr>
          <p:cNvPr id="7" name="Oval 6"/>
          <p:cNvSpPr/>
          <p:nvPr/>
        </p:nvSpPr>
        <p:spPr>
          <a:xfrm>
            <a:off x="297430" y="222009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8"/>
          <p:cNvPicPr>
            <a:picLocks noChangeAspect="1"/>
          </p:cNvPicPr>
          <p:nvPr/>
        </p:nvPicPr>
        <p:blipFill>
          <a:blip r:embed="rId3"/>
          <a:stretch>
            <a:fillRect/>
          </a:stretch>
        </p:blipFill>
        <p:spPr>
          <a:xfrm>
            <a:off x="401588" y="2554482"/>
            <a:ext cx="879153" cy="411347"/>
          </a:xfrm>
          <a:prstGeom prst="rect">
            <a:avLst/>
          </a:prstGeom>
        </p:spPr>
      </p:pic>
      <p:sp>
        <p:nvSpPr>
          <p:cNvPr id="11" name="Oval 10"/>
          <p:cNvSpPr/>
          <p:nvPr/>
        </p:nvSpPr>
        <p:spPr>
          <a:xfrm>
            <a:off x="316183" y="345261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p:nvPicPr>
        <p:blipFill>
          <a:blip r:embed="rId4"/>
          <a:stretch>
            <a:fillRect/>
          </a:stretch>
        </p:blipFill>
        <p:spPr>
          <a:xfrm>
            <a:off x="479597" y="3660540"/>
            <a:ext cx="723129" cy="664270"/>
          </a:xfrm>
          <a:prstGeom prst="rect">
            <a:avLst/>
          </a:prstGeom>
        </p:spPr>
      </p:pic>
      <p:sp>
        <p:nvSpPr>
          <p:cNvPr id="17" name="Rounded Rectangle 16"/>
          <p:cNvSpPr/>
          <p:nvPr/>
        </p:nvSpPr>
        <p:spPr>
          <a:xfrm>
            <a:off x="5256084" y="3569817"/>
            <a:ext cx="3280036"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   AM &amp; MFA Combined</a:t>
            </a:r>
          </a:p>
          <a:p>
            <a:pPr algn="ctr"/>
            <a:r>
              <a:rPr lang="en-US" sz="2000"/>
              <a:t>Better TCO</a:t>
            </a:r>
          </a:p>
        </p:txBody>
      </p:sp>
      <p:sp>
        <p:nvSpPr>
          <p:cNvPr id="18" name="Rounded Rectangle 17"/>
          <p:cNvSpPr/>
          <p:nvPr/>
        </p:nvSpPr>
        <p:spPr>
          <a:xfrm>
            <a:off x="5262194" y="2331627"/>
            <a:ext cx="3273924"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Cloud Neutral &amp; </a:t>
            </a:r>
          </a:p>
          <a:p>
            <a:pPr algn="ctr"/>
            <a:r>
              <a:rPr lang="en-US" sz="2000"/>
              <a:t>Broadest Token Types</a:t>
            </a:r>
          </a:p>
        </p:txBody>
      </p:sp>
      <p:sp>
        <p:nvSpPr>
          <p:cNvPr id="19" name="Rounded Rectangle 18"/>
          <p:cNvSpPr/>
          <p:nvPr/>
        </p:nvSpPr>
        <p:spPr>
          <a:xfrm>
            <a:off x="5256083" y="1104777"/>
            <a:ext cx="3280037" cy="845716"/>
          </a:xfrm>
          <a:prstGeom prst="roundRect">
            <a:avLst>
              <a:gd name="adj" fmla="val 50000"/>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Highly Automated &amp;</a:t>
            </a:r>
          </a:p>
          <a:p>
            <a:pPr algn="ctr"/>
            <a:r>
              <a:rPr lang="en-US" sz="2000"/>
              <a:t>Policy Based</a:t>
            </a:r>
          </a:p>
        </p:txBody>
      </p:sp>
      <p:sp>
        <p:nvSpPr>
          <p:cNvPr id="20" name="Oval 19"/>
          <p:cNvSpPr/>
          <p:nvPr/>
        </p:nvSpPr>
        <p:spPr>
          <a:xfrm>
            <a:off x="4712350" y="98757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Oval 21"/>
          <p:cNvSpPr/>
          <p:nvPr/>
        </p:nvSpPr>
        <p:spPr>
          <a:xfrm>
            <a:off x="4693597" y="222009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Oval 23"/>
          <p:cNvSpPr/>
          <p:nvPr/>
        </p:nvSpPr>
        <p:spPr>
          <a:xfrm>
            <a:off x="4712350" y="3452614"/>
            <a:ext cx="1087466" cy="108012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26" name="Picture 2" descr="Deployment Icons - Download Free Vector Icons | Noun Projec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62195" y="1221980"/>
            <a:ext cx="600001" cy="6000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isk Icons - Download Free Vector Icons | Noun Projec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483" y="2314962"/>
            <a:ext cx="873694" cy="87369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ueNAS Provides Lower TCO Than Software-Defined Storage - iXsystems, Inc.  - Enterprise Storage &amp; Servers"/>
          <p:cNvPicPr>
            <a:picLocks noChangeAspect="1" noChangeArrowheads="1"/>
          </p:cNvPicPr>
          <p:nvPr/>
        </p:nvPicPr>
        <p:blipFill>
          <a:blip r:embed="rId7" cstate="print">
            <a:biLevel thresh="75000"/>
            <a:extLst>
              <a:ext uri="{28A0092B-C50C-407E-A947-70E740481C1C}">
                <a14:useLocalDpi xmlns:a14="http://schemas.microsoft.com/office/drawing/2010/main" val="0"/>
              </a:ext>
            </a:extLst>
          </a:blip>
          <a:srcRect/>
          <a:stretch>
            <a:fillRect/>
          </a:stretch>
        </p:blipFill>
        <p:spPr bwMode="auto">
          <a:xfrm>
            <a:off x="4868720" y="3624064"/>
            <a:ext cx="737220" cy="737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003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77095-CAC4-4C67-E7EA-84F6BD1E52FF}"/>
              </a:ext>
            </a:extLst>
          </p:cNvPr>
          <p:cNvSpPr>
            <a:spLocks noGrp="1"/>
          </p:cNvSpPr>
          <p:nvPr>
            <p:ph type="title"/>
          </p:nvPr>
        </p:nvSpPr>
        <p:spPr>
          <a:xfrm>
            <a:off x="277814" y="2260048"/>
            <a:ext cx="5492365" cy="621580"/>
          </a:xfrm>
        </p:spPr>
        <p:txBody>
          <a:bodyPr/>
          <a:lstStyle/>
          <a:p>
            <a:r>
              <a:rPr lang="en-US" dirty="0"/>
              <a:t>Customer Identity and Access Management</a:t>
            </a:r>
            <a:endParaRPr lang="en-IN" dirty="0"/>
          </a:p>
        </p:txBody>
      </p:sp>
    </p:spTree>
    <p:extLst>
      <p:ext uri="{BB962C8B-B14F-4D97-AF65-F5344CB8AC3E}">
        <p14:creationId xmlns:p14="http://schemas.microsoft.com/office/powerpoint/2010/main" val="538497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7BA52-FE82-EEFB-CF30-5072884BD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F6E1B-6EB4-675B-0AE3-7EAA3F304C45}"/>
              </a:ext>
            </a:extLst>
          </p:cNvPr>
          <p:cNvSpPr>
            <a:spLocks noGrp="1"/>
          </p:cNvSpPr>
          <p:nvPr>
            <p:ph type="title"/>
          </p:nvPr>
        </p:nvSpPr>
        <p:spPr>
          <a:xfrm>
            <a:off x="192991" y="107914"/>
            <a:ext cx="2824529" cy="356905"/>
          </a:xfrm>
        </p:spPr>
        <p:txBody>
          <a:bodyPr/>
          <a:lstStyle/>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Introduction to CIAM</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Diagram 3">
            <a:extLst>
              <a:ext uri="{FF2B5EF4-FFF2-40B4-BE49-F238E27FC236}">
                <a16:creationId xmlns:a16="http://schemas.microsoft.com/office/drawing/2014/main" id="{ED841B1C-C3C6-042A-3614-A5705020A6F8}"/>
              </a:ext>
            </a:extLst>
          </p:cNvPr>
          <p:cNvGraphicFramePr/>
          <p:nvPr>
            <p:extLst>
              <p:ext uri="{D42A27DB-BD31-4B8C-83A1-F6EECF244321}">
                <p14:modId xmlns:p14="http://schemas.microsoft.com/office/powerpoint/2010/main" val="2033420157"/>
              </p:ext>
            </p:extLst>
          </p:nvPr>
        </p:nvGraphicFramePr>
        <p:xfrm>
          <a:off x="192991" y="541020"/>
          <a:ext cx="8829089" cy="4062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4995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Title 1"/>
          <p:cNvSpPr>
            <a:spLocks noGrp="1"/>
          </p:cNvSpPr>
          <p:nvPr>
            <p:ph type="title"/>
          </p:nvPr>
        </p:nvSpPr>
        <p:spPr/>
        <p:txBody>
          <a:bodyPr>
            <a:normAutofit/>
          </a:bodyPr>
          <a:lstStyle/>
          <a:p>
            <a:r>
              <a:rPr lang="en-US" dirty="0"/>
              <a:t>CIAM - Key Use Cases</a:t>
            </a:r>
            <a:endParaRPr lang="en-US" b="1" dirty="0"/>
          </a:p>
        </p:txBody>
      </p:sp>
      <p:pic>
        <p:nvPicPr>
          <p:cNvPr id="2" name="Picture 1">
            <a:extLst>
              <a:ext uri="{FF2B5EF4-FFF2-40B4-BE49-F238E27FC236}">
                <a16:creationId xmlns:a16="http://schemas.microsoft.com/office/drawing/2014/main" id="{7A0622F4-0BEC-F7D5-58BC-1F592D9954DC}"/>
              </a:ext>
            </a:extLst>
          </p:cNvPr>
          <p:cNvPicPr>
            <a:picLocks noChangeAspect="1"/>
          </p:cNvPicPr>
          <p:nvPr/>
        </p:nvPicPr>
        <p:blipFill>
          <a:blip r:embed="rId3"/>
          <a:stretch>
            <a:fillRect/>
          </a:stretch>
        </p:blipFill>
        <p:spPr>
          <a:xfrm>
            <a:off x="696894" y="532462"/>
            <a:ext cx="7750212" cy="4078577"/>
          </a:xfrm>
          <a:prstGeom prst="rect">
            <a:avLst/>
          </a:prstGeom>
        </p:spPr>
      </p:pic>
    </p:spTree>
    <p:extLst>
      <p:ext uri="{BB962C8B-B14F-4D97-AF65-F5344CB8AC3E}">
        <p14:creationId xmlns:p14="http://schemas.microsoft.com/office/powerpoint/2010/main" val="1399053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itle 1"/>
          <p:cNvSpPr>
            <a:spLocks noGrp="1"/>
          </p:cNvSpPr>
          <p:nvPr>
            <p:ph type="title"/>
          </p:nvPr>
        </p:nvSpPr>
        <p:spPr/>
        <p:txBody>
          <a:bodyPr>
            <a:noAutofit/>
          </a:bodyPr>
          <a:lstStyle/>
          <a:p>
            <a:r>
              <a:rPr lang="en-US" dirty="0"/>
              <a:t>CIAM Offering Overview</a:t>
            </a:r>
          </a:p>
        </p:txBody>
      </p:sp>
      <p:pic>
        <p:nvPicPr>
          <p:cNvPr id="5" name="Picture 4">
            <a:extLst>
              <a:ext uri="{FF2B5EF4-FFF2-40B4-BE49-F238E27FC236}">
                <a16:creationId xmlns:a16="http://schemas.microsoft.com/office/drawing/2014/main" id="{EA20525D-5946-C636-D2FB-6F31C0CE2DBD}"/>
              </a:ext>
            </a:extLst>
          </p:cNvPr>
          <p:cNvPicPr>
            <a:picLocks noChangeAspect="1"/>
          </p:cNvPicPr>
          <p:nvPr/>
        </p:nvPicPr>
        <p:blipFill>
          <a:blip r:embed="rId2"/>
          <a:stretch>
            <a:fillRect/>
          </a:stretch>
        </p:blipFill>
        <p:spPr>
          <a:xfrm>
            <a:off x="191645" y="457017"/>
            <a:ext cx="8760711" cy="4229467"/>
          </a:xfrm>
          <a:prstGeom prst="rect">
            <a:avLst/>
          </a:prstGeom>
        </p:spPr>
      </p:pic>
    </p:spTree>
    <p:extLst>
      <p:ext uri="{BB962C8B-B14F-4D97-AF65-F5344CB8AC3E}">
        <p14:creationId xmlns:p14="http://schemas.microsoft.com/office/powerpoint/2010/main" val="1963949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marR="0">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Key Takeaways of CIAM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330782961"/>
              </p:ext>
            </p:extLst>
          </p:nvPr>
        </p:nvGraphicFramePr>
        <p:xfrm>
          <a:off x="1626358" y="498428"/>
          <a:ext cx="6755643" cy="4206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p:cNvSpPr/>
          <p:nvPr/>
        </p:nvSpPr>
        <p:spPr>
          <a:xfrm>
            <a:off x="357117" y="1787944"/>
            <a:ext cx="1625346" cy="1627891"/>
          </a:xfrm>
          <a:prstGeom prst="ellipse">
            <a:avLst/>
          </a:prstGeom>
          <a:solidFill>
            <a:srgbClr val="F0378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defRPr/>
            </a:pPr>
            <a:r>
              <a:rPr lang="en-US" sz="1700" b="1" dirty="0">
                <a:solidFill>
                  <a:prstClr val="white"/>
                </a:solidFill>
                <a:latin typeface="Calibri" panose="020F0502020204030204"/>
              </a:rPr>
              <a:t>Key Takeaways</a:t>
            </a:r>
          </a:p>
        </p:txBody>
      </p:sp>
    </p:spTree>
    <p:extLst>
      <p:ext uri="{BB962C8B-B14F-4D97-AF65-F5344CB8AC3E}">
        <p14:creationId xmlns:p14="http://schemas.microsoft.com/office/powerpoint/2010/main" val="4093578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0A8CE-7924-38E0-FDD2-DA01E36D3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B0ED0-B7C3-2C99-58B2-413B19716574}"/>
              </a:ext>
            </a:extLst>
          </p:cNvPr>
          <p:cNvSpPr>
            <a:spLocks noGrp="1"/>
          </p:cNvSpPr>
          <p:nvPr>
            <p:ph type="title"/>
          </p:nvPr>
        </p:nvSpPr>
        <p:spPr/>
        <p:txBody>
          <a:bodyPr/>
          <a:lstStyle/>
          <a:p>
            <a:r>
              <a:rPr lang="en-US" dirty="0"/>
              <a:t>Alliances &amp; Partnerships in CIAM space </a:t>
            </a:r>
          </a:p>
        </p:txBody>
      </p:sp>
      <p:pic>
        <p:nvPicPr>
          <p:cNvPr id="37" name="Picture 36">
            <a:extLst>
              <a:ext uri="{FF2B5EF4-FFF2-40B4-BE49-F238E27FC236}">
                <a16:creationId xmlns:a16="http://schemas.microsoft.com/office/drawing/2014/main" id="{A1DF1A65-06CD-6502-7A21-C21178EB2C62}"/>
              </a:ext>
            </a:extLst>
          </p:cNvPr>
          <p:cNvPicPr>
            <a:picLocks noChangeAspect="1"/>
          </p:cNvPicPr>
          <p:nvPr/>
        </p:nvPicPr>
        <p:blipFill rotWithShape="1">
          <a:blip r:embed="rId2"/>
          <a:srcRect l="22258" r="21343"/>
          <a:stretch/>
        </p:blipFill>
        <p:spPr>
          <a:xfrm>
            <a:off x="1688295" y="1522732"/>
            <a:ext cx="689984" cy="667307"/>
          </a:xfrm>
          <a:prstGeom prst="rect">
            <a:avLst/>
          </a:prstGeom>
        </p:spPr>
      </p:pic>
      <p:pic>
        <p:nvPicPr>
          <p:cNvPr id="39" name="Picture 38">
            <a:extLst>
              <a:ext uri="{FF2B5EF4-FFF2-40B4-BE49-F238E27FC236}">
                <a16:creationId xmlns:a16="http://schemas.microsoft.com/office/drawing/2014/main" id="{3914105A-A360-31F6-0650-FBEE56F65FF8}"/>
              </a:ext>
            </a:extLst>
          </p:cNvPr>
          <p:cNvPicPr>
            <a:picLocks noChangeAspect="1"/>
          </p:cNvPicPr>
          <p:nvPr/>
        </p:nvPicPr>
        <p:blipFill rotWithShape="1">
          <a:blip r:embed="rId3"/>
          <a:srcRect l="5998" t="31228" r="5619" b="31579"/>
          <a:stretch/>
        </p:blipFill>
        <p:spPr>
          <a:xfrm>
            <a:off x="1670215" y="2551539"/>
            <a:ext cx="2129771" cy="484454"/>
          </a:xfrm>
          <a:prstGeom prst="rect">
            <a:avLst/>
          </a:prstGeom>
        </p:spPr>
      </p:pic>
      <p:pic>
        <p:nvPicPr>
          <p:cNvPr id="49" name="Picture 48">
            <a:extLst>
              <a:ext uri="{FF2B5EF4-FFF2-40B4-BE49-F238E27FC236}">
                <a16:creationId xmlns:a16="http://schemas.microsoft.com/office/drawing/2014/main" id="{FC276D8E-C66F-1AAD-9B35-1DAFB091B9F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700610" y="1392781"/>
            <a:ext cx="1106053" cy="558776"/>
          </a:xfrm>
          <a:prstGeom prst="rect">
            <a:avLst/>
          </a:prstGeom>
        </p:spPr>
      </p:pic>
      <p:pic>
        <p:nvPicPr>
          <p:cNvPr id="55" name="Picture 54">
            <a:extLst>
              <a:ext uri="{FF2B5EF4-FFF2-40B4-BE49-F238E27FC236}">
                <a16:creationId xmlns:a16="http://schemas.microsoft.com/office/drawing/2014/main" id="{2E783A3A-C3E3-D494-618A-3033497DD75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798775" y="1392781"/>
            <a:ext cx="1371112" cy="702431"/>
          </a:xfrm>
          <a:prstGeom prst="rect">
            <a:avLst/>
          </a:prstGeom>
        </p:spPr>
      </p:pic>
      <p:pic>
        <p:nvPicPr>
          <p:cNvPr id="1032" name="Picture 8" descr="Press &amp; Media Resources - Auth0">
            <a:extLst>
              <a:ext uri="{FF2B5EF4-FFF2-40B4-BE49-F238E27FC236}">
                <a16:creationId xmlns:a16="http://schemas.microsoft.com/office/drawing/2014/main" id="{D394864A-4C6A-934B-DE72-7FECCB57F4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8750" y="1522732"/>
            <a:ext cx="1162695" cy="34346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605C5C44-5B65-46DF-AFEB-A61257A0F55F}"/>
              </a:ext>
            </a:extLst>
          </p:cNvPr>
          <p:cNvPicPr>
            <a:picLocks noChangeAspect="1"/>
          </p:cNvPicPr>
          <p:nvPr/>
        </p:nvPicPr>
        <p:blipFill>
          <a:blip r:embed="rId7"/>
          <a:stretch>
            <a:fillRect/>
          </a:stretch>
        </p:blipFill>
        <p:spPr>
          <a:xfrm>
            <a:off x="4849671" y="2551539"/>
            <a:ext cx="1106054" cy="553027"/>
          </a:xfrm>
          <a:prstGeom prst="rect">
            <a:avLst/>
          </a:prstGeom>
        </p:spPr>
      </p:pic>
    </p:spTree>
    <p:extLst>
      <p:ext uri="{BB962C8B-B14F-4D97-AF65-F5344CB8AC3E}">
        <p14:creationId xmlns:p14="http://schemas.microsoft.com/office/powerpoint/2010/main" val="178427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3D21-0BBD-5A69-7557-0689AA8654D2}"/>
              </a:ext>
            </a:extLst>
          </p:cNvPr>
          <p:cNvSpPr>
            <a:spLocks noGrp="1"/>
          </p:cNvSpPr>
          <p:nvPr>
            <p:ph type="title"/>
          </p:nvPr>
        </p:nvSpPr>
        <p:spPr>
          <a:xfrm>
            <a:off x="277814" y="2260048"/>
            <a:ext cx="4657352" cy="621580"/>
          </a:xfrm>
        </p:spPr>
        <p:txBody>
          <a:bodyPr/>
          <a:lstStyle/>
          <a:p>
            <a:r>
              <a:rPr lang="en-US" dirty="0"/>
              <a:t>Identity Governance &amp; Administration</a:t>
            </a:r>
            <a:endParaRPr lang="en-IN" dirty="0"/>
          </a:p>
        </p:txBody>
      </p:sp>
    </p:spTree>
    <p:extLst>
      <p:ext uri="{BB962C8B-B14F-4D97-AF65-F5344CB8AC3E}">
        <p14:creationId xmlns:p14="http://schemas.microsoft.com/office/powerpoint/2010/main" val="3440580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4877-AB16-B7AE-FE20-24FBA607029F}"/>
              </a:ext>
            </a:extLst>
          </p:cNvPr>
          <p:cNvSpPr>
            <a:spLocks noGrp="1"/>
          </p:cNvSpPr>
          <p:nvPr>
            <p:ph type="title"/>
          </p:nvPr>
        </p:nvSpPr>
        <p:spPr>
          <a:xfrm>
            <a:off x="185375" y="107917"/>
            <a:ext cx="2466386" cy="360957"/>
          </a:xfrm>
        </p:spPr>
        <p:txBody>
          <a:bodyPr/>
          <a:lstStyle/>
          <a:p>
            <a:r>
              <a:rPr lang="en-US" dirty="0"/>
              <a:t>IGA Overview</a:t>
            </a:r>
          </a:p>
        </p:txBody>
      </p:sp>
      <p:sp>
        <p:nvSpPr>
          <p:cNvPr id="3" name="Footer Placeholder 2">
            <a:extLst>
              <a:ext uri="{FF2B5EF4-FFF2-40B4-BE49-F238E27FC236}">
                <a16:creationId xmlns:a16="http://schemas.microsoft.com/office/drawing/2014/main" id="{9DEF6287-7D91-D80C-7B22-04AFA79BCCD4}"/>
              </a:ext>
            </a:extLst>
          </p:cNvPr>
          <p:cNvSpPr>
            <a:spLocks noGrp="1"/>
          </p:cNvSpPr>
          <p:nvPr>
            <p:ph type="ftr" sz="quarter" idx="11"/>
          </p:nvPr>
        </p:nvSpPr>
        <p:spPr>
          <a:xfrm>
            <a:off x="4596764" y="4808611"/>
            <a:ext cx="1876425" cy="127170"/>
          </a:xfrm>
        </p:spPr>
        <p:txBody>
          <a:bodyPr/>
          <a:lstStyle/>
          <a:p>
            <a:r>
              <a:rPr lang="en-IN"/>
              <a:t>TCS confidential</a:t>
            </a:r>
          </a:p>
        </p:txBody>
      </p:sp>
      <p:sp>
        <p:nvSpPr>
          <p:cNvPr id="4" name="Slide Number Placeholder 3">
            <a:extLst>
              <a:ext uri="{FF2B5EF4-FFF2-40B4-BE49-F238E27FC236}">
                <a16:creationId xmlns:a16="http://schemas.microsoft.com/office/drawing/2014/main" id="{DF26D4CA-2BAC-8F60-62B5-CEC9831FBEB5}"/>
              </a:ext>
            </a:extLst>
          </p:cNvPr>
          <p:cNvSpPr>
            <a:spLocks noGrp="1"/>
          </p:cNvSpPr>
          <p:nvPr>
            <p:ph type="sldNum" sz="quarter" idx="12"/>
          </p:nvPr>
        </p:nvSpPr>
        <p:spPr>
          <a:xfrm>
            <a:off x="4314588" y="4808611"/>
            <a:ext cx="300588" cy="127170"/>
          </a:xfrm>
        </p:spPr>
        <p:txBody>
          <a:bodyPr/>
          <a:lstStyle/>
          <a:p>
            <a:fld id="{662A0901-ACEF-4BE9-9C8C-C119B421173E}" type="slidenum">
              <a:rPr lang="en-IN" smtClean="0"/>
              <a:t>17</a:t>
            </a:fld>
            <a:endParaRPr lang="en-IN"/>
          </a:p>
        </p:txBody>
      </p:sp>
      <p:graphicFrame>
        <p:nvGraphicFramePr>
          <p:cNvPr id="5" name="Diagram 4">
            <a:extLst>
              <a:ext uri="{FF2B5EF4-FFF2-40B4-BE49-F238E27FC236}">
                <a16:creationId xmlns:a16="http://schemas.microsoft.com/office/drawing/2014/main" id="{B3B0EDF2-30BD-BBB8-7DEB-8AF25C817147}"/>
              </a:ext>
            </a:extLst>
          </p:cNvPr>
          <p:cNvGraphicFramePr/>
          <p:nvPr>
            <p:extLst>
              <p:ext uri="{D42A27DB-BD31-4B8C-83A1-F6EECF244321}">
                <p14:modId xmlns:p14="http://schemas.microsoft.com/office/powerpoint/2010/main" val="1975625890"/>
              </p:ext>
            </p:extLst>
          </p:nvPr>
        </p:nvGraphicFramePr>
        <p:xfrm>
          <a:off x="1028700" y="734695"/>
          <a:ext cx="7086600" cy="36741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4631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51A94-E712-8BCB-E2CC-EA0392EC38D7}"/>
              </a:ext>
            </a:extLst>
          </p:cNvPr>
          <p:cNvSpPr>
            <a:spLocks noGrp="1"/>
          </p:cNvSpPr>
          <p:nvPr>
            <p:ph type="title"/>
          </p:nvPr>
        </p:nvSpPr>
        <p:spPr>
          <a:xfrm>
            <a:off x="211002" y="53361"/>
            <a:ext cx="2714193" cy="393072"/>
          </a:xfrm>
        </p:spPr>
        <p:txBody>
          <a:bodyPr/>
          <a:lstStyle/>
          <a:p>
            <a:r>
              <a:rPr lang="en-US" dirty="0"/>
              <a:t>Core Functions of IGA</a:t>
            </a:r>
          </a:p>
        </p:txBody>
      </p:sp>
      <p:sp>
        <p:nvSpPr>
          <p:cNvPr id="3" name="Footer Placeholder 2">
            <a:extLst>
              <a:ext uri="{FF2B5EF4-FFF2-40B4-BE49-F238E27FC236}">
                <a16:creationId xmlns:a16="http://schemas.microsoft.com/office/drawing/2014/main" id="{4389E3EA-BC3B-A2E6-660B-0627BA205029}"/>
              </a:ext>
            </a:extLst>
          </p:cNvPr>
          <p:cNvSpPr>
            <a:spLocks noGrp="1"/>
          </p:cNvSpPr>
          <p:nvPr>
            <p:ph type="ftr" sz="quarter" idx="11"/>
          </p:nvPr>
        </p:nvSpPr>
        <p:spPr>
          <a:effectLst>
            <a:outerShdw blurRad="50800" dist="38100" dir="2700000" algn="tl" rotWithShape="0">
              <a:prstClr val="black">
                <a:alpha val="40000"/>
              </a:prstClr>
            </a:outerShdw>
          </a:effectLst>
        </p:spPr>
        <p:txBody>
          <a:bodyPr/>
          <a:lstStyle/>
          <a:p>
            <a:r>
              <a:rPr lang="en-IN"/>
              <a:t>TCS confidential</a:t>
            </a:r>
          </a:p>
        </p:txBody>
      </p:sp>
      <p:sp>
        <p:nvSpPr>
          <p:cNvPr id="4" name="Slide Number Placeholder 3">
            <a:extLst>
              <a:ext uri="{FF2B5EF4-FFF2-40B4-BE49-F238E27FC236}">
                <a16:creationId xmlns:a16="http://schemas.microsoft.com/office/drawing/2014/main" id="{2EAFB0CD-C637-5CC5-059A-B60D35CA75D5}"/>
              </a:ext>
            </a:extLst>
          </p:cNvPr>
          <p:cNvSpPr>
            <a:spLocks noGrp="1"/>
          </p:cNvSpPr>
          <p:nvPr>
            <p:ph type="sldNum" sz="quarter" idx="12"/>
          </p:nvPr>
        </p:nvSpPr>
        <p:spPr>
          <a:effectLst>
            <a:outerShdw blurRad="50800" dist="38100" dir="2700000" algn="tl" rotWithShape="0">
              <a:prstClr val="black">
                <a:alpha val="40000"/>
              </a:prstClr>
            </a:outerShdw>
          </a:effectLst>
        </p:spPr>
        <p:txBody>
          <a:bodyPr/>
          <a:lstStyle/>
          <a:p>
            <a:fld id="{662A0901-ACEF-4BE9-9C8C-C119B421173E}" type="slidenum">
              <a:rPr lang="en-IN" smtClean="0"/>
              <a:t>18</a:t>
            </a:fld>
            <a:endParaRPr lang="en-IN"/>
          </a:p>
        </p:txBody>
      </p:sp>
      <p:grpSp>
        <p:nvGrpSpPr>
          <p:cNvPr id="82" name="Group 81">
            <a:extLst>
              <a:ext uri="{FF2B5EF4-FFF2-40B4-BE49-F238E27FC236}">
                <a16:creationId xmlns:a16="http://schemas.microsoft.com/office/drawing/2014/main" id="{601D591A-CC83-4625-6DC8-644EE7686C85}"/>
              </a:ext>
            </a:extLst>
          </p:cNvPr>
          <p:cNvGrpSpPr/>
          <p:nvPr/>
        </p:nvGrpSpPr>
        <p:grpSpPr>
          <a:xfrm>
            <a:off x="1010805" y="505395"/>
            <a:ext cx="7198994" cy="4132709"/>
            <a:chOff x="845042" y="745565"/>
            <a:chExt cx="7198994" cy="4132709"/>
          </a:xfrm>
          <a:effectLst>
            <a:outerShdw blurRad="50800" dist="38100" dir="2700000" algn="tl" rotWithShape="0">
              <a:prstClr val="black">
                <a:alpha val="40000"/>
              </a:prstClr>
            </a:outerShdw>
          </a:effectLst>
        </p:grpSpPr>
        <p:grpSp>
          <p:nvGrpSpPr>
            <p:cNvPr id="5" name="Group 4">
              <a:extLst>
                <a:ext uri="{FF2B5EF4-FFF2-40B4-BE49-F238E27FC236}">
                  <a16:creationId xmlns:a16="http://schemas.microsoft.com/office/drawing/2014/main" id="{6B047A80-4181-5453-0DDE-9359AA2B0E02}"/>
                </a:ext>
              </a:extLst>
            </p:cNvPr>
            <p:cNvGrpSpPr/>
            <p:nvPr/>
          </p:nvGrpSpPr>
          <p:grpSpPr>
            <a:xfrm>
              <a:off x="1249242" y="745565"/>
              <a:ext cx="6794794" cy="4108417"/>
              <a:chOff x="4160782" y="757189"/>
              <a:chExt cx="5079510" cy="4214149"/>
            </a:xfrm>
          </p:grpSpPr>
          <p:sp>
            <p:nvSpPr>
              <p:cNvPr id="6" name="Oval 5">
                <a:extLst>
                  <a:ext uri="{FF2B5EF4-FFF2-40B4-BE49-F238E27FC236}">
                    <a16:creationId xmlns:a16="http://schemas.microsoft.com/office/drawing/2014/main" id="{CB690471-598C-5402-7DA1-4A0DE8E08C56}"/>
                  </a:ext>
                </a:extLst>
              </p:cNvPr>
              <p:cNvSpPr/>
              <p:nvPr/>
            </p:nvSpPr>
            <p:spPr>
              <a:xfrm>
                <a:off x="6096373" y="2392736"/>
                <a:ext cx="906311" cy="906311"/>
              </a:xfrm>
              <a:prstGeom prst="ellipse">
                <a:avLst/>
              </a:prstGeom>
              <a:solidFill>
                <a:srgbClr val="C148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7" name="Freeform: Shape 6">
                <a:extLst>
                  <a:ext uri="{FF2B5EF4-FFF2-40B4-BE49-F238E27FC236}">
                    <a16:creationId xmlns:a16="http://schemas.microsoft.com/office/drawing/2014/main" id="{07EFE6D6-8E95-CD96-0E82-242F626832A4}"/>
                  </a:ext>
                </a:extLst>
              </p:cNvPr>
              <p:cNvSpPr/>
              <p:nvPr/>
            </p:nvSpPr>
            <p:spPr>
              <a:xfrm>
                <a:off x="6058559" y="2341953"/>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8" name="Freeform: Shape 7">
                <a:extLst>
                  <a:ext uri="{FF2B5EF4-FFF2-40B4-BE49-F238E27FC236}">
                    <a16:creationId xmlns:a16="http://schemas.microsoft.com/office/drawing/2014/main" id="{BCB0B1C2-CEC8-2D83-824F-19ADA60B8802}"/>
                  </a:ext>
                </a:extLst>
              </p:cNvPr>
              <p:cNvSpPr/>
              <p:nvPr/>
            </p:nvSpPr>
            <p:spPr>
              <a:xfrm flipV="1">
                <a:off x="6058559" y="2937432"/>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nvGrpSpPr>
              <p:cNvPr id="9" name="Group 8">
                <a:extLst>
                  <a:ext uri="{FF2B5EF4-FFF2-40B4-BE49-F238E27FC236}">
                    <a16:creationId xmlns:a16="http://schemas.microsoft.com/office/drawing/2014/main" id="{EC581D32-4EA5-0E09-55A8-FC5F75C64FF3}"/>
                  </a:ext>
                </a:extLst>
              </p:cNvPr>
              <p:cNvGrpSpPr/>
              <p:nvPr/>
            </p:nvGrpSpPr>
            <p:grpSpPr>
              <a:xfrm>
                <a:off x="5176163" y="2136955"/>
                <a:ext cx="876213" cy="1417872"/>
                <a:chOff x="2478879" y="1684214"/>
                <a:chExt cx="1331791" cy="2155082"/>
              </a:xfrm>
            </p:grpSpPr>
            <p:sp>
              <p:nvSpPr>
                <p:cNvPr id="34" name="Freeform: Shape 33">
                  <a:extLst>
                    <a:ext uri="{FF2B5EF4-FFF2-40B4-BE49-F238E27FC236}">
                      <a16:creationId xmlns:a16="http://schemas.microsoft.com/office/drawing/2014/main" id="{677EBC86-CF76-4805-1BDA-47399047F21A}"/>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5" name="Freeform: Shape 34">
                  <a:extLst>
                    <a:ext uri="{FF2B5EF4-FFF2-40B4-BE49-F238E27FC236}">
                      <a16:creationId xmlns:a16="http://schemas.microsoft.com/office/drawing/2014/main" id="{B9EDD872-D3B8-5EFF-02F8-B4F1BD6D1791}"/>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grpSp>
            <p:nvGrpSpPr>
              <p:cNvPr id="10" name="Group 9">
                <a:extLst>
                  <a:ext uri="{FF2B5EF4-FFF2-40B4-BE49-F238E27FC236}">
                    <a16:creationId xmlns:a16="http://schemas.microsoft.com/office/drawing/2014/main" id="{F38577AF-D64A-D9B4-B04E-B0DB868152C3}"/>
                  </a:ext>
                </a:extLst>
              </p:cNvPr>
              <p:cNvGrpSpPr/>
              <p:nvPr/>
            </p:nvGrpSpPr>
            <p:grpSpPr>
              <a:xfrm flipH="1">
                <a:off x="7053060" y="2136955"/>
                <a:ext cx="876213" cy="1417872"/>
                <a:chOff x="2478879" y="1684214"/>
                <a:chExt cx="1331791" cy="2155082"/>
              </a:xfrm>
            </p:grpSpPr>
            <p:sp>
              <p:nvSpPr>
                <p:cNvPr id="32" name="Freeform: Shape 31">
                  <a:extLst>
                    <a:ext uri="{FF2B5EF4-FFF2-40B4-BE49-F238E27FC236}">
                      <a16:creationId xmlns:a16="http://schemas.microsoft.com/office/drawing/2014/main" id="{8DBEC6D4-9403-11F7-3DEF-D2DA696019BE}"/>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3" name="Freeform: Shape 32">
                  <a:extLst>
                    <a:ext uri="{FF2B5EF4-FFF2-40B4-BE49-F238E27FC236}">
                      <a16:creationId xmlns:a16="http://schemas.microsoft.com/office/drawing/2014/main" id="{D56DB899-5F82-81BE-DFEF-79E49F1C2F74}"/>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sp>
            <p:nvSpPr>
              <p:cNvPr id="11" name="Rectangle: Rounded Corners 10">
                <a:extLst>
                  <a:ext uri="{FF2B5EF4-FFF2-40B4-BE49-F238E27FC236}">
                    <a16:creationId xmlns:a16="http://schemas.microsoft.com/office/drawing/2014/main" id="{D07A7FBA-5E28-C3CD-242E-7EB5E6607ED0}"/>
                  </a:ext>
                </a:extLst>
              </p:cNvPr>
              <p:cNvSpPr/>
              <p:nvPr/>
            </p:nvSpPr>
            <p:spPr>
              <a:xfrm>
                <a:off x="4160782" y="1662780"/>
                <a:ext cx="2029019" cy="711021"/>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sp>
            <p:nvSpPr>
              <p:cNvPr id="12" name="Rectangle: Rounded Corners 11">
                <a:extLst>
                  <a:ext uri="{FF2B5EF4-FFF2-40B4-BE49-F238E27FC236}">
                    <a16:creationId xmlns:a16="http://schemas.microsoft.com/office/drawing/2014/main" id="{A8CEF002-D194-AE5B-EDEB-EB03D764D9A2}"/>
                  </a:ext>
                </a:extLst>
              </p:cNvPr>
              <p:cNvSpPr/>
              <p:nvPr/>
            </p:nvSpPr>
            <p:spPr>
              <a:xfrm>
                <a:off x="7123556" y="1641691"/>
                <a:ext cx="2029019" cy="724062"/>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3" name="Rectangle: Rounded Corners 12">
                <a:extLst>
                  <a:ext uri="{FF2B5EF4-FFF2-40B4-BE49-F238E27FC236}">
                    <a16:creationId xmlns:a16="http://schemas.microsoft.com/office/drawing/2014/main" id="{0C8F62B5-E876-4140-E8B8-94B34DAA6B89}"/>
                  </a:ext>
                </a:extLst>
              </p:cNvPr>
              <p:cNvSpPr/>
              <p:nvPr/>
            </p:nvSpPr>
            <p:spPr>
              <a:xfrm>
                <a:off x="7123556" y="3294352"/>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sp>
            <p:nvSpPr>
              <p:cNvPr id="14" name="Rectangle: Rounded Corners 13">
                <a:extLst>
                  <a:ext uri="{FF2B5EF4-FFF2-40B4-BE49-F238E27FC236}">
                    <a16:creationId xmlns:a16="http://schemas.microsoft.com/office/drawing/2014/main" id="{F173E58E-6159-5EB2-01AD-BDA4187637CA}"/>
                  </a:ext>
                </a:extLst>
              </p:cNvPr>
              <p:cNvSpPr/>
              <p:nvPr/>
            </p:nvSpPr>
            <p:spPr>
              <a:xfrm>
                <a:off x="4160783" y="3353457"/>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pic>
            <p:nvPicPr>
              <p:cNvPr id="15" name="Graphic 14" descr="Gears outline">
                <a:extLst>
                  <a:ext uri="{FF2B5EF4-FFF2-40B4-BE49-F238E27FC236}">
                    <a16:creationId xmlns:a16="http://schemas.microsoft.com/office/drawing/2014/main" id="{A2FA45EB-5AF0-6AAD-40F7-565DFB1C5C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4921" y="2551284"/>
                <a:ext cx="589215" cy="589215"/>
              </a:xfrm>
              <a:prstGeom prst="rect">
                <a:avLst/>
              </a:prstGeom>
            </p:spPr>
          </p:pic>
          <p:sp>
            <p:nvSpPr>
              <p:cNvPr id="16" name="TextBox 15">
                <a:extLst>
                  <a:ext uri="{FF2B5EF4-FFF2-40B4-BE49-F238E27FC236}">
                    <a16:creationId xmlns:a16="http://schemas.microsoft.com/office/drawing/2014/main" id="{D1DCC5A4-B1BE-BC84-F3AB-20D66ECA74C0}"/>
                  </a:ext>
                </a:extLst>
              </p:cNvPr>
              <p:cNvSpPr txBox="1"/>
              <p:nvPr/>
            </p:nvSpPr>
            <p:spPr>
              <a:xfrm>
                <a:off x="4597566" y="1696428"/>
                <a:ext cx="1634878" cy="662965"/>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Provide a self-service portal where users can request access.</a:t>
                </a:r>
              </a:p>
              <a:p>
                <a:pPr marL="171450" indent="-171450">
                  <a:lnSpc>
                    <a:spcPct val="90000"/>
                  </a:lnSpc>
                  <a:buFont typeface="Arial" panose="020B0604020202020204" pitchFamily="34" charset="0"/>
                  <a:buChar char="•"/>
                </a:pPr>
                <a:r>
                  <a:rPr lang="en-US" sz="800" dirty="0">
                    <a:solidFill>
                      <a:schemeClr val="lt1"/>
                    </a:solidFill>
                  </a:rPr>
                  <a:t>Managers or application owners review/approve requests, ensuring accountability.</a:t>
                </a:r>
                <a:endParaRPr lang="en-US" sz="800" i="1" dirty="0">
                  <a:solidFill>
                    <a:schemeClr val="lt1"/>
                  </a:solidFill>
                </a:endParaRPr>
              </a:p>
            </p:txBody>
          </p:sp>
          <p:sp>
            <p:nvSpPr>
              <p:cNvPr id="17" name="TextBox 16">
                <a:extLst>
                  <a:ext uri="{FF2B5EF4-FFF2-40B4-BE49-F238E27FC236}">
                    <a16:creationId xmlns:a16="http://schemas.microsoft.com/office/drawing/2014/main" id="{1B851B55-1E0B-DFE6-B359-1FAA81A17806}"/>
                  </a:ext>
                </a:extLst>
              </p:cNvPr>
              <p:cNvSpPr txBox="1"/>
              <p:nvPr/>
            </p:nvSpPr>
            <p:spPr>
              <a:xfrm>
                <a:off x="7605414" y="1664883"/>
                <a:ext cx="1634878" cy="662965"/>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Define roles based on job functions (e.g., “HR Manager,” “Finance Analyst”).</a:t>
                </a:r>
              </a:p>
              <a:p>
                <a:pPr marL="171450" indent="-171450">
                  <a:lnSpc>
                    <a:spcPct val="90000"/>
                  </a:lnSpc>
                  <a:buFont typeface="Arial" panose="020B0604020202020204" pitchFamily="34" charset="0"/>
                  <a:buChar char="•"/>
                </a:pPr>
                <a:r>
                  <a:rPr lang="en-US" sz="800" dirty="0">
                    <a:solidFill>
                      <a:schemeClr val="lt1"/>
                    </a:solidFill>
                  </a:rPr>
                  <a:t>Enforce policies like least privilege or separation of duties (e.g. a user can’t both approve and pay invoices).</a:t>
                </a:r>
                <a:endParaRPr lang="en-US" sz="800" i="1" dirty="0">
                  <a:solidFill>
                    <a:schemeClr val="lt1"/>
                  </a:solidFill>
                </a:endParaRPr>
              </a:p>
            </p:txBody>
          </p:sp>
          <p:sp>
            <p:nvSpPr>
              <p:cNvPr id="18" name="TextBox 17">
                <a:extLst>
                  <a:ext uri="{FF2B5EF4-FFF2-40B4-BE49-F238E27FC236}">
                    <a16:creationId xmlns:a16="http://schemas.microsoft.com/office/drawing/2014/main" id="{E4EEDFD5-6BDD-0DB8-8399-F7D29154F13C}"/>
                  </a:ext>
                </a:extLst>
              </p:cNvPr>
              <p:cNvSpPr txBox="1"/>
              <p:nvPr/>
            </p:nvSpPr>
            <p:spPr>
              <a:xfrm>
                <a:off x="4566939" y="3464634"/>
                <a:ext cx="1634878" cy="549313"/>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Conduct periodic reviews so managers confirm who truly needs what access.</a:t>
                </a:r>
              </a:p>
              <a:p>
                <a:pPr marL="171450" indent="-171450">
                  <a:lnSpc>
                    <a:spcPct val="90000"/>
                  </a:lnSpc>
                  <a:buFont typeface="Arial" panose="020B0604020202020204" pitchFamily="34" charset="0"/>
                  <a:buChar char="•"/>
                </a:pPr>
                <a:r>
                  <a:rPr lang="en-US" sz="800" dirty="0">
                    <a:solidFill>
                      <a:schemeClr val="lt1"/>
                    </a:solidFill>
                  </a:rPr>
                  <a:t>Revoke unnecessary privileges to maintain compliance and reduce risk.</a:t>
                </a:r>
              </a:p>
            </p:txBody>
          </p:sp>
          <p:sp>
            <p:nvSpPr>
              <p:cNvPr id="19" name="TextBox 18">
                <a:extLst>
                  <a:ext uri="{FF2B5EF4-FFF2-40B4-BE49-F238E27FC236}">
                    <a16:creationId xmlns:a16="http://schemas.microsoft.com/office/drawing/2014/main" id="{0939BFB0-71E0-784A-ADB0-166455350485}"/>
                  </a:ext>
                </a:extLst>
              </p:cNvPr>
              <p:cNvSpPr txBox="1"/>
              <p:nvPr/>
            </p:nvSpPr>
            <p:spPr>
              <a:xfrm>
                <a:off x="7588193" y="3390188"/>
                <a:ext cx="1634878" cy="549313"/>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Integrate with HR systems or directories to auto-update user access as roles change.</a:t>
                </a:r>
              </a:p>
              <a:p>
                <a:pPr marL="171450" indent="-171450">
                  <a:lnSpc>
                    <a:spcPct val="90000"/>
                  </a:lnSpc>
                  <a:buFont typeface="Arial" panose="020B0604020202020204" pitchFamily="34" charset="0"/>
                  <a:buChar char="•"/>
                </a:pPr>
                <a:r>
                  <a:rPr lang="en-US" sz="800" dirty="0">
                    <a:solidFill>
                      <a:schemeClr val="lt1"/>
                    </a:solidFill>
                  </a:rPr>
                  <a:t>Immediately remove access for departing employees, preventing lingering accounts.</a:t>
                </a:r>
                <a:endParaRPr lang="en-US" sz="800" i="1" dirty="0">
                  <a:solidFill>
                    <a:schemeClr val="lt1"/>
                  </a:solidFill>
                </a:endParaRPr>
              </a:p>
            </p:txBody>
          </p:sp>
          <p:sp>
            <p:nvSpPr>
              <p:cNvPr id="24" name="Rectangle: Rounded Corners 23">
                <a:extLst>
                  <a:ext uri="{FF2B5EF4-FFF2-40B4-BE49-F238E27FC236}">
                    <a16:creationId xmlns:a16="http://schemas.microsoft.com/office/drawing/2014/main" id="{3C472E90-3057-B64C-08F2-3070751A66AB}"/>
                  </a:ext>
                </a:extLst>
              </p:cNvPr>
              <p:cNvSpPr/>
              <p:nvPr/>
            </p:nvSpPr>
            <p:spPr>
              <a:xfrm>
                <a:off x="5545465" y="4199004"/>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25" name="Rectangle: Rounded Corners 24">
                <a:extLst>
                  <a:ext uri="{FF2B5EF4-FFF2-40B4-BE49-F238E27FC236}">
                    <a16:creationId xmlns:a16="http://schemas.microsoft.com/office/drawing/2014/main" id="{CFA7754D-CD7A-C93E-E4AD-EC44B76D865E}"/>
                  </a:ext>
                </a:extLst>
              </p:cNvPr>
              <p:cNvSpPr/>
              <p:nvPr/>
            </p:nvSpPr>
            <p:spPr>
              <a:xfrm>
                <a:off x="5537473" y="757189"/>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cxnSp>
            <p:nvCxnSpPr>
              <p:cNvPr id="26" name="Straight Connector 25">
                <a:extLst>
                  <a:ext uri="{FF2B5EF4-FFF2-40B4-BE49-F238E27FC236}">
                    <a16:creationId xmlns:a16="http://schemas.microsoft.com/office/drawing/2014/main" id="{E605726D-06E9-EFB3-5E1A-95C4D904BE98}"/>
                  </a:ext>
                </a:extLst>
              </p:cNvPr>
              <p:cNvCxnSpPr>
                <a:cxnSpLocks/>
              </p:cNvCxnSpPr>
              <p:nvPr/>
            </p:nvCxnSpPr>
            <p:spPr>
              <a:xfrm>
                <a:off x="6551983" y="1529569"/>
                <a:ext cx="1288" cy="788696"/>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AA193B61-D04B-6FBD-5318-141CC3F115F3}"/>
                  </a:ext>
                </a:extLst>
              </p:cNvPr>
              <p:cNvCxnSpPr>
                <a:cxnSpLocks/>
              </p:cNvCxnSpPr>
              <p:nvPr/>
            </p:nvCxnSpPr>
            <p:spPr>
              <a:xfrm>
                <a:off x="6548150" y="3342771"/>
                <a:ext cx="1288" cy="867566"/>
              </a:xfrm>
              <a:prstGeom prst="line">
                <a:avLst/>
              </a:prstGeom>
              <a:ln w="12700"/>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C360D8D6-4834-4A76-78F4-4BCD3152F8F0}"/>
                  </a:ext>
                </a:extLst>
              </p:cNvPr>
              <p:cNvSpPr txBox="1"/>
              <p:nvPr/>
            </p:nvSpPr>
            <p:spPr>
              <a:xfrm>
                <a:off x="5949717" y="4280341"/>
                <a:ext cx="1558211" cy="662965"/>
              </a:xfrm>
              <a:prstGeom prst="rect">
                <a:avLst/>
              </a:prstGeom>
              <a:noFill/>
            </p:spPr>
            <p:txBody>
              <a:bodyPr wrap="square">
                <a:spAutoFit/>
              </a:bodyPr>
              <a:lstStyle>
                <a:defPPr>
                  <a:defRPr lang="en-US"/>
                </a:defPPr>
                <a:lvl1pPr>
                  <a:lnSpc>
                    <a:spcPct val="90000"/>
                  </a:lnSpc>
                  <a:defRPr sz="1400">
                    <a:solidFill>
                      <a:schemeClr val="lt1"/>
                    </a:solidFill>
                  </a:defRPr>
                </a:lvl1pPr>
              </a:lstStyle>
              <a:p>
                <a:pPr marL="171450" indent="-171450">
                  <a:buFont typeface="Arial" panose="020B0604020202020204" pitchFamily="34" charset="0"/>
                  <a:buChar char="•"/>
                </a:pPr>
                <a:r>
                  <a:rPr lang="en-US" sz="800" dirty="0"/>
                  <a:t>Track who has access to which systems and when changes occurred.</a:t>
                </a:r>
              </a:p>
              <a:p>
                <a:pPr marL="171450" indent="-171450">
                  <a:buFont typeface="Arial" panose="020B0604020202020204" pitchFamily="34" charset="0"/>
                  <a:buChar char="•"/>
                </a:pPr>
                <a:r>
                  <a:rPr lang="en-US" sz="800" dirty="0"/>
                  <a:t>Generate audit reports for regulators and demonstrate adherence to standards (e.g. GDPR, SOX).</a:t>
                </a:r>
              </a:p>
            </p:txBody>
          </p:sp>
          <p:sp>
            <p:nvSpPr>
              <p:cNvPr id="31" name="TextBox 30">
                <a:extLst>
                  <a:ext uri="{FF2B5EF4-FFF2-40B4-BE49-F238E27FC236}">
                    <a16:creationId xmlns:a16="http://schemas.microsoft.com/office/drawing/2014/main" id="{3F795D15-DD26-D3A8-ACF5-DC11E8BBD999}"/>
                  </a:ext>
                </a:extLst>
              </p:cNvPr>
              <p:cNvSpPr txBox="1"/>
              <p:nvPr/>
            </p:nvSpPr>
            <p:spPr>
              <a:xfrm>
                <a:off x="6022673" y="773748"/>
                <a:ext cx="1401587" cy="662965"/>
              </a:xfrm>
              <a:prstGeom prst="rect">
                <a:avLst/>
              </a:prstGeom>
              <a:noFill/>
            </p:spPr>
            <p:txBody>
              <a:bodyPr wrap="square">
                <a:spAutoFit/>
              </a:bodyPr>
              <a:lstStyle>
                <a:defPPr>
                  <a:defRPr lang="en-US"/>
                </a:defPPr>
                <a:lvl1pPr>
                  <a:lnSpc>
                    <a:spcPct val="90000"/>
                  </a:lnSpc>
                  <a:defRPr sz="1400">
                    <a:solidFill>
                      <a:schemeClr val="lt1"/>
                    </a:solidFill>
                  </a:defRPr>
                </a:lvl1pPr>
              </a:lstStyle>
              <a:p>
                <a:pPr marL="171450" indent="-171450">
                  <a:buFont typeface="Arial" panose="020B0604020202020204" pitchFamily="34" charset="0"/>
                  <a:buChar char="•"/>
                </a:pPr>
                <a:r>
                  <a:rPr lang="en-US" sz="800" dirty="0"/>
                  <a:t>Automate onboarding for new hires (creating accounts/permissions).</a:t>
                </a:r>
              </a:p>
              <a:p>
                <a:pPr marL="171450" indent="-171450">
                  <a:buFont typeface="Arial" panose="020B0604020202020204" pitchFamily="34" charset="0"/>
                  <a:buChar char="•"/>
                </a:pPr>
                <a:r>
                  <a:rPr lang="en-US" sz="800" dirty="0"/>
                  <a:t>Manage role changes (transfers, promotions), and handle offboarding (removing access).</a:t>
                </a:r>
              </a:p>
            </p:txBody>
          </p:sp>
        </p:grpSp>
        <p:sp>
          <p:nvSpPr>
            <p:cNvPr id="37" name="Oval 36">
              <a:extLst>
                <a:ext uri="{FF2B5EF4-FFF2-40B4-BE49-F238E27FC236}">
                  <a16:creationId xmlns:a16="http://schemas.microsoft.com/office/drawing/2014/main" id="{2C9E90FB-7145-BE71-7A95-BF67F83DAA3F}"/>
                </a:ext>
              </a:extLst>
            </p:cNvPr>
            <p:cNvSpPr/>
            <p:nvPr/>
          </p:nvSpPr>
          <p:spPr>
            <a:xfrm>
              <a:off x="2800873" y="746315"/>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68D0C7DD-FAAD-4C76-AF42-0B492F978555}"/>
                </a:ext>
              </a:extLst>
            </p:cNvPr>
            <p:cNvSpPr txBox="1"/>
            <p:nvPr/>
          </p:nvSpPr>
          <p:spPr>
            <a:xfrm>
              <a:off x="2901176" y="848465"/>
              <a:ext cx="963327" cy="530915"/>
            </a:xfrm>
            <a:prstGeom prst="rect">
              <a:avLst/>
            </a:prstGeom>
            <a:noFill/>
          </p:spPr>
          <p:txBody>
            <a:bodyPr wrap="square" rtlCol="0">
              <a:spAutoFit/>
            </a:bodyPr>
            <a:lstStyle/>
            <a:p>
              <a:r>
                <a:rPr lang="en-US" sz="950" b="1" dirty="0">
                  <a:solidFill>
                    <a:schemeClr val="bg2">
                      <a:lumMod val="95000"/>
                    </a:schemeClr>
                  </a:solidFill>
                </a:rPr>
                <a:t>Identity Lifecycle Management</a:t>
              </a:r>
            </a:p>
          </p:txBody>
        </p:sp>
        <p:sp>
          <p:nvSpPr>
            <p:cNvPr id="42" name="Oval 41">
              <a:extLst>
                <a:ext uri="{FF2B5EF4-FFF2-40B4-BE49-F238E27FC236}">
                  <a16:creationId xmlns:a16="http://schemas.microsoft.com/office/drawing/2014/main" id="{F8F7CF36-D779-B5C6-CAF9-AC7A19839500}"/>
                </a:ext>
              </a:extLst>
            </p:cNvPr>
            <p:cNvSpPr/>
            <p:nvPr/>
          </p:nvSpPr>
          <p:spPr>
            <a:xfrm>
              <a:off x="845042" y="1586348"/>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1DA0AB1B-6518-A9EA-9903-204AE88C6BF8}"/>
                </a:ext>
              </a:extLst>
            </p:cNvPr>
            <p:cNvSpPr txBox="1"/>
            <p:nvPr/>
          </p:nvSpPr>
          <p:spPr>
            <a:xfrm>
              <a:off x="978206" y="1696700"/>
              <a:ext cx="848260" cy="530915"/>
            </a:xfrm>
            <a:prstGeom prst="rect">
              <a:avLst/>
            </a:prstGeom>
            <a:noFill/>
          </p:spPr>
          <p:txBody>
            <a:bodyPr wrap="square" rtlCol="0">
              <a:spAutoFit/>
            </a:bodyPr>
            <a:lstStyle/>
            <a:p>
              <a:r>
                <a:rPr lang="en-US" sz="950" b="1" dirty="0">
                  <a:solidFill>
                    <a:schemeClr val="bg2">
                      <a:lumMod val="95000"/>
                    </a:schemeClr>
                  </a:solidFill>
                </a:rPr>
                <a:t>Access Requests &amp; Approvals</a:t>
              </a:r>
            </a:p>
          </p:txBody>
        </p:sp>
        <p:sp>
          <p:nvSpPr>
            <p:cNvPr id="44" name="Oval 43">
              <a:extLst>
                <a:ext uri="{FF2B5EF4-FFF2-40B4-BE49-F238E27FC236}">
                  <a16:creationId xmlns:a16="http://schemas.microsoft.com/office/drawing/2014/main" id="{0F6BDC77-7EFC-7721-3184-1AB332BC2697}"/>
                </a:ext>
              </a:extLst>
            </p:cNvPr>
            <p:cNvSpPr/>
            <p:nvPr/>
          </p:nvSpPr>
          <p:spPr>
            <a:xfrm>
              <a:off x="845042" y="3263449"/>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1DB5B5CF-3B99-FDEE-E714-518FCDAA8489}"/>
                </a:ext>
              </a:extLst>
            </p:cNvPr>
            <p:cNvSpPr txBox="1"/>
            <p:nvPr/>
          </p:nvSpPr>
          <p:spPr>
            <a:xfrm>
              <a:off x="986862" y="3372308"/>
              <a:ext cx="848260" cy="530915"/>
            </a:xfrm>
            <a:prstGeom prst="rect">
              <a:avLst/>
            </a:prstGeom>
            <a:noFill/>
          </p:spPr>
          <p:txBody>
            <a:bodyPr wrap="square" rtlCol="0">
              <a:spAutoFit/>
            </a:bodyPr>
            <a:lstStyle/>
            <a:p>
              <a:r>
                <a:rPr lang="en-US" sz="950" b="1" dirty="0">
                  <a:solidFill>
                    <a:schemeClr val="bg2">
                      <a:lumMod val="95000"/>
                    </a:schemeClr>
                  </a:solidFill>
                </a:rPr>
                <a:t>Access Certification &amp; Review</a:t>
              </a:r>
            </a:p>
          </p:txBody>
        </p:sp>
        <p:sp>
          <p:nvSpPr>
            <p:cNvPr id="48" name="Oval 47">
              <a:extLst>
                <a:ext uri="{FF2B5EF4-FFF2-40B4-BE49-F238E27FC236}">
                  <a16:creationId xmlns:a16="http://schemas.microsoft.com/office/drawing/2014/main" id="{D973F93F-2A76-0DC5-B67C-17F94844E07A}"/>
                </a:ext>
              </a:extLst>
            </p:cNvPr>
            <p:cNvSpPr/>
            <p:nvPr/>
          </p:nvSpPr>
          <p:spPr>
            <a:xfrm>
              <a:off x="2760626" y="4112074"/>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2C730972-7DB1-B9B7-931A-B3F4EA398604}"/>
                </a:ext>
              </a:extLst>
            </p:cNvPr>
            <p:cNvSpPr txBox="1"/>
            <p:nvPr/>
          </p:nvSpPr>
          <p:spPr>
            <a:xfrm>
              <a:off x="2860992" y="4238029"/>
              <a:ext cx="848260" cy="530915"/>
            </a:xfrm>
            <a:prstGeom prst="rect">
              <a:avLst/>
            </a:prstGeom>
            <a:noFill/>
          </p:spPr>
          <p:txBody>
            <a:bodyPr wrap="square" rtlCol="0">
              <a:spAutoFit/>
            </a:bodyPr>
            <a:lstStyle/>
            <a:p>
              <a:r>
                <a:rPr lang="en-US" sz="950" b="1" dirty="0">
                  <a:solidFill>
                    <a:schemeClr val="bg2">
                      <a:lumMod val="95000"/>
                    </a:schemeClr>
                  </a:solidFill>
                </a:rPr>
                <a:t>Audit &amp; Compliance Reporting</a:t>
              </a:r>
            </a:p>
          </p:txBody>
        </p:sp>
        <p:sp>
          <p:nvSpPr>
            <p:cNvPr id="50" name="Oval 49">
              <a:extLst>
                <a:ext uri="{FF2B5EF4-FFF2-40B4-BE49-F238E27FC236}">
                  <a16:creationId xmlns:a16="http://schemas.microsoft.com/office/drawing/2014/main" id="{DF56A188-0338-B2F8-9EDF-1EA029A52932}"/>
                </a:ext>
              </a:extLst>
            </p:cNvPr>
            <p:cNvSpPr/>
            <p:nvPr/>
          </p:nvSpPr>
          <p:spPr>
            <a:xfrm>
              <a:off x="4934129" y="1585950"/>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0CF8A7CA-0C0E-4C58-0567-210087EC3BC0}"/>
                </a:ext>
              </a:extLst>
            </p:cNvPr>
            <p:cNvSpPr txBox="1"/>
            <p:nvPr/>
          </p:nvSpPr>
          <p:spPr>
            <a:xfrm>
              <a:off x="5000866" y="1763488"/>
              <a:ext cx="905149" cy="384721"/>
            </a:xfrm>
            <a:prstGeom prst="rect">
              <a:avLst/>
            </a:prstGeom>
            <a:noFill/>
          </p:spPr>
          <p:txBody>
            <a:bodyPr wrap="square" rtlCol="0">
              <a:spAutoFit/>
            </a:bodyPr>
            <a:lstStyle/>
            <a:p>
              <a:r>
                <a:rPr lang="en-US" sz="950" b="1" dirty="0">
                  <a:solidFill>
                    <a:schemeClr val="bg2">
                      <a:lumMod val="95000"/>
                    </a:schemeClr>
                  </a:solidFill>
                </a:rPr>
                <a:t>Role &amp; Policy Management</a:t>
              </a:r>
            </a:p>
          </p:txBody>
        </p:sp>
        <p:sp>
          <p:nvSpPr>
            <p:cNvPr id="52" name="Oval 51">
              <a:extLst>
                <a:ext uri="{FF2B5EF4-FFF2-40B4-BE49-F238E27FC236}">
                  <a16:creationId xmlns:a16="http://schemas.microsoft.com/office/drawing/2014/main" id="{07F8F162-CE1D-BEBC-32AC-9001BB0BD201}"/>
                </a:ext>
              </a:extLst>
            </p:cNvPr>
            <p:cNvSpPr/>
            <p:nvPr/>
          </p:nvSpPr>
          <p:spPr>
            <a:xfrm>
              <a:off x="4934129" y="3189942"/>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E49E667D-DBB3-E089-57BB-5A3B559A332A}"/>
                </a:ext>
              </a:extLst>
            </p:cNvPr>
            <p:cNvSpPr txBox="1"/>
            <p:nvPr/>
          </p:nvSpPr>
          <p:spPr>
            <a:xfrm>
              <a:off x="4981281" y="3268965"/>
              <a:ext cx="968498" cy="530915"/>
            </a:xfrm>
            <a:prstGeom prst="rect">
              <a:avLst/>
            </a:prstGeom>
            <a:noFill/>
          </p:spPr>
          <p:txBody>
            <a:bodyPr wrap="square" rtlCol="0">
              <a:spAutoFit/>
            </a:bodyPr>
            <a:lstStyle/>
            <a:p>
              <a:r>
                <a:rPr lang="en-US" sz="950" b="1" dirty="0">
                  <a:solidFill>
                    <a:schemeClr val="bg2">
                      <a:lumMod val="95000"/>
                    </a:schemeClr>
                  </a:solidFill>
                </a:rPr>
                <a:t>Automated Provisioning &amp; Deprovisioning</a:t>
              </a:r>
            </a:p>
          </p:txBody>
        </p:sp>
      </p:grpSp>
    </p:spTree>
    <p:extLst>
      <p:ext uri="{BB962C8B-B14F-4D97-AF65-F5344CB8AC3E}">
        <p14:creationId xmlns:p14="http://schemas.microsoft.com/office/powerpoint/2010/main" val="2519592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5F0752-F9AA-4545-9D7F-3D7CF600EFD1}"/>
              </a:ext>
            </a:extLst>
          </p:cNvPr>
          <p:cNvPicPr>
            <a:picLocks noChangeAspect="1"/>
          </p:cNvPicPr>
          <p:nvPr/>
        </p:nvPicPr>
        <p:blipFill>
          <a:blip r:embed="rId2"/>
          <a:stretch>
            <a:fillRect/>
          </a:stretch>
        </p:blipFill>
        <p:spPr>
          <a:xfrm>
            <a:off x="918206" y="926932"/>
            <a:ext cx="7241301" cy="3581273"/>
          </a:xfrm>
          <a:prstGeom prst="rect">
            <a:avLst/>
          </a:prstGeom>
        </p:spPr>
      </p:pic>
      <p:sp>
        <p:nvSpPr>
          <p:cNvPr id="3" name="Title 2">
            <a:extLst>
              <a:ext uri="{FF2B5EF4-FFF2-40B4-BE49-F238E27FC236}">
                <a16:creationId xmlns:a16="http://schemas.microsoft.com/office/drawing/2014/main" id="{CC562453-6B8D-4121-E0AB-1DE3C8F5F196}"/>
              </a:ext>
            </a:extLst>
          </p:cNvPr>
          <p:cNvSpPr>
            <a:spLocks noGrp="1"/>
          </p:cNvSpPr>
          <p:nvPr>
            <p:ph type="title"/>
          </p:nvPr>
        </p:nvSpPr>
        <p:spPr/>
        <p:txBody>
          <a:bodyPr/>
          <a:lstStyle/>
          <a:p>
            <a:r>
              <a:rPr lang="en-US" sz="2400" dirty="0"/>
              <a:t>IGA Reference Architecture</a:t>
            </a:r>
            <a:endParaRPr lang="en-US" dirty="0"/>
          </a:p>
        </p:txBody>
      </p:sp>
    </p:spTree>
    <p:extLst>
      <p:ext uri="{BB962C8B-B14F-4D97-AF65-F5344CB8AC3E}">
        <p14:creationId xmlns:p14="http://schemas.microsoft.com/office/powerpoint/2010/main" val="2434902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8E69A-E781-DD77-17B8-88D1BFC5DBA5}"/>
              </a:ext>
            </a:extLst>
          </p:cNvPr>
          <p:cNvSpPr>
            <a:spLocks noGrp="1"/>
          </p:cNvSpPr>
          <p:nvPr>
            <p:ph type="title"/>
          </p:nvPr>
        </p:nvSpPr>
        <p:spPr>
          <a:xfrm>
            <a:off x="192995" y="107917"/>
            <a:ext cx="4668566" cy="402623"/>
          </a:xfrm>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Real-World Example &amp; Leading IGA Solutions</a:t>
            </a:r>
            <a:endParaRPr lang="en-US" dirty="0"/>
          </a:p>
        </p:txBody>
      </p:sp>
      <p:sp>
        <p:nvSpPr>
          <p:cNvPr id="3" name="Text Placeholder 2">
            <a:extLst>
              <a:ext uri="{FF2B5EF4-FFF2-40B4-BE49-F238E27FC236}">
                <a16:creationId xmlns:a16="http://schemas.microsoft.com/office/drawing/2014/main" id="{163B1CB3-9F4C-4FA7-38D6-4EF3E4C81DBF}"/>
              </a:ext>
            </a:extLst>
          </p:cNvPr>
          <p:cNvSpPr>
            <a:spLocks noGrp="1"/>
          </p:cNvSpPr>
          <p:nvPr>
            <p:ph type="body" sz="quarter" idx="14"/>
          </p:nvPr>
        </p:nvSpPr>
        <p:spPr/>
        <p:txBody>
          <a:bodyPr/>
          <a:lstStyle/>
          <a:p>
            <a:endParaRPr lang="en-US"/>
          </a:p>
        </p:txBody>
      </p:sp>
      <p:graphicFrame>
        <p:nvGraphicFramePr>
          <p:cNvPr id="5" name="Diagram 4">
            <a:extLst>
              <a:ext uri="{FF2B5EF4-FFF2-40B4-BE49-F238E27FC236}">
                <a16:creationId xmlns:a16="http://schemas.microsoft.com/office/drawing/2014/main" id="{AA7714EC-26B9-A478-E859-DE5582411768}"/>
              </a:ext>
            </a:extLst>
          </p:cNvPr>
          <p:cNvGraphicFramePr/>
          <p:nvPr>
            <p:extLst>
              <p:ext uri="{D42A27DB-BD31-4B8C-83A1-F6EECF244321}">
                <p14:modId xmlns:p14="http://schemas.microsoft.com/office/powerpoint/2010/main" val="760204448"/>
              </p:ext>
            </p:extLst>
          </p:nvPr>
        </p:nvGraphicFramePr>
        <p:xfrm>
          <a:off x="396240" y="814704"/>
          <a:ext cx="8161020" cy="35744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176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BCDF-8F61-189C-BE40-BBEE55BDF9C7}"/>
              </a:ext>
            </a:extLst>
          </p:cNvPr>
          <p:cNvSpPr>
            <a:spLocks noGrp="1"/>
          </p:cNvSpPr>
          <p:nvPr>
            <p:ph type="title"/>
          </p:nvPr>
        </p:nvSpPr>
        <p:spPr>
          <a:xfrm>
            <a:off x="277814" y="2260048"/>
            <a:ext cx="3969931" cy="621580"/>
          </a:xfrm>
        </p:spPr>
        <p:txBody>
          <a:bodyPr/>
          <a:lstStyle/>
          <a:p>
            <a:r>
              <a:rPr lang="en-US" dirty="0"/>
              <a:t>Privilege Access Management</a:t>
            </a:r>
            <a:endParaRPr lang="en-IN" dirty="0"/>
          </a:p>
        </p:txBody>
      </p:sp>
    </p:spTree>
    <p:extLst>
      <p:ext uri="{BB962C8B-B14F-4D97-AF65-F5344CB8AC3E}">
        <p14:creationId xmlns:p14="http://schemas.microsoft.com/office/powerpoint/2010/main" val="3636394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B908-ED75-3DB7-0BFC-360702C97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F4C3A-CBB6-EC21-DB94-AF9ED6BAACDB}"/>
              </a:ext>
            </a:extLst>
          </p:cNvPr>
          <p:cNvSpPr>
            <a:spLocks noGrp="1"/>
          </p:cNvSpPr>
          <p:nvPr>
            <p:ph type="title"/>
          </p:nvPr>
        </p:nvSpPr>
        <p:spPr>
          <a:xfrm>
            <a:off x="185375" y="107917"/>
            <a:ext cx="2466386" cy="360957"/>
          </a:xfrm>
        </p:spPr>
        <p:txBody>
          <a:bodyPr/>
          <a:lstStyle/>
          <a:p>
            <a:r>
              <a:rPr lang="en-US" dirty="0"/>
              <a:t>PAM Overview</a:t>
            </a:r>
          </a:p>
        </p:txBody>
      </p:sp>
      <p:sp>
        <p:nvSpPr>
          <p:cNvPr id="3" name="Footer Placeholder 2">
            <a:extLst>
              <a:ext uri="{FF2B5EF4-FFF2-40B4-BE49-F238E27FC236}">
                <a16:creationId xmlns:a16="http://schemas.microsoft.com/office/drawing/2014/main" id="{3C8BBEBC-F6F5-49C9-27EE-80C01E626D1F}"/>
              </a:ext>
            </a:extLst>
          </p:cNvPr>
          <p:cNvSpPr>
            <a:spLocks noGrp="1"/>
          </p:cNvSpPr>
          <p:nvPr>
            <p:ph type="ftr" sz="quarter" idx="11"/>
          </p:nvPr>
        </p:nvSpPr>
        <p:spPr>
          <a:xfrm>
            <a:off x="4596764" y="4808611"/>
            <a:ext cx="1876425" cy="127170"/>
          </a:xfrm>
        </p:spPr>
        <p:txBody>
          <a:bodyPr/>
          <a:lstStyle/>
          <a:p>
            <a:r>
              <a:rPr lang="en-IN"/>
              <a:t>TCS confidential</a:t>
            </a:r>
          </a:p>
        </p:txBody>
      </p:sp>
      <p:sp>
        <p:nvSpPr>
          <p:cNvPr id="4" name="Slide Number Placeholder 3">
            <a:extLst>
              <a:ext uri="{FF2B5EF4-FFF2-40B4-BE49-F238E27FC236}">
                <a16:creationId xmlns:a16="http://schemas.microsoft.com/office/drawing/2014/main" id="{7150B99E-67A6-9952-527B-13F872BCF1CC}"/>
              </a:ext>
            </a:extLst>
          </p:cNvPr>
          <p:cNvSpPr>
            <a:spLocks noGrp="1"/>
          </p:cNvSpPr>
          <p:nvPr>
            <p:ph type="sldNum" sz="quarter" idx="12"/>
          </p:nvPr>
        </p:nvSpPr>
        <p:spPr>
          <a:xfrm>
            <a:off x="4314588" y="4808611"/>
            <a:ext cx="300588" cy="127170"/>
          </a:xfrm>
        </p:spPr>
        <p:txBody>
          <a:bodyPr/>
          <a:lstStyle/>
          <a:p>
            <a:fld id="{662A0901-ACEF-4BE9-9C8C-C119B421173E}" type="slidenum">
              <a:rPr lang="en-IN" smtClean="0"/>
              <a:t>22</a:t>
            </a:fld>
            <a:endParaRPr lang="en-IN"/>
          </a:p>
        </p:txBody>
      </p:sp>
      <p:graphicFrame>
        <p:nvGraphicFramePr>
          <p:cNvPr id="5" name="Diagram 4">
            <a:extLst>
              <a:ext uri="{FF2B5EF4-FFF2-40B4-BE49-F238E27FC236}">
                <a16:creationId xmlns:a16="http://schemas.microsoft.com/office/drawing/2014/main" id="{7AFB72B8-B9CE-DA8D-41F7-3191E18DFD0A}"/>
              </a:ext>
            </a:extLst>
          </p:cNvPr>
          <p:cNvGraphicFramePr/>
          <p:nvPr>
            <p:extLst>
              <p:ext uri="{D42A27DB-BD31-4B8C-83A1-F6EECF244321}">
                <p14:modId xmlns:p14="http://schemas.microsoft.com/office/powerpoint/2010/main" val="724363338"/>
              </p:ext>
            </p:extLst>
          </p:nvPr>
        </p:nvGraphicFramePr>
        <p:xfrm>
          <a:off x="527046" y="561657"/>
          <a:ext cx="8176260" cy="4020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4237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4A1E73-A576-47E1-AE93-D7BA561F8BA4}"/>
              </a:ext>
            </a:extLst>
          </p:cNvPr>
          <p:cNvPicPr>
            <a:picLocks noChangeAspect="1"/>
          </p:cNvPicPr>
          <p:nvPr/>
        </p:nvPicPr>
        <p:blipFill>
          <a:blip r:embed="rId2"/>
          <a:stretch>
            <a:fillRect/>
          </a:stretch>
        </p:blipFill>
        <p:spPr>
          <a:xfrm>
            <a:off x="1185473" y="471811"/>
            <a:ext cx="6519588" cy="4483081"/>
          </a:xfrm>
          <a:prstGeom prst="rect">
            <a:avLst/>
          </a:prstGeom>
        </p:spPr>
      </p:pic>
      <p:sp>
        <p:nvSpPr>
          <p:cNvPr id="2" name="Title 1">
            <a:extLst>
              <a:ext uri="{FF2B5EF4-FFF2-40B4-BE49-F238E27FC236}">
                <a16:creationId xmlns:a16="http://schemas.microsoft.com/office/drawing/2014/main" id="{907390F2-AEA0-5D37-1E20-77DC5BB3E278}"/>
              </a:ext>
            </a:extLst>
          </p:cNvPr>
          <p:cNvSpPr>
            <a:spLocks noGrp="1"/>
          </p:cNvSpPr>
          <p:nvPr>
            <p:ph type="title"/>
          </p:nvPr>
        </p:nvSpPr>
        <p:spPr/>
        <p:txBody>
          <a:bodyPr/>
          <a:lstStyle/>
          <a:p>
            <a:r>
              <a:rPr lang="en-US" sz="2400" dirty="0"/>
              <a:t>PAM Reference Architecture</a:t>
            </a:r>
            <a:endParaRPr lang="en-US" dirty="0"/>
          </a:p>
        </p:txBody>
      </p:sp>
    </p:spTree>
    <p:extLst>
      <p:ext uri="{BB962C8B-B14F-4D97-AF65-F5344CB8AC3E}">
        <p14:creationId xmlns:p14="http://schemas.microsoft.com/office/powerpoint/2010/main" val="2737464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42436-BE10-A3FA-BA6E-F5FDF4772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295C6-D208-01F0-5DB4-CE9DECDA68B6}"/>
              </a:ext>
            </a:extLst>
          </p:cNvPr>
          <p:cNvSpPr>
            <a:spLocks noGrp="1"/>
          </p:cNvSpPr>
          <p:nvPr>
            <p:ph type="title"/>
          </p:nvPr>
        </p:nvSpPr>
        <p:spPr>
          <a:xfrm>
            <a:off x="211002" y="53361"/>
            <a:ext cx="4292418" cy="393072"/>
          </a:xfrm>
        </p:spPr>
        <p:txBody>
          <a:bodyPr/>
          <a:lstStyle/>
          <a:p>
            <a:r>
              <a:rPr lang="en-US" dirty="0"/>
              <a:t>Key Components of a PAM Solution</a:t>
            </a:r>
          </a:p>
        </p:txBody>
      </p:sp>
      <p:sp>
        <p:nvSpPr>
          <p:cNvPr id="3" name="Footer Placeholder 2">
            <a:extLst>
              <a:ext uri="{FF2B5EF4-FFF2-40B4-BE49-F238E27FC236}">
                <a16:creationId xmlns:a16="http://schemas.microsoft.com/office/drawing/2014/main" id="{CA77786D-9D74-4F2F-CA1D-B23FE4D338D7}"/>
              </a:ext>
            </a:extLst>
          </p:cNvPr>
          <p:cNvSpPr>
            <a:spLocks noGrp="1"/>
          </p:cNvSpPr>
          <p:nvPr>
            <p:ph type="ftr" sz="quarter" idx="11"/>
          </p:nvPr>
        </p:nvSpPr>
        <p:spPr>
          <a:effectLst>
            <a:outerShdw blurRad="50800" dist="38100" dir="2700000" algn="tl" rotWithShape="0">
              <a:prstClr val="black">
                <a:alpha val="40000"/>
              </a:prstClr>
            </a:outerShdw>
          </a:effectLst>
        </p:spPr>
        <p:txBody>
          <a:bodyPr/>
          <a:lstStyle/>
          <a:p>
            <a:r>
              <a:rPr lang="en-IN"/>
              <a:t>TCS confidential</a:t>
            </a:r>
          </a:p>
        </p:txBody>
      </p:sp>
      <p:sp>
        <p:nvSpPr>
          <p:cNvPr id="4" name="Slide Number Placeholder 3">
            <a:extLst>
              <a:ext uri="{FF2B5EF4-FFF2-40B4-BE49-F238E27FC236}">
                <a16:creationId xmlns:a16="http://schemas.microsoft.com/office/drawing/2014/main" id="{10CB03D9-1EA3-151A-2F8D-A4D65487D615}"/>
              </a:ext>
            </a:extLst>
          </p:cNvPr>
          <p:cNvSpPr>
            <a:spLocks noGrp="1"/>
          </p:cNvSpPr>
          <p:nvPr>
            <p:ph type="sldNum" sz="quarter" idx="12"/>
          </p:nvPr>
        </p:nvSpPr>
        <p:spPr>
          <a:effectLst>
            <a:outerShdw blurRad="50800" dist="38100" dir="2700000" algn="tl" rotWithShape="0">
              <a:prstClr val="black">
                <a:alpha val="40000"/>
              </a:prstClr>
            </a:outerShdw>
          </a:effectLst>
        </p:spPr>
        <p:txBody>
          <a:bodyPr/>
          <a:lstStyle/>
          <a:p>
            <a:fld id="{662A0901-ACEF-4BE9-9C8C-C119B421173E}" type="slidenum">
              <a:rPr lang="en-IN" smtClean="0"/>
              <a:t>24</a:t>
            </a:fld>
            <a:endParaRPr lang="en-IN"/>
          </a:p>
        </p:txBody>
      </p:sp>
      <p:grpSp>
        <p:nvGrpSpPr>
          <p:cNvPr id="82" name="Group 81">
            <a:extLst>
              <a:ext uri="{FF2B5EF4-FFF2-40B4-BE49-F238E27FC236}">
                <a16:creationId xmlns:a16="http://schemas.microsoft.com/office/drawing/2014/main" id="{CB72076A-7758-3677-0B5B-50836B20B014}"/>
              </a:ext>
            </a:extLst>
          </p:cNvPr>
          <p:cNvGrpSpPr/>
          <p:nvPr/>
        </p:nvGrpSpPr>
        <p:grpSpPr>
          <a:xfrm>
            <a:off x="1010805" y="505395"/>
            <a:ext cx="7198994" cy="4132709"/>
            <a:chOff x="845042" y="745565"/>
            <a:chExt cx="7198994" cy="4132709"/>
          </a:xfrm>
          <a:effectLst>
            <a:outerShdw blurRad="50800" dist="38100" dir="2700000" algn="tl" rotWithShape="0">
              <a:prstClr val="black">
                <a:alpha val="40000"/>
              </a:prstClr>
            </a:outerShdw>
          </a:effectLst>
        </p:grpSpPr>
        <p:grpSp>
          <p:nvGrpSpPr>
            <p:cNvPr id="5" name="Group 4">
              <a:extLst>
                <a:ext uri="{FF2B5EF4-FFF2-40B4-BE49-F238E27FC236}">
                  <a16:creationId xmlns:a16="http://schemas.microsoft.com/office/drawing/2014/main" id="{79CE2FA7-C245-1828-953A-2D2E464E1582}"/>
                </a:ext>
              </a:extLst>
            </p:cNvPr>
            <p:cNvGrpSpPr/>
            <p:nvPr/>
          </p:nvGrpSpPr>
          <p:grpSpPr>
            <a:xfrm>
              <a:off x="1249242" y="745565"/>
              <a:ext cx="6794794" cy="4108417"/>
              <a:chOff x="4160782" y="757189"/>
              <a:chExt cx="5079510" cy="4214149"/>
            </a:xfrm>
          </p:grpSpPr>
          <p:sp>
            <p:nvSpPr>
              <p:cNvPr id="6" name="Oval 5">
                <a:extLst>
                  <a:ext uri="{FF2B5EF4-FFF2-40B4-BE49-F238E27FC236}">
                    <a16:creationId xmlns:a16="http://schemas.microsoft.com/office/drawing/2014/main" id="{72544512-276A-D66A-6A5F-4C6C2AEB784E}"/>
                  </a:ext>
                </a:extLst>
              </p:cNvPr>
              <p:cNvSpPr/>
              <p:nvPr/>
            </p:nvSpPr>
            <p:spPr>
              <a:xfrm>
                <a:off x="6096373" y="2392736"/>
                <a:ext cx="906311" cy="906311"/>
              </a:xfrm>
              <a:prstGeom prst="ellipse">
                <a:avLst/>
              </a:prstGeom>
              <a:solidFill>
                <a:srgbClr val="C148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7" name="Freeform: Shape 6">
                <a:extLst>
                  <a:ext uri="{FF2B5EF4-FFF2-40B4-BE49-F238E27FC236}">
                    <a16:creationId xmlns:a16="http://schemas.microsoft.com/office/drawing/2014/main" id="{1AD8C343-5BC2-E4A1-EC7A-547E24ED27D0}"/>
                  </a:ext>
                </a:extLst>
              </p:cNvPr>
              <p:cNvSpPr/>
              <p:nvPr/>
            </p:nvSpPr>
            <p:spPr>
              <a:xfrm>
                <a:off x="6058559" y="2341953"/>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8" name="Freeform: Shape 7">
                <a:extLst>
                  <a:ext uri="{FF2B5EF4-FFF2-40B4-BE49-F238E27FC236}">
                    <a16:creationId xmlns:a16="http://schemas.microsoft.com/office/drawing/2014/main" id="{86BCF737-361C-46B2-DB34-DCE8D3665D3F}"/>
                  </a:ext>
                </a:extLst>
              </p:cNvPr>
              <p:cNvSpPr/>
              <p:nvPr/>
            </p:nvSpPr>
            <p:spPr>
              <a:xfrm flipV="1">
                <a:off x="6058559" y="2937432"/>
                <a:ext cx="989423" cy="412400"/>
              </a:xfrm>
              <a:custGeom>
                <a:avLst/>
                <a:gdLst>
                  <a:gd name="connsiteX0" fmla="*/ 751932 w 1503864"/>
                  <a:gd name="connsiteY0" fmla="*/ 0 h 626823"/>
                  <a:gd name="connsiteX1" fmla="*/ 1502329 w 1503864"/>
                  <a:gd name="connsiteY1" fmla="*/ 611591 h 626823"/>
                  <a:gd name="connsiteX2" fmla="*/ 1503864 w 1503864"/>
                  <a:gd name="connsiteY2" fmla="*/ 626823 h 626823"/>
                  <a:gd name="connsiteX3" fmla="*/ 0 w 1503864"/>
                  <a:gd name="connsiteY3" fmla="*/ 626823 h 626823"/>
                  <a:gd name="connsiteX4" fmla="*/ 1536 w 1503864"/>
                  <a:gd name="connsiteY4" fmla="*/ 611591 h 626823"/>
                  <a:gd name="connsiteX5" fmla="*/ 751932 w 1503864"/>
                  <a:gd name="connsiteY5" fmla="*/ 0 h 626823"/>
                  <a:gd name="connsiteX0" fmla="*/ 751932 w 1503864"/>
                  <a:gd name="connsiteY0" fmla="*/ 0 h 626823"/>
                  <a:gd name="connsiteX1" fmla="*/ 1502329 w 1503864"/>
                  <a:gd name="connsiteY1" fmla="*/ 611591 h 626823"/>
                  <a:gd name="connsiteX2" fmla="*/ 1503864 w 1503864"/>
                  <a:gd name="connsiteY2" fmla="*/ 626823 h 626823"/>
                  <a:gd name="connsiteX3" fmla="*/ 754313 w 1503864"/>
                  <a:gd name="connsiteY3" fmla="*/ 623577 h 626823"/>
                  <a:gd name="connsiteX4" fmla="*/ 0 w 1503864"/>
                  <a:gd name="connsiteY4" fmla="*/ 626823 h 626823"/>
                  <a:gd name="connsiteX5" fmla="*/ 1536 w 1503864"/>
                  <a:gd name="connsiteY5" fmla="*/ 611591 h 626823"/>
                  <a:gd name="connsiteX6" fmla="*/ 751932 w 1503864"/>
                  <a:gd name="connsiteY6" fmla="*/ 0 h 626823"/>
                  <a:gd name="connsiteX0" fmla="*/ 754313 w 1503864"/>
                  <a:gd name="connsiteY0" fmla="*/ 623577 h 715017"/>
                  <a:gd name="connsiteX1" fmla="*/ 0 w 1503864"/>
                  <a:gd name="connsiteY1" fmla="*/ 626823 h 715017"/>
                  <a:gd name="connsiteX2" fmla="*/ 1536 w 1503864"/>
                  <a:gd name="connsiteY2" fmla="*/ 611591 h 715017"/>
                  <a:gd name="connsiteX3" fmla="*/ 751932 w 1503864"/>
                  <a:gd name="connsiteY3" fmla="*/ 0 h 715017"/>
                  <a:gd name="connsiteX4" fmla="*/ 1502329 w 1503864"/>
                  <a:gd name="connsiteY4" fmla="*/ 611591 h 715017"/>
                  <a:gd name="connsiteX5" fmla="*/ 1503864 w 1503864"/>
                  <a:gd name="connsiteY5" fmla="*/ 626823 h 715017"/>
                  <a:gd name="connsiteX6" fmla="*/ 845753 w 1503864"/>
                  <a:gd name="connsiteY6" fmla="*/ 715017 h 715017"/>
                  <a:gd name="connsiteX0" fmla="*/ 0 w 1503864"/>
                  <a:gd name="connsiteY0" fmla="*/ 626823 h 715017"/>
                  <a:gd name="connsiteX1" fmla="*/ 1536 w 1503864"/>
                  <a:gd name="connsiteY1" fmla="*/ 611591 h 715017"/>
                  <a:gd name="connsiteX2" fmla="*/ 751932 w 1503864"/>
                  <a:gd name="connsiteY2" fmla="*/ 0 h 715017"/>
                  <a:gd name="connsiteX3" fmla="*/ 1502329 w 1503864"/>
                  <a:gd name="connsiteY3" fmla="*/ 611591 h 715017"/>
                  <a:gd name="connsiteX4" fmla="*/ 1503864 w 1503864"/>
                  <a:gd name="connsiteY4" fmla="*/ 626823 h 715017"/>
                  <a:gd name="connsiteX5" fmla="*/ 845753 w 1503864"/>
                  <a:gd name="connsiteY5" fmla="*/ 715017 h 715017"/>
                  <a:gd name="connsiteX0" fmla="*/ 0 w 1503864"/>
                  <a:gd name="connsiteY0" fmla="*/ 626823 h 626823"/>
                  <a:gd name="connsiteX1" fmla="*/ 1536 w 1503864"/>
                  <a:gd name="connsiteY1" fmla="*/ 611591 h 626823"/>
                  <a:gd name="connsiteX2" fmla="*/ 751932 w 1503864"/>
                  <a:gd name="connsiteY2" fmla="*/ 0 h 626823"/>
                  <a:gd name="connsiteX3" fmla="*/ 1502329 w 1503864"/>
                  <a:gd name="connsiteY3" fmla="*/ 611591 h 626823"/>
                  <a:gd name="connsiteX4" fmla="*/ 1503864 w 1503864"/>
                  <a:gd name="connsiteY4" fmla="*/ 626823 h 62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3864" h="626823">
                    <a:moveTo>
                      <a:pt x="0" y="626823"/>
                    </a:moveTo>
                    <a:lnTo>
                      <a:pt x="1536" y="611591"/>
                    </a:lnTo>
                    <a:cubicBezTo>
                      <a:pt x="72958" y="262557"/>
                      <a:pt x="381784" y="0"/>
                      <a:pt x="751932" y="0"/>
                    </a:cubicBezTo>
                    <a:cubicBezTo>
                      <a:pt x="1122081" y="0"/>
                      <a:pt x="1430906" y="262557"/>
                      <a:pt x="1502329" y="611591"/>
                    </a:cubicBezTo>
                    <a:lnTo>
                      <a:pt x="1503864" y="626823"/>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nvGrpSpPr>
              <p:cNvPr id="9" name="Group 8">
                <a:extLst>
                  <a:ext uri="{FF2B5EF4-FFF2-40B4-BE49-F238E27FC236}">
                    <a16:creationId xmlns:a16="http://schemas.microsoft.com/office/drawing/2014/main" id="{E0F40283-6A96-8FAE-2C32-BABBF01ECE9F}"/>
                  </a:ext>
                </a:extLst>
              </p:cNvPr>
              <p:cNvGrpSpPr/>
              <p:nvPr/>
            </p:nvGrpSpPr>
            <p:grpSpPr>
              <a:xfrm>
                <a:off x="5176163" y="2136955"/>
                <a:ext cx="876213" cy="1417872"/>
                <a:chOff x="2478879" y="1684214"/>
                <a:chExt cx="1331791" cy="2155082"/>
              </a:xfrm>
            </p:grpSpPr>
            <p:sp>
              <p:nvSpPr>
                <p:cNvPr id="34" name="Freeform: Shape 33">
                  <a:extLst>
                    <a:ext uri="{FF2B5EF4-FFF2-40B4-BE49-F238E27FC236}">
                      <a16:creationId xmlns:a16="http://schemas.microsoft.com/office/drawing/2014/main" id="{0DD41360-ADE4-EC1A-5401-BFCC5D49C479}"/>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5" name="Freeform: Shape 34">
                  <a:extLst>
                    <a:ext uri="{FF2B5EF4-FFF2-40B4-BE49-F238E27FC236}">
                      <a16:creationId xmlns:a16="http://schemas.microsoft.com/office/drawing/2014/main" id="{B3B4A46E-1CEA-DD7D-2CDD-E039FFD88752}"/>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grpSp>
            <p:nvGrpSpPr>
              <p:cNvPr id="10" name="Group 9">
                <a:extLst>
                  <a:ext uri="{FF2B5EF4-FFF2-40B4-BE49-F238E27FC236}">
                    <a16:creationId xmlns:a16="http://schemas.microsoft.com/office/drawing/2014/main" id="{3EF9438E-EC99-C2D4-4B00-3CF17AB75E7C}"/>
                  </a:ext>
                </a:extLst>
              </p:cNvPr>
              <p:cNvGrpSpPr/>
              <p:nvPr/>
            </p:nvGrpSpPr>
            <p:grpSpPr>
              <a:xfrm flipH="1">
                <a:off x="7053060" y="2136955"/>
                <a:ext cx="876213" cy="1417872"/>
                <a:chOff x="2478879" y="1684214"/>
                <a:chExt cx="1331791" cy="2155082"/>
              </a:xfrm>
            </p:grpSpPr>
            <p:sp>
              <p:nvSpPr>
                <p:cNvPr id="32" name="Freeform: Shape 31">
                  <a:extLst>
                    <a:ext uri="{FF2B5EF4-FFF2-40B4-BE49-F238E27FC236}">
                      <a16:creationId xmlns:a16="http://schemas.microsoft.com/office/drawing/2014/main" id="{1509CCC0-91BE-4D92-76B4-895C1037BA1F}"/>
                    </a:ext>
                  </a:extLst>
                </p:cNvPr>
                <p:cNvSpPr/>
                <p:nvPr/>
              </p:nvSpPr>
              <p:spPr>
                <a:xfrm>
                  <a:off x="2478879" y="1684214"/>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3" name="Freeform: Shape 32">
                  <a:extLst>
                    <a:ext uri="{FF2B5EF4-FFF2-40B4-BE49-F238E27FC236}">
                      <a16:creationId xmlns:a16="http://schemas.microsoft.com/office/drawing/2014/main" id="{75A719AC-DF66-B645-1CFC-9DD0EA3FAC65}"/>
                    </a:ext>
                  </a:extLst>
                </p:cNvPr>
                <p:cNvSpPr/>
                <p:nvPr/>
              </p:nvSpPr>
              <p:spPr>
                <a:xfrm flipV="1">
                  <a:off x="2478879" y="2822207"/>
                  <a:ext cx="1331791" cy="1017089"/>
                </a:xfrm>
                <a:custGeom>
                  <a:avLst/>
                  <a:gdLst>
                    <a:gd name="connsiteX0" fmla="*/ 307850 w 2308281"/>
                    <a:gd name="connsiteY0" fmla="*/ 0 h 1324939"/>
                    <a:gd name="connsiteX1" fmla="*/ 2000431 w 2308281"/>
                    <a:gd name="connsiteY1" fmla="*/ 0 h 1324939"/>
                    <a:gd name="connsiteX2" fmla="*/ 2308281 w 2308281"/>
                    <a:gd name="connsiteY2" fmla="*/ 307850 h 1324939"/>
                    <a:gd name="connsiteX3" fmla="*/ 2308281 w 2308281"/>
                    <a:gd name="connsiteY3" fmla="*/ 655510 h 1324939"/>
                    <a:gd name="connsiteX4" fmla="*/ 2247169 w 2308281"/>
                    <a:gd name="connsiteY4" fmla="*/ 636540 h 1324939"/>
                    <a:gd name="connsiteX5" fmla="*/ 2093120 w 2308281"/>
                    <a:gd name="connsiteY5" fmla="*/ 621010 h 1324939"/>
                    <a:gd name="connsiteX6" fmla="*/ 1332685 w 2308281"/>
                    <a:gd name="connsiteY6" fmla="*/ 1307237 h 1324939"/>
                    <a:gd name="connsiteX7" fmla="*/ 1331791 w 2308281"/>
                    <a:gd name="connsiteY7" fmla="*/ 1324939 h 1324939"/>
                    <a:gd name="connsiteX8" fmla="*/ 307850 w 2308281"/>
                    <a:gd name="connsiteY8" fmla="*/ 1324939 h 1324939"/>
                    <a:gd name="connsiteX9" fmla="*/ 0 w 2308281"/>
                    <a:gd name="connsiteY9" fmla="*/ 1017089 h 1324939"/>
                    <a:gd name="connsiteX10" fmla="*/ 0 w 2308281"/>
                    <a:gd name="connsiteY10" fmla="*/ 307850 h 1324939"/>
                    <a:gd name="connsiteX11" fmla="*/ 307850 w 2308281"/>
                    <a:gd name="connsiteY11" fmla="*/ 0 h 1324939"/>
                    <a:gd name="connsiteX0" fmla="*/ 2308281 w 2399721"/>
                    <a:gd name="connsiteY0" fmla="*/ 655510 h 1324939"/>
                    <a:gd name="connsiteX1" fmla="*/ 2247169 w 2399721"/>
                    <a:gd name="connsiteY1" fmla="*/ 636540 h 1324939"/>
                    <a:gd name="connsiteX2" fmla="*/ 2093120 w 2399721"/>
                    <a:gd name="connsiteY2" fmla="*/ 621010 h 1324939"/>
                    <a:gd name="connsiteX3" fmla="*/ 1332685 w 2399721"/>
                    <a:gd name="connsiteY3" fmla="*/ 1307237 h 1324939"/>
                    <a:gd name="connsiteX4" fmla="*/ 1331791 w 2399721"/>
                    <a:gd name="connsiteY4" fmla="*/ 1324939 h 1324939"/>
                    <a:gd name="connsiteX5" fmla="*/ 307850 w 2399721"/>
                    <a:gd name="connsiteY5" fmla="*/ 1324939 h 1324939"/>
                    <a:gd name="connsiteX6" fmla="*/ 0 w 2399721"/>
                    <a:gd name="connsiteY6" fmla="*/ 1017089 h 1324939"/>
                    <a:gd name="connsiteX7" fmla="*/ 0 w 2399721"/>
                    <a:gd name="connsiteY7" fmla="*/ 307850 h 1324939"/>
                    <a:gd name="connsiteX8" fmla="*/ 307850 w 2399721"/>
                    <a:gd name="connsiteY8" fmla="*/ 0 h 1324939"/>
                    <a:gd name="connsiteX9" fmla="*/ 2000431 w 2399721"/>
                    <a:gd name="connsiteY9" fmla="*/ 0 h 1324939"/>
                    <a:gd name="connsiteX10" fmla="*/ 2308281 w 2399721"/>
                    <a:gd name="connsiteY10" fmla="*/ 307850 h 1324939"/>
                    <a:gd name="connsiteX11" fmla="*/ 2399721 w 2399721"/>
                    <a:gd name="connsiteY11" fmla="*/ 7469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10" fmla="*/ 2308281 w 2308281"/>
                    <a:gd name="connsiteY10" fmla="*/ 30785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9" fmla="*/ 2000431 w 2308281"/>
                    <a:gd name="connsiteY9" fmla="*/ 0 h 1324939"/>
                    <a:gd name="connsiteX0" fmla="*/ 2308281 w 2308281"/>
                    <a:gd name="connsiteY0" fmla="*/ 655510 h 1324939"/>
                    <a:gd name="connsiteX1" fmla="*/ 2247169 w 2308281"/>
                    <a:gd name="connsiteY1" fmla="*/ 636540 h 1324939"/>
                    <a:gd name="connsiteX2" fmla="*/ 2093120 w 2308281"/>
                    <a:gd name="connsiteY2" fmla="*/ 621010 h 1324939"/>
                    <a:gd name="connsiteX3" fmla="*/ 1332685 w 2308281"/>
                    <a:gd name="connsiteY3" fmla="*/ 1307237 h 1324939"/>
                    <a:gd name="connsiteX4" fmla="*/ 1331791 w 2308281"/>
                    <a:gd name="connsiteY4" fmla="*/ 1324939 h 1324939"/>
                    <a:gd name="connsiteX5" fmla="*/ 307850 w 2308281"/>
                    <a:gd name="connsiteY5" fmla="*/ 1324939 h 1324939"/>
                    <a:gd name="connsiteX6" fmla="*/ 0 w 2308281"/>
                    <a:gd name="connsiteY6" fmla="*/ 1017089 h 1324939"/>
                    <a:gd name="connsiteX7" fmla="*/ 0 w 2308281"/>
                    <a:gd name="connsiteY7" fmla="*/ 307850 h 1324939"/>
                    <a:gd name="connsiteX8" fmla="*/ 307850 w 2308281"/>
                    <a:gd name="connsiteY8" fmla="*/ 0 h 1324939"/>
                    <a:gd name="connsiteX0" fmla="*/ 2308281 w 2308281"/>
                    <a:gd name="connsiteY0" fmla="*/ 347660 h 1017089"/>
                    <a:gd name="connsiteX1" fmla="*/ 2247169 w 2308281"/>
                    <a:gd name="connsiteY1" fmla="*/ 328690 h 1017089"/>
                    <a:gd name="connsiteX2" fmla="*/ 2093120 w 2308281"/>
                    <a:gd name="connsiteY2" fmla="*/ 313160 h 1017089"/>
                    <a:gd name="connsiteX3" fmla="*/ 1332685 w 2308281"/>
                    <a:gd name="connsiteY3" fmla="*/ 999387 h 1017089"/>
                    <a:gd name="connsiteX4" fmla="*/ 1331791 w 2308281"/>
                    <a:gd name="connsiteY4" fmla="*/ 1017089 h 1017089"/>
                    <a:gd name="connsiteX5" fmla="*/ 307850 w 2308281"/>
                    <a:gd name="connsiteY5" fmla="*/ 1017089 h 1017089"/>
                    <a:gd name="connsiteX6" fmla="*/ 0 w 2308281"/>
                    <a:gd name="connsiteY6" fmla="*/ 709239 h 1017089"/>
                    <a:gd name="connsiteX7" fmla="*/ 0 w 2308281"/>
                    <a:gd name="connsiteY7" fmla="*/ 0 h 1017089"/>
                    <a:gd name="connsiteX0" fmla="*/ 2247169 w 2247169"/>
                    <a:gd name="connsiteY0" fmla="*/ 328690 h 1017089"/>
                    <a:gd name="connsiteX1" fmla="*/ 2093120 w 2247169"/>
                    <a:gd name="connsiteY1" fmla="*/ 313160 h 1017089"/>
                    <a:gd name="connsiteX2" fmla="*/ 1332685 w 2247169"/>
                    <a:gd name="connsiteY2" fmla="*/ 999387 h 1017089"/>
                    <a:gd name="connsiteX3" fmla="*/ 1331791 w 2247169"/>
                    <a:gd name="connsiteY3" fmla="*/ 1017089 h 1017089"/>
                    <a:gd name="connsiteX4" fmla="*/ 307850 w 2247169"/>
                    <a:gd name="connsiteY4" fmla="*/ 1017089 h 1017089"/>
                    <a:gd name="connsiteX5" fmla="*/ 0 w 2247169"/>
                    <a:gd name="connsiteY5" fmla="*/ 709239 h 1017089"/>
                    <a:gd name="connsiteX6" fmla="*/ 0 w 2247169"/>
                    <a:gd name="connsiteY6" fmla="*/ 0 h 1017089"/>
                    <a:gd name="connsiteX0" fmla="*/ 2093120 w 2093120"/>
                    <a:gd name="connsiteY0" fmla="*/ 313160 h 1017089"/>
                    <a:gd name="connsiteX1" fmla="*/ 1332685 w 2093120"/>
                    <a:gd name="connsiteY1" fmla="*/ 999387 h 1017089"/>
                    <a:gd name="connsiteX2" fmla="*/ 1331791 w 2093120"/>
                    <a:gd name="connsiteY2" fmla="*/ 1017089 h 1017089"/>
                    <a:gd name="connsiteX3" fmla="*/ 307850 w 2093120"/>
                    <a:gd name="connsiteY3" fmla="*/ 1017089 h 1017089"/>
                    <a:gd name="connsiteX4" fmla="*/ 0 w 2093120"/>
                    <a:gd name="connsiteY4" fmla="*/ 709239 h 1017089"/>
                    <a:gd name="connsiteX5" fmla="*/ 0 w 2093120"/>
                    <a:gd name="connsiteY5" fmla="*/ 0 h 1017089"/>
                    <a:gd name="connsiteX0" fmla="*/ 1332685 w 1332685"/>
                    <a:gd name="connsiteY0" fmla="*/ 999387 h 1017089"/>
                    <a:gd name="connsiteX1" fmla="*/ 1331791 w 1332685"/>
                    <a:gd name="connsiteY1" fmla="*/ 1017089 h 1017089"/>
                    <a:gd name="connsiteX2" fmla="*/ 307850 w 1332685"/>
                    <a:gd name="connsiteY2" fmla="*/ 1017089 h 1017089"/>
                    <a:gd name="connsiteX3" fmla="*/ 0 w 1332685"/>
                    <a:gd name="connsiteY3" fmla="*/ 709239 h 1017089"/>
                    <a:gd name="connsiteX4" fmla="*/ 0 w 1332685"/>
                    <a:gd name="connsiteY4" fmla="*/ 0 h 1017089"/>
                    <a:gd name="connsiteX0" fmla="*/ 1331791 w 1331791"/>
                    <a:gd name="connsiteY0" fmla="*/ 1017089 h 1017089"/>
                    <a:gd name="connsiteX1" fmla="*/ 307850 w 1331791"/>
                    <a:gd name="connsiteY1" fmla="*/ 1017089 h 1017089"/>
                    <a:gd name="connsiteX2" fmla="*/ 0 w 1331791"/>
                    <a:gd name="connsiteY2" fmla="*/ 709239 h 1017089"/>
                    <a:gd name="connsiteX3" fmla="*/ 0 w 1331791"/>
                    <a:gd name="connsiteY3" fmla="*/ 0 h 1017089"/>
                  </a:gdLst>
                  <a:ahLst/>
                  <a:cxnLst>
                    <a:cxn ang="0">
                      <a:pos x="connsiteX0" y="connsiteY0"/>
                    </a:cxn>
                    <a:cxn ang="0">
                      <a:pos x="connsiteX1" y="connsiteY1"/>
                    </a:cxn>
                    <a:cxn ang="0">
                      <a:pos x="connsiteX2" y="connsiteY2"/>
                    </a:cxn>
                    <a:cxn ang="0">
                      <a:pos x="connsiteX3" y="connsiteY3"/>
                    </a:cxn>
                  </a:cxnLst>
                  <a:rect l="l" t="t" r="r" b="b"/>
                  <a:pathLst>
                    <a:path w="1331791" h="1017089">
                      <a:moveTo>
                        <a:pt x="1331791" y="1017089"/>
                      </a:moveTo>
                      <a:lnTo>
                        <a:pt x="307850" y="1017089"/>
                      </a:lnTo>
                      <a:cubicBezTo>
                        <a:pt x="137829" y="1017089"/>
                        <a:pt x="0" y="879260"/>
                        <a:pt x="0" y="709239"/>
                      </a:cubicBezTo>
                      <a:lnTo>
                        <a:pt x="0" y="0"/>
                      </a:lnTo>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sp>
            <p:nvSpPr>
              <p:cNvPr id="11" name="Rectangle: Rounded Corners 10">
                <a:extLst>
                  <a:ext uri="{FF2B5EF4-FFF2-40B4-BE49-F238E27FC236}">
                    <a16:creationId xmlns:a16="http://schemas.microsoft.com/office/drawing/2014/main" id="{343F93F5-C583-4416-FA87-4335157A7675}"/>
                  </a:ext>
                </a:extLst>
              </p:cNvPr>
              <p:cNvSpPr/>
              <p:nvPr/>
            </p:nvSpPr>
            <p:spPr>
              <a:xfrm>
                <a:off x="4160782" y="1662780"/>
                <a:ext cx="2029019" cy="711021"/>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sp>
            <p:nvSpPr>
              <p:cNvPr id="12" name="Rectangle: Rounded Corners 11">
                <a:extLst>
                  <a:ext uri="{FF2B5EF4-FFF2-40B4-BE49-F238E27FC236}">
                    <a16:creationId xmlns:a16="http://schemas.microsoft.com/office/drawing/2014/main" id="{4A9E8EA5-6D49-77BA-03DC-D32423B948DF}"/>
                  </a:ext>
                </a:extLst>
              </p:cNvPr>
              <p:cNvSpPr/>
              <p:nvPr/>
            </p:nvSpPr>
            <p:spPr>
              <a:xfrm>
                <a:off x="7123556" y="1641691"/>
                <a:ext cx="2029019" cy="724062"/>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13" name="Rectangle: Rounded Corners 12">
                <a:extLst>
                  <a:ext uri="{FF2B5EF4-FFF2-40B4-BE49-F238E27FC236}">
                    <a16:creationId xmlns:a16="http://schemas.microsoft.com/office/drawing/2014/main" id="{9E939D1E-77A1-F0F2-0D23-043A7D5EE379}"/>
                  </a:ext>
                </a:extLst>
              </p:cNvPr>
              <p:cNvSpPr/>
              <p:nvPr/>
            </p:nvSpPr>
            <p:spPr>
              <a:xfrm>
                <a:off x="7123556" y="3294352"/>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sp>
            <p:nvSpPr>
              <p:cNvPr id="14" name="Rectangle: Rounded Corners 13">
                <a:extLst>
                  <a:ext uri="{FF2B5EF4-FFF2-40B4-BE49-F238E27FC236}">
                    <a16:creationId xmlns:a16="http://schemas.microsoft.com/office/drawing/2014/main" id="{A34D83D4-B000-97D5-5589-7E2730EDE5D6}"/>
                  </a:ext>
                </a:extLst>
              </p:cNvPr>
              <p:cNvSpPr/>
              <p:nvPr/>
            </p:nvSpPr>
            <p:spPr>
              <a:xfrm>
                <a:off x="4160783" y="3353457"/>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sp>
            <p:nvSpPr>
              <p:cNvPr id="16" name="TextBox 15">
                <a:extLst>
                  <a:ext uri="{FF2B5EF4-FFF2-40B4-BE49-F238E27FC236}">
                    <a16:creationId xmlns:a16="http://schemas.microsoft.com/office/drawing/2014/main" id="{524ADB1B-B0D3-5089-6778-B1A0733FDE81}"/>
                  </a:ext>
                </a:extLst>
              </p:cNvPr>
              <p:cNvSpPr txBox="1"/>
              <p:nvPr/>
            </p:nvSpPr>
            <p:spPr>
              <a:xfrm>
                <a:off x="4597566" y="1696428"/>
                <a:ext cx="1634878" cy="662965"/>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Monitors and logs privileged user actions (e.g., keystrokes, commands).</a:t>
                </a:r>
              </a:p>
              <a:p>
                <a:pPr marL="171450" indent="-171450">
                  <a:lnSpc>
                    <a:spcPct val="90000"/>
                  </a:lnSpc>
                  <a:buFont typeface="Arial" panose="020B0604020202020204" pitchFamily="34" charset="0"/>
                  <a:buChar char="•"/>
                </a:pPr>
                <a:r>
                  <a:rPr lang="en-US" sz="800" dirty="0">
                    <a:solidFill>
                      <a:schemeClr val="lt1"/>
                    </a:solidFill>
                  </a:rPr>
                  <a:t>Enables real-time alerts and potential session termination if suspicious activity is detected.</a:t>
                </a:r>
                <a:endParaRPr lang="en-US" sz="800" i="1" dirty="0">
                  <a:solidFill>
                    <a:schemeClr val="lt1"/>
                  </a:solidFill>
                </a:endParaRPr>
              </a:p>
            </p:txBody>
          </p:sp>
          <p:sp>
            <p:nvSpPr>
              <p:cNvPr id="17" name="TextBox 16">
                <a:extLst>
                  <a:ext uri="{FF2B5EF4-FFF2-40B4-BE49-F238E27FC236}">
                    <a16:creationId xmlns:a16="http://schemas.microsoft.com/office/drawing/2014/main" id="{21312A91-B395-9531-C8CA-F67F096582B6}"/>
                  </a:ext>
                </a:extLst>
              </p:cNvPr>
              <p:cNvSpPr txBox="1"/>
              <p:nvPr/>
            </p:nvSpPr>
            <p:spPr>
              <a:xfrm>
                <a:off x="7605414" y="1664883"/>
                <a:ext cx="1634878" cy="549313"/>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Grants temporary elevated access when needed (instead of always-on admin rights).</a:t>
                </a:r>
              </a:p>
              <a:p>
                <a:pPr marL="171450" indent="-171450">
                  <a:lnSpc>
                    <a:spcPct val="90000"/>
                  </a:lnSpc>
                  <a:buFont typeface="Arial" panose="020B0604020202020204" pitchFamily="34" charset="0"/>
                  <a:buChar char="•"/>
                </a:pPr>
                <a:r>
                  <a:rPr lang="en-US" sz="800" dirty="0">
                    <a:solidFill>
                      <a:schemeClr val="lt1"/>
                    </a:solidFill>
                  </a:rPr>
                  <a:t>Reduces the window of opportunity for attackers to exploit privileged accounts.</a:t>
                </a:r>
                <a:endParaRPr lang="en-US" sz="800" i="1" dirty="0">
                  <a:solidFill>
                    <a:schemeClr val="lt1"/>
                  </a:solidFill>
                </a:endParaRPr>
              </a:p>
            </p:txBody>
          </p:sp>
          <p:sp>
            <p:nvSpPr>
              <p:cNvPr id="18" name="TextBox 17">
                <a:extLst>
                  <a:ext uri="{FF2B5EF4-FFF2-40B4-BE49-F238E27FC236}">
                    <a16:creationId xmlns:a16="http://schemas.microsoft.com/office/drawing/2014/main" id="{C051EB36-6237-2084-BA31-DC1BEA7E7AEC}"/>
                  </a:ext>
                </a:extLst>
              </p:cNvPr>
              <p:cNvSpPr txBox="1"/>
              <p:nvPr/>
            </p:nvSpPr>
            <p:spPr>
              <a:xfrm>
                <a:off x="4572547" y="3391968"/>
                <a:ext cx="1634878" cy="662965"/>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Automates approval processes for privileged access requests.</a:t>
                </a:r>
              </a:p>
              <a:p>
                <a:pPr marL="171450" indent="-171450">
                  <a:lnSpc>
                    <a:spcPct val="90000"/>
                  </a:lnSpc>
                  <a:buFont typeface="Arial" panose="020B0604020202020204" pitchFamily="34" charset="0"/>
                  <a:buChar char="•"/>
                </a:pPr>
                <a:r>
                  <a:rPr lang="en-US" sz="800" dirty="0">
                    <a:solidFill>
                      <a:schemeClr val="lt1"/>
                    </a:solidFill>
                  </a:rPr>
                  <a:t>Ensures accountability (e.g., a manager must approve higher-level access before it’s granted).</a:t>
                </a:r>
              </a:p>
            </p:txBody>
          </p:sp>
          <p:sp>
            <p:nvSpPr>
              <p:cNvPr id="19" name="TextBox 18">
                <a:extLst>
                  <a:ext uri="{FF2B5EF4-FFF2-40B4-BE49-F238E27FC236}">
                    <a16:creationId xmlns:a16="http://schemas.microsoft.com/office/drawing/2014/main" id="{B107CA13-54B4-ABB2-F625-71A822A1C22D}"/>
                  </a:ext>
                </a:extLst>
              </p:cNvPr>
              <p:cNvSpPr txBox="1"/>
              <p:nvPr/>
            </p:nvSpPr>
            <p:spPr>
              <a:xfrm>
                <a:off x="7588193" y="3390188"/>
                <a:ext cx="1634878" cy="549313"/>
              </a:xfrm>
              <a:prstGeom prst="rect">
                <a:avLst/>
              </a:prstGeom>
              <a:noFill/>
            </p:spPr>
            <p:txBody>
              <a:bodyPr wrap="square">
                <a:spAutoFit/>
              </a:bodyPr>
              <a:lstStyle/>
              <a:p>
                <a:pPr marL="171450" indent="-171450">
                  <a:lnSpc>
                    <a:spcPct val="90000"/>
                  </a:lnSpc>
                  <a:buFont typeface="Arial" panose="020B0604020202020204" pitchFamily="34" charset="0"/>
                  <a:buChar char="•"/>
                </a:pPr>
                <a:r>
                  <a:rPr lang="en-US" sz="800" dirty="0">
                    <a:solidFill>
                      <a:schemeClr val="lt1"/>
                    </a:solidFill>
                  </a:rPr>
                  <a:t>Ensures users only get minimum privileges required.</a:t>
                </a:r>
              </a:p>
              <a:p>
                <a:pPr marL="171450" indent="-171450">
                  <a:lnSpc>
                    <a:spcPct val="90000"/>
                  </a:lnSpc>
                  <a:buFont typeface="Arial" panose="020B0604020202020204" pitchFamily="34" charset="0"/>
                  <a:buChar char="•"/>
                </a:pPr>
                <a:r>
                  <a:rPr lang="en-US" sz="800" dirty="0">
                    <a:solidFill>
                      <a:schemeClr val="lt1"/>
                    </a:solidFill>
                  </a:rPr>
                  <a:t>Enforces role-based or attribute-based controls for tighter security.</a:t>
                </a:r>
                <a:endParaRPr lang="en-US" sz="800" i="1" dirty="0">
                  <a:solidFill>
                    <a:schemeClr val="lt1"/>
                  </a:solidFill>
                </a:endParaRPr>
              </a:p>
            </p:txBody>
          </p:sp>
          <p:sp>
            <p:nvSpPr>
              <p:cNvPr id="24" name="Rectangle: Rounded Corners 23">
                <a:extLst>
                  <a:ext uri="{FF2B5EF4-FFF2-40B4-BE49-F238E27FC236}">
                    <a16:creationId xmlns:a16="http://schemas.microsoft.com/office/drawing/2014/main" id="{FF63FE7C-B9C8-F145-9EB9-9FF84AB7C760}"/>
                  </a:ext>
                </a:extLst>
              </p:cNvPr>
              <p:cNvSpPr/>
              <p:nvPr/>
            </p:nvSpPr>
            <p:spPr>
              <a:xfrm>
                <a:off x="5545465" y="4199004"/>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a:p>
            </p:txBody>
          </p:sp>
          <p:sp>
            <p:nvSpPr>
              <p:cNvPr id="25" name="Rectangle: Rounded Corners 24">
                <a:extLst>
                  <a:ext uri="{FF2B5EF4-FFF2-40B4-BE49-F238E27FC236}">
                    <a16:creationId xmlns:a16="http://schemas.microsoft.com/office/drawing/2014/main" id="{552A4229-1A09-874D-DA08-561096CD2F11}"/>
                  </a:ext>
                </a:extLst>
              </p:cNvPr>
              <p:cNvSpPr/>
              <p:nvPr/>
            </p:nvSpPr>
            <p:spPr>
              <a:xfrm>
                <a:off x="5537473" y="757189"/>
                <a:ext cx="2029019" cy="772334"/>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 rIns="137160" bIns="13716" rtlCol="0" anchor="ctr"/>
              <a:lstStyle/>
              <a:p>
                <a:pPr algn="ctr">
                  <a:lnSpc>
                    <a:spcPct val="90000"/>
                  </a:lnSpc>
                </a:pPr>
                <a:endParaRPr lang="en-US" sz="900" dirty="0"/>
              </a:p>
            </p:txBody>
          </p:sp>
          <p:cxnSp>
            <p:nvCxnSpPr>
              <p:cNvPr id="26" name="Straight Connector 25">
                <a:extLst>
                  <a:ext uri="{FF2B5EF4-FFF2-40B4-BE49-F238E27FC236}">
                    <a16:creationId xmlns:a16="http://schemas.microsoft.com/office/drawing/2014/main" id="{B774D072-D9C9-2CAC-D863-8F54A5D0B1CD}"/>
                  </a:ext>
                </a:extLst>
              </p:cNvPr>
              <p:cNvCxnSpPr>
                <a:cxnSpLocks/>
              </p:cNvCxnSpPr>
              <p:nvPr/>
            </p:nvCxnSpPr>
            <p:spPr>
              <a:xfrm>
                <a:off x="6551983" y="1529569"/>
                <a:ext cx="1288" cy="788696"/>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99C9BBC8-6760-0CF4-73EC-6655121ADA53}"/>
                  </a:ext>
                </a:extLst>
              </p:cNvPr>
              <p:cNvCxnSpPr>
                <a:cxnSpLocks/>
              </p:cNvCxnSpPr>
              <p:nvPr/>
            </p:nvCxnSpPr>
            <p:spPr>
              <a:xfrm>
                <a:off x="6548150" y="3342771"/>
                <a:ext cx="1288" cy="867566"/>
              </a:xfrm>
              <a:prstGeom prst="line">
                <a:avLst/>
              </a:prstGeom>
              <a:ln w="12700"/>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07E5699-5C15-3162-BE6A-3EC5FD21908C}"/>
                  </a:ext>
                </a:extLst>
              </p:cNvPr>
              <p:cNvSpPr txBox="1"/>
              <p:nvPr/>
            </p:nvSpPr>
            <p:spPr>
              <a:xfrm>
                <a:off x="5949717" y="4280341"/>
                <a:ext cx="1558211" cy="549313"/>
              </a:xfrm>
              <a:prstGeom prst="rect">
                <a:avLst/>
              </a:prstGeom>
              <a:noFill/>
            </p:spPr>
            <p:txBody>
              <a:bodyPr wrap="square">
                <a:spAutoFit/>
              </a:bodyPr>
              <a:lstStyle>
                <a:defPPr>
                  <a:defRPr lang="en-US"/>
                </a:defPPr>
                <a:lvl1pPr>
                  <a:lnSpc>
                    <a:spcPct val="90000"/>
                  </a:lnSpc>
                  <a:defRPr sz="1400">
                    <a:solidFill>
                      <a:schemeClr val="lt1"/>
                    </a:solidFill>
                  </a:defRPr>
                </a:lvl1pPr>
              </a:lstStyle>
              <a:p>
                <a:pPr marL="171450" indent="-171450">
                  <a:buFont typeface="Arial" panose="020B0604020202020204" pitchFamily="34" charset="0"/>
                  <a:buChar char="•"/>
                </a:pPr>
                <a:r>
                  <a:rPr lang="en-US" sz="800" dirty="0"/>
                  <a:t>Maintains detailed logs of who used privileged accounts, when, and why.</a:t>
                </a:r>
              </a:p>
              <a:p>
                <a:pPr marL="171450" indent="-171450">
                  <a:buFont typeface="Arial" panose="020B0604020202020204" pitchFamily="34" charset="0"/>
                  <a:buChar char="•"/>
                </a:pPr>
                <a:r>
                  <a:rPr lang="en-US" sz="800" dirty="0"/>
                  <a:t>Simplifies compliance by providing easy-to-generate audit reports for regulators.</a:t>
                </a:r>
              </a:p>
            </p:txBody>
          </p:sp>
          <p:sp>
            <p:nvSpPr>
              <p:cNvPr id="31" name="TextBox 30">
                <a:extLst>
                  <a:ext uri="{FF2B5EF4-FFF2-40B4-BE49-F238E27FC236}">
                    <a16:creationId xmlns:a16="http://schemas.microsoft.com/office/drawing/2014/main" id="{81B6C5CA-C647-E544-E86B-FE65125ED6CE}"/>
                  </a:ext>
                </a:extLst>
              </p:cNvPr>
              <p:cNvSpPr txBox="1"/>
              <p:nvPr/>
            </p:nvSpPr>
            <p:spPr>
              <a:xfrm>
                <a:off x="6022673" y="773748"/>
                <a:ext cx="1401587" cy="662965"/>
              </a:xfrm>
              <a:prstGeom prst="rect">
                <a:avLst/>
              </a:prstGeom>
              <a:noFill/>
            </p:spPr>
            <p:txBody>
              <a:bodyPr wrap="square">
                <a:spAutoFit/>
              </a:bodyPr>
              <a:lstStyle>
                <a:defPPr>
                  <a:defRPr lang="en-US"/>
                </a:defPPr>
                <a:lvl1pPr>
                  <a:lnSpc>
                    <a:spcPct val="90000"/>
                  </a:lnSpc>
                  <a:defRPr sz="1400">
                    <a:solidFill>
                      <a:schemeClr val="lt1"/>
                    </a:solidFill>
                  </a:defRPr>
                </a:lvl1pPr>
              </a:lstStyle>
              <a:p>
                <a:pPr marL="171450" indent="-171450">
                  <a:buFont typeface="Arial" panose="020B0604020202020204" pitchFamily="34" charset="0"/>
                  <a:buChar char="•"/>
                </a:pPr>
                <a:r>
                  <a:rPr lang="en-US" sz="800" dirty="0"/>
                  <a:t>Stores admin passwords and keys in an encrypted repository.</a:t>
                </a:r>
              </a:p>
              <a:p>
                <a:pPr marL="171450" indent="-171450">
                  <a:buFont typeface="Arial" panose="020B0604020202020204" pitchFamily="34" charset="0"/>
                  <a:buChar char="•"/>
                </a:pPr>
                <a:r>
                  <a:rPr lang="en-US" sz="800" dirty="0"/>
                  <a:t>Ensures regular rotation of privileged credentials (e.g., auto-changing passwords).</a:t>
                </a:r>
              </a:p>
            </p:txBody>
          </p:sp>
        </p:grpSp>
        <p:sp>
          <p:nvSpPr>
            <p:cNvPr id="37" name="Oval 36">
              <a:extLst>
                <a:ext uri="{FF2B5EF4-FFF2-40B4-BE49-F238E27FC236}">
                  <a16:creationId xmlns:a16="http://schemas.microsoft.com/office/drawing/2014/main" id="{B4ABF1E5-94A4-1B92-2189-AB037589C593}"/>
                </a:ext>
              </a:extLst>
            </p:cNvPr>
            <p:cNvSpPr/>
            <p:nvPr/>
          </p:nvSpPr>
          <p:spPr>
            <a:xfrm>
              <a:off x="2800873" y="746315"/>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7FAD3D2E-5127-952E-0F7E-8E113760184B}"/>
                </a:ext>
              </a:extLst>
            </p:cNvPr>
            <p:cNvSpPr txBox="1"/>
            <p:nvPr/>
          </p:nvSpPr>
          <p:spPr>
            <a:xfrm>
              <a:off x="2933683" y="920201"/>
              <a:ext cx="963327" cy="384721"/>
            </a:xfrm>
            <a:prstGeom prst="rect">
              <a:avLst/>
            </a:prstGeom>
            <a:noFill/>
          </p:spPr>
          <p:txBody>
            <a:bodyPr wrap="square" rtlCol="0">
              <a:spAutoFit/>
            </a:bodyPr>
            <a:lstStyle/>
            <a:p>
              <a:r>
                <a:rPr lang="en-US" sz="950" b="1" dirty="0">
                  <a:solidFill>
                    <a:schemeClr val="bg2">
                      <a:lumMod val="95000"/>
                    </a:schemeClr>
                  </a:solidFill>
                </a:rPr>
                <a:t>Credential Vault</a:t>
              </a:r>
            </a:p>
          </p:txBody>
        </p:sp>
        <p:sp>
          <p:nvSpPr>
            <p:cNvPr id="42" name="Oval 41">
              <a:extLst>
                <a:ext uri="{FF2B5EF4-FFF2-40B4-BE49-F238E27FC236}">
                  <a16:creationId xmlns:a16="http://schemas.microsoft.com/office/drawing/2014/main" id="{E82A5A41-7199-F1A1-40AD-604253D19C90}"/>
                </a:ext>
              </a:extLst>
            </p:cNvPr>
            <p:cNvSpPr/>
            <p:nvPr/>
          </p:nvSpPr>
          <p:spPr>
            <a:xfrm>
              <a:off x="845042" y="1586348"/>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C7EEB5A-CE34-5D37-1794-29913456503E}"/>
                </a:ext>
              </a:extLst>
            </p:cNvPr>
            <p:cNvSpPr txBox="1"/>
            <p:nvPr/>
          </p:nvSpPr>
          <p:spPr>
            <a:xfrm>
              <a:off x="978206" y="1696700"/>
              <a:ext cx="848260" cy="677108"/>
            </a:xfrm>
            <a:prstGeom prst="rect">
              <a:avLst/>
            </a:prstGeom>
            <a:noFill/>
          </p:spPr>
          <p:txBody>
            <a:bodyPr wrap="square" rtlCol="0">
              <a:spAutoFit/>
            </a:bodyPr>
            <a:lstStyle/>
            <a:p>
              <a:r>
                <a:rPr lang="en-US" sz="950" b="1" dirty="0">
                  <a:solidFill>
                    <a:schemeClr val="bg2">
                      <a:lumMod val="95000"/>
                    </a:schemeClr>
                  </a:solidFill>
                </a:rPr>
                <a:t>Session Management &amp; Recording</a:t>
              </a:r>
            </a:p>
          </p:txBody>
        </p:sp>
        <p:sp>
          <p:nvSpPr>
            <p:cNvPr id="44" name="Oval 43">
              <a:extLst>
                <a:ext uri="{FF2B5EF4-FFF2-40B4-BE49-F238E27FC236}">
                  <a16:creationId xmlns:a16="http://schemas.microsoft.com/office/drawing/2014/main" id="{C473C326-9C59-6079-3239-03E51B88BBC2}"/>
                </a:ext>
              </a:extLst>
            </p:cNvPr>
            <p:cNvSpPr/>
            <p:nvPr/>
          </p:nvSpPr>
          <p:spPr>
            <a:xfrm>
              <a:off x="845042" y="3263449"/>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1B619AE6-0B24-56F1-19F3-E97A38DE4127}"/>
                </a:ext>
              </a:extLst>
            </p:cNvPr>
            <p:cNvSpPr txBox="1"/>
            <p:nvPr/>
          </p:nvSpPr>
          <p:spPr>
            <a:xfrm>
              <a:off x="986862" y="3372308"/>
              <a:ext cx="848260" cy="530915"/>
            </a:xfrm>
            <a:prstGeom prst="rect">
              <a:avLst/>
            </a:prstGeom>
            <a:noFill/>
          </p:spPr>
          <p:txBody>
            <a:bodyPr wrap="square" rtlCol="0">
              <a:spAutoFit/>
            </a:bodyPr>
            <a:lstStyle/>
            <a:p>
              <a:r>
                <a:rPr lang="en-US" sz="950" b="1" dirty="0">
                  <a:solidFill>
                    <a:schemeClr val="bg2">
                      <a:lumMod val="95000"/>
                    </a:schemeClr>
                  </a:solidFill>
                </a:rPr>
                <a:t>Access Workflows &amp; Approvals</a:t>
              </a:r>
            </a:p>
          </p:txBody>
        </p:sp>
        <p:sp>
          <p:nvSpPr>
            <p:cNvPr id="48" name="Oval 47">
              <a:extLst>
                <a:ext uri="{FF2B5EF4-FFF2-40B4-BE49-F238E27FC236}">
                  <a16:creationId xmlns:a16="http://schemas.microsoft.com/office/drawing/2014/main" id="{503C7A32-003E-B47D-1D46-8FB52458E892}"/>
                </a:ext>
              </a:extLst>
            </p:cNvPr>
            <p:cNvSpPr/>
            <p:nvPr/>
          </p:nvSpPr>
          <p:spPr>
            <a:xfrm>
              <a:off x="2760626" y="4112074"/>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0998AFDA-E2F8-6C6B-15D0-8708F2723B8D}"/>
                </a:ext>
              </a:extLst>
            </p:cNvPr>
            <p:cNvSpPr txBox="1"/>
            <p:nvPr/>
          </p:nvSpPr>
          <p:spPr>
            <a:xfrm>
              <a:off x="2860992" y="4238029"/>
              <a:ext cx="848260" cy="384721"/>
            </a:xfrm>
            <a:prstGeom prst="rect">
              <a:avLst/>
            </a:prstGeom>
            <a:noFill/>
          </p:spPr>
          <p:txBody>
            <a:bodyPr wrap="square" rtlCol="0">
              <a:spAutoFit/>
            </a:bodyPr>
            <a:lstStyle/>
            <a:p>
              <a:r>
                <a:rPr lang="en-US" sz="950" b="1" dirty="0">
                  <a:solidFill>
                    <a:schemeClr val="bg2">
                      <a:lumMod val="95000"/>
                    </a:schemeClr>
                  </a:solidFill>
                </a:rPr>
                <a:t>Audit &amp; Reporting</a:t>
              </a:r>
            </a:p>
          </p:txBody>
        </p:sp>
        <p:sp>
          <p:nvSpPr>
            <p:cNvPr id="50" name="Oval 49">
              <a:extLst>
                <a:ext uri="{FF2B5EF4-FFF2-40B4-BE49-F238E27FC236}">
                  <a16:creationId xmlns:a16="http://schemas.microsoft.com/office/drawing/2014/main" id="{BF92E876-9EB8-D2FD-6CB7-A766FDC81067}"/>
                </a:ext>
              </a:extLst>
            </p:cNvPr>
            <p:cNvSpPr/>
            <p:nvPr/>
          </p:nvSpPr>
          <p:spPr>
            <a:xfrm>
              <a:off x="4934129" y="1585950"/>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6CCE105E-592B-9D47-233A-68047207B1D2}"/>
                </a:ext>
              </a:extLst>
            </p:cNvPr>
            <p:cNvSpPr txBox="1"/>
            <p:nvPr/>
          </p:nvSpPr>
          <p:spPr>
            <a:xfrm>
              <a:off x="5000866" y="1763488"/>
              <a:ext cx="905149" cy="384721"/>
            </a:xfrm>
            <a:prstGeom prst="rect">
              <a:avLst/>
            </a:prstGeom>
            <a:noFill/>
          </p:spPr>
          <p:txBody>
            <a:bodyPr wrap="square" rtlCol="0">
              <a:spAutoFit/>
            </a:bodyPr>
            <a:lstStyle/>
            <a:p>
              <a:r>
                <a:rPr lang="en-US" sz="950" b="1" dirty="0">
                  <a:solidFill>
                    <a:schemeClr val="bg2">
                      <a:lumMod val="95000"/>
                    </a:schemeClr>
                  </a:solidFill>
                </a:rPr>
                <a:t>Just-In-Time Privileges</a:t>
              </a:r>
            </a:p>
          </p:txBody>
        </p:sp>
        <p:sp>
          <p:nvSpPr>
            <p:cNvPr id="52" name="Oval 51">
              <a:extLst>
                <a:ext uri="{FF2B5EF4-FFF2-40B4-BE49-F238E27FC236}">
                  <a16:creationId xmlns:a16="http://schemas.microsoft.com/office/drawing/2014/main" id="{0347C0A1-DA6D-8169-4B3B-D0EA52FE48BF}"/>
                </a:ext>
              </a:extLst>
            </p:cNvPr>
            <p:cNvSpPr/>
            <p:nvPr/>
          </p:nvSpPr>
          <p:spPr>
            <a:xfrm>
              <a:off x="4934129" y="3189942"/>
              <a:ext cx="968499" cy="76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DEF3A7B1-A0BC-4262-B66A-BE366DE15563}"/>
                </a:ext>
              </a:extLst>
            </p:cNvPr>
            <p:cNvSpPr txBox="1"/>
            <p:nvPr/>
          </p:nvSpPr>
          <p:spPr>
            <a:xfrm>
              <a:off x="5001517" y="3324162"/>
              <a:ext cx="968498" cy="530915"/>
            </a:xfrm>
            <a:prstGeom prst="rect">
              <a:avLst/>
            </a:prstGeom>
            <a:noFill/>
          </p:spPr>
          <p:txBody>
            <a:bodyPr wrap="square" rtlCol="0">
              <a:spAutoFit/>
            </a:bodyPr>
            <a:lstStyle/>
            <a:p>
              <a:r>
                <a:rPr lang="en-US" sz="950" b="1" dirty="0">
                  <a:solidFill>
                    <a:schemeClr val="bg2">
                      <a:lumMod val="95000"/>
                    </a:schemeClr>
                  </a:solidFill>
                </a:rPr>
                <a:t>Least Privilege &amp; Access Policies</a:t>
              </a:r>
            </a:p>
          </p:txBody>
        </p:sp>
      </p:grpSp>
      <p:pic>
        <p:nvPicPr>
          <p:cNvPr id="21" name="Picture 20" descr="A black background with a black square&#10;&#10;AI-generated content may be incorrect.">
            <a:extLst>
              <a:ext uri="{FF2B5EF4-FFF2-40B4-BE49-F238E27FC236}">
                <a16:creationId xmlns:a16="http://schemas.microsoft.com/office/drawing/2014/main" id="{CCF2E3C3-8380-B29C-8B4D-0E17AF0B8DED}"/>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4228024" y="2133638"/>
            <a:ext cx="792697" cy="792697"/>
          </a:xfrm>
          <a:prstGeom prst="rect">
            <a:avLst/>
          </a:prstGeom>
        </p:spPr>
      </p:pic>
    </p:spTree>
    <p:extLst>
      <p:ext uri="{BB962C8B-B14F-4D97-AF65-F5344CB8AC3E}">
        <p14:creationId xmlns:p14="http://schemas.microsoft.com/office/powerpoint/2010/main" val="2009977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3E8C-3D61-3965-C5F8-033568DE5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A0D6-DED9-AE86-29DB-524D72E842C6}"/>
              </a:ext>
            </a:extLst>
          </p:cNvPr>
          <p:cNvSpPr>
            <a:spLocks noGrp="1"/>
          </p:cNvSpPr>
          <p:nvPr>
            <p:ph type="title"/>
          </p:nvPr>
        </p:nvSpPr>
        <p:spPr>
          <a:xfrm>
            <a:off x="192994" y="67977"/>
            <a:ext cx="7886195" cy="553027"/>
          </a:xfrm>
        </p:spPr>
        <p:txBody>
          <a:bodyPr vert="horz" wrap="square" lIns="68580" tIns="34290" rIns="68580" bIns="34290" rtlCol="0" anchor="ctr">
            <a:normAutofit/>
          </a:bodyPr>
          <a:lstStyle/>
          <a:p>
            <a:pPr marL="0" marR="0">
              <a:lnSpc>
                <a:spcPct val="107000"/>
              </a:lnSpc>
              <a:spcAft>
                <a:spcPts val="800"/>
              </a:spcAft>
            </a:pPr>
            <a:r>
              <a:rPr lang="en-IN" dirty="0"/>
              <a:t>Overview of Leading PAM Solutions</a:t>
            </a:r>
            <a:endParaRPr lang="en-US" dirty="0"/>
          </a:p>
        </p:txBody>
      </p:sp>
      <p:sp>
        <p:nvSpPr>
          <p:cNvPr id="3" name="Text Placeholder 2">
            <a:extLst>
              <a:ext uri="{FF2B5EF4-FFF2-40B4-BE49-F238E27FC236}">
                <a16:creationId xmlns:a16="http://schemas.microsoft.com/office/drawing/2014/main" id="{C90BB438-4966-0E7F-BBF4-609058F08A21}"/>
              </a:ext>
            </a:extLst>
          </p:cNvPr>
          <p:cNvSpPr>
            <a:spLocks noGrp="1"/>
          </p:cNvSpPr>
          <p:nvPr>
            <p:ph type="body" sz="quarter" idx="14"/>
          </p:nvPr>
        </p:nvSpPr>
        <p:spPr/>
        <p:txBody>
          <a:bodyPr/>
          <a:lstStyle/>
          <a:p>
            <a:endParaRPr lang="en-US"/>
          </a:p>
        </p:txBody>
      </p:sp>
      <p:graphicFrame>
        <p:nvGraphicFramePr>
          <p:cNvPr id="10" name="Diagram 9">
            <a:extLst>
              <a:ext uri="{FF2B5EF4-FFF2-40B4-BE49-F238E27FC236}">
                <a16:creationId xmlns:a16="http://schemas.microsoft.com/office/drawing/2014/main" id="{DE425426-C393-C8E7-02D8-BF7F1C8AB4CD}"/>
              </a:ext>
            </a:extLst>
          </p:cNvPr>
          <p:cNvGraphicFramePr/>
          <p:nvPr>
            <p:extLst>
              <p:ext uri="{D42A27DB-BD31-4B8C-83A1-F6EECF244321}">
                <p14:modId xmlns:p14="http://schemas.microsoft.com/office/powerpoint/2010/main" val="1087311736"/>
              </p:ext>
            </p:extLst>
          </p:nvPr>
        </p:nvGraphicFramePr>
        <p:xfrm>
          <a:off x="192994" y="660944"/>
          <a:ext cx="8661446" cy="3942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5392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6051E-E2C3-0DC2-C0CB-7563AF2EA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CB5B1-BEA8-7787-0857-A6631C9898D5}"/>
              </a:ext>
            </a:extLst>
          </p:cNvPr>
          <p:cNvSpPr>
            <a:spLocks noGrp="1"/>
          </p:cNvSpPr>
          <p:nvPr>
            <p:ph type="title"/>
          </p:nvPr>
        </p:nvSpPr>
        <p:spPr/>
        <p:txBody>
          <a:bodyPr/>
          <a:lstStyle/>
          <a:p>
            <a:pPr marL="0" marR="0">
              <a:lnSpc>
                <a:spcPct val="107000"/>
              </a:lnSpc>
              <a:spcAft>
                <a:spcPts val="800"/>
              </a:spcAft>
            </a:pPr>
            <a:r>
              <a:rPr lang="en-IN" dirty="0"/>
              <a:t>PAM Best Practices</a:t>
            </a:r>
            <a:endParaRPr lang="en-US" dirty="0"/>
          </a:p>
        </p:txBody>
      </p:sp>
      <p:graphicFrame>
        <p:nvGraphicFramePr>
          <p:cNvPr id="4" name="Diagram 3">
            <a:extLst>
              <a:ext uri="{FF2B5EF4-FFF2-40B4-BE49-F238E27FC236}">
                <a16:creationId xmlns:a16="http://schemas.microsoft.com/office/drawing/2014/main" id="{B415613C-6B7F-1D6E-DA89-8DE2D7A84936}"/>
              </a:ext>
            </a:extLst>
          </p:cNvPr>
          <p:cNvGraphicFramePr/>
          <p:nvPr>
            <p:extLst>
              <p:ext uri="{D42A27DB-BD31-4B8C-83A1-F6EECF244321}">
                <p14:modId xmlns:p14="http://schemas.microsoft.com/office/powerpoint/2010/main" val="1115148094"/>
              </p:ext>
            </p:extLst>
          </p:nvPr>
        </p:nvGraphicFramePr>
        <p:xfrm>
          <a:off x="1626358" y="498428"/>
          <a:ext cx="6755643" cy="4206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a:extLst>
              <a:ext uri="{FF2B5EF4-FFF2-40B4-BE49-F238E27FC236}">
                <a16:creationId xmlns:a16="http://schemas.microsoft.com/office/drawing/2014/main" id="{A7A3A33D-4596-D319-FD03-47D69733B8DE}"/>
              </a:ext>
            </a:extLst>
          </p:cNvPr>
          <p:cNvSpPr/>
          <p:nvPr/>
        </p:nvSpPr>
        <p:spPr>
          <a:xfrm>
            <a:off x="357117" y="1787944"/>
            <a:ext cx="1625346" cy="1627891"/>
          </a:xfrm>
          <a:prstGeom prst="ellipse">
            <a:avLst/>
          </a:prstGeom>
          <a:solidFill>
            <a:srgbClr val="F0378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defRPr/>
            </a:pPr>
            <a:r>
              <a:rPr lang="en-US" sz="1700" b="1" dirty="0">
                <a:solidFill>
                  <a:prstClr val="white"/>
                </a:solidFill>
                <a:latin typeface="Calibri" panose="020F0502020204030204"/>
              </a:rPr>
              <a:t>PAM Best Practices</a:t>
            </a:r>
          </a:p>
        </p:txBody>
      </p:sp>
    </p:spTree>
    <p:extLst>
      <p:ext uri="{BB962C8B-B14F-4D97-AF65-F5344CB8AC3E}">
        <p14:creationId xmlns:p14="http://schemas.microsoft.com/office/powerpoint/2010/main" val="929962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5727-9F7C-BBFA-04B1-9BE2A2B0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B3C48-76F2-E21D-5C98-8DC1C0E1A786}"/>
              </a:ext>
            </a:extLst>
          </p:cNvPr>
          <p:cNvSpPr>
            <a:spLocks noGrp="1"/>
          </p:cNvSpPr>
          <p:nvPr>
            <p:ph type="title"/>
          </p:nvPr>
        </p:nvSpPr>
        <p:spPr>
          <a:xfrm>
            <a:off x="277814" y="2412397"/>
            <a:ext cx="3969931" cy="316882"/>
          </a:xfrm>
        </p:spPr>
        <p:txBody>
          <a:bodyPr/>
          <a:lstStyle/>
          <a:p>
            <a:r>
              <a:rPr lang="en-US" dirty="0"/>
              <a:t>Decentralized Identity</a:t>
            </a:r>
            <a:endParaRPr lang="en-IN" dirty="0"/>
          </a:p>
        </p:txBody>
      </p:sp>
    </p:spTree>
    <p:extLst>
      <p:ext uri="{BB962C8B-B14F-4D97-AF65-F5344CB8AC3E}">
        <p14:creationId xmlns:p14="http://schemas.microsoft.com/office/powerpoint/2010/main" val="3010124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93E2C-1B55-BDEB-6F6A-30D4BAE0D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A0651-5AB0-D300-8E54-EFAC2392D574}"/>
              </a:ext>
            </a:extLst>
          </p:cNvPr>
          <p:cNvSpPr>
            <a:spLocks noGrp="1"/>
          </p:cNvSpPr>
          <p:nvPr>
            <p:ph type="title"/>
          </p:nvPr>
        </p:nvSpPr>
        <p:spPr>
          <a:xfrm>
            <a:off x="185374" y="107917"/>
            <a:ext cx="3670345" cy="360957"/>
          </a:xfrm>
        </p:spPr>
        <p:txBody>
          <a:bodyPr/>
          <a:lstStyle/>
          <a:p>
            <a:r>
              <a:rPr lang="en-US" dirty="0"/>
              <a:t>Decentralized Identity Overview</a:t>
            </a:r>
          </a:p>
        </p:txBody>
      </p:sp>
      <p:sp>
        <p:nvSpPr>
          <p:cNvPr id="3" name="Footer Placeholder 2">
            <a:extLst>
              <a:ext uri="{FF2B5EF4-FFF2-40B4-BE49-F238E27FC236}">
                <a16:creationId xmlns:a16="http://schemas.microsoft.com/office/drawing/2014/main" id="{2518F751-A4C9-7EA4-4976-24660A0BD0E9}"/>
              </a:ext>
            </a:extLst>
          </p:cNvPr>
          <p:cNvSpPr>
            <a:spLocks noGrp="1"/>
          </p:cNvSpPr>
          <p:nvPr>
            <p:ph type="ftr" sz="quarter" idx="11"/>
          </p:nvPr>
        </p:nvSpPr>
        <p:spPr>
          <a:xfrm>
            <a:off x="4596764" y="4808611"/>
            <a:ext cx="1876425" cy="127170"/>
          </a:xfrm>
        </p:spPr>
        <p:txBody>
          <a:bodyPr/>
          <a:lstStyle/>
          <a:p>
            <a:pPr marL="0" marR="0" lvl="0" indent="0" algn="l" defTabSz="415525" rtl="0" eaLnBrk="1" fontAlgn="auto" latinLnBrk="0" hangingPunct="1">
              <a:lnSpc>
                <a:spcPct val="100000"/>
              </a:lnSpc>
              <a:spcBef>
                <a:spcPts val="0"/>
              </a:spcBef>
              <a:spcAft>
                <a:spcPts val="0"/>
              </a:spcAft>
              <a:buClrTx/>
              <a:buSzTx/>
              <a:buFontTx/>
              <a:buNone/>
              <a:tabLst/>
              <a:defRPr/>
            </a:pPr>
            <a:r>
              <a:rPr kumimoji="0" lang="en-IN" sz="700" b="0" i="0" u="none" strike="noStrike" kern="1200" cap="none" spc="0" normalizeH="0" baseline="0" noProof="0">
                <a:ln>
                  <a:noFill/>
                </a:ln>
                <a:solidFill>
                  <a:srgbClr val="000000"/>
                </a:solidFill>
                <a:effectLst/>
                <a:uLnTx/>
                <a:uFillTx/>
                <a:latin typeface="Calibri" panose="020F0502020204030204"/>
                <a:ea typeface="+mn-ea"/>
                <a:cs typeface="+mn-cs"/>
              </a:rPr>
              <a:t>TCS confidential</a:t>
            </a:r>
          </a:p>
        </p:txBody>
      </p:sp>
      <p:sp>
        <p:nvSpPr>
          <p:cNvPr id="4" name="Slide Number Placeholder 3">
            <a:extLst>
              <a:ext uri="{FF2B5EF4-FFF2-40B4-BE49-F238E27FC236}">
                <a16:creationId xmlns:a16="http://schemas.microsoft.com/office/drawing/2014/main" id="{2CE8DC89-AE4F-3005-0C69-33C98EDE2492}"/>
              </a:ext>
            </a:extLst>
          </p:cNvPr>
          <p:cNvSpPr>
            <a:spLocks noGrp="1"/>
          </p:cNvSpPr>
          <p:nvPr>
            <p:ph type="sldNum" sz="quarter" idx="12"/>
          </p:nvPr>
        </p:nvSpPr>
        <p:spPr>
          <a:xfrm>
            <a:off x="4314588" y="4808611"/>
            <a:ext cx="300588" cy="127170"/>
          </a:xfrm>
        </p:spPr>
        <p:txBody>
          <a:bodyPr/>
          <a:lstStyle/>
          <a:p>
            <a:pPr marL="0" marR="0" lvl="0" indent="0" algn="l" defTabSz="415525" rtl="0" eaLnBrk="1" fontAlgn="auto" latinLnBrk="0" hangingPunct="1">
              <a:lnSpc>
                <a:spcPct val="100000"/>
              </a:lnSpc>
              <a:spcBef>
                <a:spcPts val="0"/>
              </a:spcBef>
              <a:spcAft>
                <a:spcPts val="0"/>
              </a:spcAft>
              <a:buClrTx/>
              <a:buSzTx/>
              <a:buFontTx/>
              <a:buNone/>
              <a:tabLst/>
              <a:defRPr/>
            </a:pPr>
            <a:fld id="{662A0901-ACEF-4BE9-9C8C-C119B421173E}" type="slidenum">
              <a:rPr kumimoji="0" lang="en-IN" sz="700" b="1" i="0" u="none" strike="noStrike" kern="1200" cap="none" spc="0" normalizeH="0" baseline="0" noProof="0" smtClean="0">
                <a:ln>
                  <a:noFill/>
                </a:ln>
                <a:solidFill>
                  <a:srgbClr val="FFFFFF">
                    <a:lumMod val="50000"/>
                  </a:srgbClr>
                </a:solidFill>
                <a:effectLst/>
                <a:uLnTx/>
                <a:uFillTx/>
                <a:latin typeface="Calibri" panose="020F0502020204030204"/>
                <a:ea typeface="+mn-ea"/>
                <a:cs typeface="Arial" pitchFamily="34" charset="0"/>
              </a:rPr>
              <a:pPr marL="0" marR="0" lvl="0" indent="0" algn="l" defTabSz="415525" rtl="0" eaLnBrk="1" fontAlgn="auto" latinLnBrk="0" hangingPunct="1">
                <a:lnSpc>
                  <a:spcPct val="100000"/>
                </a:lnSpc>
                <a:spcBef>
                  <a:spcPts val="0"/>
                </a:spcBef>
                <a:spcAft>
                  <a:spcPts val="0"/>
                </a:spcAft>
                <a:buClrTx/>
                <a:buSzTx/>
                <a:buFontTx/>
                <a:buNone/>
                <a:tabLst/>
                <a:defRPr/>
              </a:pPr>
              <a:t>28</a:t>
            </a:fld>
            <a:endParaRPr kumimoji="0" lang="en-IN" sz="700" b="1" i="0" u="none" strike="noStrike" kern="1200" cap="none" spc="0" normalizeH="0" baseline="0" noProof="0">
              <a:ln>
                <a:noFill/>
              </a:ln>
              <a:solidFill>
                <a:srgbClr val="FFFFFF">
                  <a:lumMod val="50000"/>
                </a:srgbClr>
              </a:solidFill>
              <a:effectLst/>
              <a:uLnTx/>
              <a:uFillTx/>
              <a:latin typeface="Calibri" panose="020F0502020204030204"/>
              <a:ea typeface="+mn-ea"/>
              <a:cs typeface="Arial" pitchFamily="34" charset="0"/>
            </a:endParaRPr>
          </a:p>
        </p:txBody>
      </p:sp>
      <p:graphicFrame>
        <p:nvGraphicFramePr>
          <p:cNvPr id="5" name="Diagram 4">
            <a:extLst>
              <a:ext uri="{FF2B5EF4-FFF2-40B4-BE49-F238E27FC236}">
                <a16:creationId xmlns:a16="http://schemas.microsoft.com/office/drawing/2014/main" id="{F511BA74-BE38-E6EF-1355-D172FD31181C}"/>
              </a:ext>
            </a:extLst>
          </p:cNvPr>
          <p:cNvGraphicFramePr/>
          <p:nvPr>
            <p:extLst>
              <p:ext uri="{D42A27DB-BD31-4B8C-83A1-F6EECF244321}">
                <p14:modId xmlns:p14="http://schemas.microsoft.com/office/powerpoint/2010/main" val="830971310"/>
              </p:ext>
            </p:extLst>
          </p:nvPr>
        </p:nvGraphicFramePr>
        <p:xfrm>
          <a:off x="527046" y="561657"/>
          <a:ext cx="8176260" cy="4020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5068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3F8F5-C3FA-0B11-6BA0-7F8D3A376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A08BB-169F-6A81-A0BE-B5CED2D28CEB}"/>
              </a:ext>
            </a:extLst>
          </p:cNvPr>
          <p:cNvSpPr>
            <a:spLocks noGrp="1"/>
          </p:cNvSpPr>
          <p:nvPr>
            <p:ph type="title"/>
          </p:nvPr>
        </p:nvSpPr>
        <p:spPr/>
        <p:txBody>
          <a:bodyPr/>
          <a:lstStyle/>
          <a:p>
            <a:r>
              <a:rPr lang="en-US" sz="2400" dirty="0"/>
              <a:t>Decentralized Identity Model</a:t>
            </a:r>
            <a:endParaRPr lang="en-US" dirty="0"/>
          </a:p>
        </p:txBody>
      </p:sp>
      <p:pic>
        <p:nvPicPr>
          <p:cNvPr id="3" name="Picture 2">
            <a:extLst>
              <a:ext uri="{FF2B5EF4-FFF2-40B4-BE49-F238E27FC236}">
                <a16:creationId xmlns:a16="http://schemas.microsoft.com/office/drawing/2014/main" id="{E2F8C347-4843-2A29-D8E6-11A69D5CCD52}"/>
              </a:ext>
            </a:extLst>
          </p:cNvPr>
          <p:cNvPicPr>
            <a:picLocks noChangeAspect="1"/>
          </p:cNvPicPr>
          <p:nvPr/>
        </p:nvPicPr>
        <p:blipFill>
          <a:blip r:embed="rId2"/>
          <a:srcRect l="1745"/>
          <a:stretch/>
        </p:blipFill>
        <p:spPr>
          <a:xfrm>
            <a:off x="313603" y="761000"/>
            <a:ext cx="8516793" cy="3621499"/>
          </a:xfrm>
          <a:prstGeom prst="rect">
            <a:avLst/>
          </a:prstGeom>
        </p:spPr>
      </p:pic>
    </p:spTree>
    <p:extLst>
      <p:ext uri="{BB962C8B-B14F-4D97-AF65-F5344CB8AC3E}">
        <p14:creationId xmlns:p14="http://schemas.microsoft.com/office/powerpoint/2010/main" val="2738566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35B2B-9E93-5BD1-27A7-24092DE66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A59AF-D87C-81A8-57F4-626CD644B60D}"/>
              </a:ext>
            </a:extLst>
          </p:cNvPr>
          <p:cNvSpPr>
            <a:spLocks noGrp="1"/>
          </p:cNvSpPr>
          <p:nvPr>
            <p:ph type="title"/>
          </p:nvPr>
        </p:nvSpPr>
        <p:spPr>
          <a:xfrm>
            <a:off x="192994" y="67977"/>
            <a:ext cx="7886195" cy="553027"/>
          </a:xfrm>
        </p:spPr>
        <p:txBody>
          <a:bodyPr vert="horz" wrap="square" lIns="68580" tIns="34290" rIns="68580" bIns="34290" rtlCol="0" anchor="ctr">
            <a:normAutofit/>
          </a:bodyPr>
          <a:lstStyle/>
          <a:p>
            <a:r>
              <a:rPr lang="en-US" dirty="0"/>
              <a:t>How Decentralized Identity Works</a:t>
            </a:r>
          </a:p>
        </p:txBody>
      </p:sp>
      <p:sp>
        <p:nvSpPr>
          <p:cNvPr id="3" name="Text Placeholder 2">
            <a:extLst>
              <a:ext uri="{FF2B5EF4-FFF2-40B4-BE49-F238E27FC236}">
                <a16:creationId xmlns:a16="http://schemas.microsoft.com/office/drawing/2014/main" id="{89D4F719-013B-170C-7D6E-ACDD40923D9B}"/>
              </a:ext>
            </a:extLst>
          </p:cNvPr>
          <p:cNvSpPr>
            <a:spLocks noGrp="1"/>
          </p:cNvSpPr>
          <p:nvPr>
            <p:ph type="body" sz="quarter" idx="14"/>
          </p:nvPr>
        </p:nvSpPr>
        <p:spPr/>
        <p:txBody>
          <a:bodyPr/>
          <a:lstStyle/>
          <a:p>
            <a:endParaRPr lang="en-US"/>
          </a:p>
        </p:txBody>
      </p:sp>
      <p:graphicFrame>
        <p:nvGraphicFramePr>
          <p:cNvPr id="10" name="Diagram 9">
            <a:extLst>
              <a:ext uri="{FF2B5EF4-FFF2-40B4-BE49-F238E27FC236}">
                <a16:creationId xmlns:a16="http://schemas.microsoft.com/office/drawing/2014/main" id="{074E19AA-F82B-B349-58F6-67B4A39128B3}"/>
              </a:ext>
            </a:extLst>
          </p:cNvPr>
          <p:cNvGraphicFramePr/>
          <p:nvPr>
            <p:extLst>
              <p:ext uri="{D42A27DB-BD31-4B8C-83A1-F6EECF244321}">
                <p14:modId xmlns:p14="http://schemas.microsoft.com/office/powerpoint/2010/main" val="814011857"/>
              </p:ext>
            </p:extLst>
          </p:nvPr>
        </p:nvGraphicFramePr>
        <p:xfrm>
          <a:off x="192994" y="660944"/>
          <a:ext cx="8661446" cy="3942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6114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E4251-9E9B-ACD8-E010-4F20BAA60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733E4-D77D-982F-1126-3029D4DB6FEE}"/>
              </a:ext>
            </a:extLst>
          </p:cNvPr>
          <p:cNvSpPr>
            <a:spLocks noGrp="1"/>
          </p:cNvSpPr>
          <p:nvPr>
            <p:ph type="title"/>
          </p:nvPr>
        </p:nvSpPr>
        <p:spPr>
          <a:xfrm>
            <a:off x="277814" y="2426247"/>
            <a:ext cx="5492365" cy="289182"/>
          </a:xfrm>
        </p:spPr>
        <p:txBody>
          <a:bodyPr/>
          <a:lstStyle/>
          <a:p>
            <a:r>
              <a:rPr lang="en-US" sz="2000" dirty="0"/>
              <a:t>Policy Based Access Control</a:t>
            </a:r>
            <a:endParaRPr lang="en-IN" dirty="0"/>
          </a:p>
        </p:txBody>
      </p:sp>
    </p:spTree>
    <p:extLst>
      <p:ext uri="{BB962C8B-B14F-4D97-AF65-F5344CB8AC3E}">
        <p14:creationId xmlns:p14="http://schemas.microsoft.com/office/powerpoint/2010/main" val="2249240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B776-3D90-99A6-6C36-AE81DD13F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6E9C7-9F9D-167E-BBA1-11A68C2B403E}"/>
              </a:ext>
            </a:extLst>
          </p:cNvPr>
          <p:cNvSpPr>
            <a:spLocks noGrp="1"/>
          </p:cNvSpPr>
          <p:nvPr>
            <p:ph type="title"/>
          </p:nvPr>
        </p:nvSpPr>
        <p:spPr>
          <a:xfrm>
            <a:off x="0" y="0"/>
            <a:ext cx="4861560" cy="450459"/>
          </a:xfrm>
        </p:spPr>
        <p:txBody>
          <a:bodyPr vert="horz" wrap="square" lIns="68580" tIns="34290" rIns="68580" bIns="34290" rtlCol="0" anchor="ctr">
            <a:normAutofit/>
          </a:bodyPr>
          <a:lstStyle/>
          <a:p>
            <a:r>
              <a:rPr lang="en-US" dirty="0"/>
              <a:t>Introduction to Fine-Grained Authorization</a:t>
            </a:r>
          </a:p>
        </p:txBody>
      </p:sp>
      <p:sp>
        <p:nvSpPr>
          <p:cNvPr id="3" name="Text Placeholder 2">
            <a:extLst>
              <a:ext uri="{FF2B5EF4-FFF2-40B4-BE49-F238E27FC236}">
                <a16:creationId xmlns:a16="http://schemas.microsoft.com/office/drawing/2014/main" id="{4D7524E1-C4F6-4744-D214-1E2A375E47AE}"/>
              </a:ext>
            </a:extLst>
          </p:cNvPr>
          <p:cNvSpPr>
            <a:spLocks noGrp="1"/>
          </p:cNvSpPr>
          <p:nvPr>
            <p:ph type="body" sz="quarter" idx="14"/>
          </p:nvPr>
        </p:nvSpPr>
        <p:spPr/>
        <p:txBody>
          <a:bodyPr/>
          <a:lstStyle/>
          <a:p>
            <a:endParaRPr lang="en-US"/>
          </a:p>
        </p:txBody>
      </p:sp>
      <p:graphicFrame>
        <p:nvGraphicFramePr>
          <p:cNvPr id="5" name="Content Placeholder 4">
            <a:extLst>
              <a:ext uri="{FF2B5EF4-FFF2-40B4-BE49-F238E27FC236}">
                <a16:creationId xmlns:a16="http://schemas.microsoft.com/office/drawing/2014/main" id="{CA91C2D2-0974-AEA8-2F4C-780E0EF7C03D}"/>
              </a:ext>
            </a:extLst>
          </p:cNvPr>
          <p:cNvGraphicFramePr>
            <a:graphicFrameLocks noGrp="1"/>
          </p:cNvGraphicFramePr>
          <p:nvPr>
            <p:ph idx="1"/>
            <p:extLst>
              <p:ext uri="{D42A27DB-BD31-4B8C-83A1-F6EECF244321}">
                <p14:modId xmlns:p14="http://schemas.microsoft.com/office/powerpoint/2010/main" val="1190022253"/>
              </p:ext>
            </p:extLst>
          </p:nvPr>
        </p:nvGraphicFramePr>
        <p:xfrm>
          <a:off x="236220" y="388620"/>
          <a:ext cx="8671560" cy="4108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4057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AB7E-AE22-4558-AE44-F977BFC65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A76DD-C1D1-697A-BE5D-6C8D1E417AFE}"/>
              </a:ext>
            </a:extLst>
          </p:cNvPr>
          <p:cNvSpPr>
            <a:spLocks noGrp="1"/>
          </p:cNvSpPr>
          <p:nvPr>
            <p:ph type="title"/>
          </p:nvPr>
        </p:nvSpPr>
        <p:spPr>
          <a:xfrm>
            <a:off x="192994" y="67977"/>
            <a:ext cx="7886195" cy="553027"/>
          </a:xfrm>
        </p:spPr>
        <p:txBody>
          <a:bodyPr vert="horz" wrap="square" lIns="68580" tIns="34290" rIns="68580" bIns="34290" rtlCol="0" anchor="ctr">
            <a:normAutofit/>
          </a:bodyPr>
          <a:lstStyle/>
          <a:p>
            <a:r>
              <a:rPr lang="en-US" dirty="0"/>
              <a:t>How Decentralized Identity Works</a:t>
            </a:r>
          </a:p>
        </p:txBody>
      </p:sp>
      <p:sp>
        <p:nvSpPr>
          <p:cNvPr id="3" name="Text Placeholder 2">
            <a:extLst>
              <a:ext uri="{FF2B5EF4-FFF2-40B4-BE49-F238E27FC236}">
                <a16:creationId xmlns:a16="http://schemas.microsoft.com/office/drawing/2014/main" id="{3D284A9B-909F-480B-C4E8-D1E1896A99BD}"/>
              </a:ext>
            </a:extLst>
          </p:cNvPr>
          <p:cNvSpPr>
            <a:spLocks noGrp="1"/>
          </p:cNvSpPr>
          <p:nvPr>
            <p:ph type="body" sz="quarter" idx="14"/>
          </p:nvPr>
        </p:nvSpPr>
        <p:spPr/>
        <p:txBody>
          <a:bodyPr/>
          <a:lstStyle/>
          <a:p>
            <a:endParaRPr lang="en-US"/>
          </a:p>
        </p:txBody>
      </p:sp>
      <p:graphicFrame>
        <p:nvGraphicFramePr>
          <p:cNvPr id="4" name="Diagram 3">
            <a:extLst>
              <a:ext uri="{FF2B5EF4-FFF2-40B4-BE49-F238E27FC236}">
                <a16:creationId xmlns:a16="http://schemas.microsoft.com/office/drawing/2014/main" id="{7C28841B-60D3-0CE8-E620-513B65D2B214}"/>
              </a:ext>
            </a:extLst>
          </p:cNvPr>
          <p:cNvGraphicFramePr/>
          <p:nvPr>
            <p:extLst>
              <p:ext uri="{D42A27DB-BD31-4B8C-83A1-F6EECF244321}">
                <p14:modId xmlns:p14="http://schemas.microsoft.com/office/powerpoint/2010/main" val="3179682126"/>
              </p:ext>
            </p:extLst>
          </p:nvPr>
        </p:nvGraphicFramePr>
        <p:xfrm>
          <a:off x="388620" y="539750"/>
          <a:ext cx="819912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6546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3FB01-D327-D537-9CA4-EB2FAD9CDFF2}"/>
              </a:ext>
            </a:extLst>
          </p:cNvPr>
          <p:cNvSpPr>
            <a:spLocks noGrp="1"/>
          </p:cNvSpPr>
          <p:nvPr>
            <p:ph type="title"/>
          </p:nvPr>
        </p:nvSpPr>
        <p:spPr>
          <a:xfrm>
            <a:off x="86314" y="191737"/>
            <a:ext cx="7886195" cy="553027"/>
          </a:xfrm>
        </p:spPr>
        <p:txBody>
          <a:bodyPr/>
          <a:lstStyle/>
          <a:p>
            <a:r>
              <a:rPr lang="en-US" dirty="0"/>
              <a:t>Best Practices &amp; Key Takeaways</a:t>
            </a:r>
          </a:p>
        </p:txBody>
      </p:sp>
      <p:sp>
        <p:nvSpPr>
          <p:cNvPr id="3" name="Text Placeholder 2">
            <a:extLst>
              <a:ext uri="{FF2B5EF4-FFF2-40B4-BE49-F238E27FC236}">
                <a16:creationId xmlns:a16="http://schemas.microsoft.com/office/drawing/2014/main" id="{5B4D2500-8D3B-ED79-8BE5-BF0D4F018413}"/>
              </a:ext>
            </a:extLst>
          </p:cNvPr>
          <p:cNvSpPr>
            <a:spLocks noGrp="1"/>
          </p:cNvSpPr>
          <p:nvPr>
            <p:ph type="body" sz="quarter" idx="14"/>
          </p:nvPr>
        </p:nvSpPr>
        <p:spPr/>
        <p:txBody>
          <a:bodyPr/>
          <a:lstStyle/>
          <a:p>
            <a:endParaRPr lang="en-US"/>
          </a:p>
        </p:txBody>
      </p:sp>
      <p:graphicFrame>
        <p:nvGraphicFramePr>
          <p:cNvPr id="9" name="Content Placeholder 8">
            <a:extLst>
              <a:ext uri="{FF2B5EF4-FFF2-40B4-BE49-F238E27FC236}">
                <a16:creationId xmlns:a16="http://schemas.microsoft.com/office/drawing/2014/main" id="{0532A3C1-4BA8-94D1-9F12-4797E1597416}"/>
              </a:ext>
            </a:extLst>
          </p:cNvPr>
          <p:cNvGraphicFramePr>
            <a:graphicFrameLocks noGrp="1"/>
          </p:cNvGraphicFramePr>
          <p:nvPr>
            <p:ph idx="1"/>
            <p:extLst>
              <p:ext uri="{D42A27DB-BD31-4B8C-83A1-F6EECF244321}">
                <p14:modId xmlns:p14="http://schemas.microsoft.com/office/powerpoint/2010/main" val="755295188"/>
              </p:ext>
            </p:extLst>
          </p:nvPr>
        </p:nvGraphicFramePr>
        <p:xfrm>
          <a:off x="192994" y="660944"/>
          <a:ext cx="8758012" cy="35259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0858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751402"/>
      </p:ext>
    </p:extLst>
  </p:cSld>
  <p:clrMapOvr>
    <a:masterClrMapping/>
  </p:clrMapOvr>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75AC1EFD-17A8-4C68-A4BD-10DD36707468}"/>
    </a:ext>
  </a:extLst>
</a:theme>
</file>

<file path=ppt/theme/theme2.xml><?xml version="1.0" encoding="utf-8"?>
<a:theme xmlns:a="http://schemas.openxmlformats.org/drawingml/2006/main" name="1_Content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B29A63B2-3A8B-44F8-BB3B-5FB2F73FBCF0}"/>
    </a:ext>
  </a:extLst>
</a:theme>
</file>

<file path=ppt/theme/theme3.xml><?xml version="1.0" encoding="utf-8"?>
<a:theme xmlns:a="http://schemas.openxmlformats.org/drawingml/2006/main" name="Blank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5962D07A-EDE5-4FFD-AD77-A63C8A7B0A9C}"/>
    </a:ext>
  </a:extLst>
</a:theme>
</file>

<file path=ppt/theme/theme4.xml><?xml version="1.0" encoding="utf-8"?>
<a:theme xmlns:a="http://schemas.openxmlformats.org/drawingml/2006/main" name="Title Slide_Black Blue 1">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022B26DE-31A7-4C2E-BBE3-AE4EC8802156}"/>
    </a:ext>
  </a:extLst>
</a:theme>
</file>

<file path=ppt/theme/theme5.xml><?xml version="1.0" encoding="utf-8"?>
<a:theme xmlns:a="http://schemas.openxmlformats.org/drawingml/2006/main" name="Title Slide_White Blue 1">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593AF34D-A4F4-4FB5-B690-7D6DAC5C2356}"/>
    </a:ext>
  </a:extLst>
</a:theme>
</file>

<file path=ppt/theme/theme6.xml><?xml version="1.0" encoding="utf-8"?>
<a:theme xmlns:a="http://schemas.openxmlformats.org/drawingml/2006/main" name="1_Title Slide_Black Blue_without imag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62516FA0-A130-4054-9C42-8CF2D2DF7127}"/>
    </a:ext>
  </a:extLst>
</a:theme>
</file>

<file path=ppt/theme/theme7.xml><?xml version="1.0" encoding="utf-8"?>
<a:theme xmlns:a="http://schemas.openxmlformats.org/drawingml/2006/main" name="1_Title Slide_White Blue_without imag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A5B048DD-0C2B-4611-BAB9-422B0399FA8E}"/>
    </a:ext>
  </a:extLst>
</a:theme>
</file>

<file path=ppt/theme/theme8.xml><?xml version="1.0" encoding="utf-8"?>
<a:theme xmlns:a="http://schemas.openxmlformats.org/drawingml/2006/main" name="1_Divider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20216F55-AE22-4F4F-87CB-BC11530CB2AF}"/>
    </a:ext>
  </a:extLst>
</a:theme>
</file>

<file path=ppt/theme/theme9.xml><?xml version="1.0" encoding="utf-8"?>
<a:theme xmlns:a="http://schemas.openxmlformats.org/drawingml/2006/main" name="Thank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8366A792-D90A-495B-895B-3987BA535576}"/>
    </a:ext>
  </a:extLst>
</a:theme>
</file>

<file path=ppt/theme/theme10.xml><?xml version="1.0" encoding="utf-8"?>
<a:theme xmlns:a="http://schemas.openxmlformats.org/drawingml/2006/main" name="1_Thank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id="{C962D18E-53D5-4773-A816-574E97F70FBA}" vid="{5F6B2D2C-A4AF-487E-A1A9-AD9F4D3778DE}"/>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429409C18204B8E50994481C8BE12" ma:contentTypeVersion="6" ma:contentTypeDescription="Create a new document." ma:contentTypeScope="" ma:versionID="2338d74d11cc1848d0c3e3b601f0db6a">
  <xsd:schema xmlns:xsd="http://www.w3.org/2001/XMLSchema" xmlns:xs="http://www.w3.org/2001/XMLSchema" xmlns:p="http://schemas.microsoft.com/office/2006/metadata/properties" xmlns:ns2="ed5f3adb-d74a-4f34-826c-cfa79a1b5e9d" xmlns:ns3="1771064e-c6ae-44b4-88a5-a935e9ecfce2" targetNamespace="http://schemas.microsoft.com/office/2006/metadata/properties" ma:root="true" ma:fieldsID="4c73c7d02b97079401873a97d179d7e0" ns2:_="" ns3:_="">
    <xsd:import namespace="ed5f3adb-d74a-4f34-826c-cfa79a1b5e9d"/>
    <xsd:import namespace="1771064e-c6ae-44b4-88a5-a935e9ecf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3adb-d74a-4f34-826c-cfa79a1b5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71064e-c6ae-44b4-88a5-a935e9ecfc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C37ED8-06D3-4BAF-925E-0E0C6BD526E8}">
  <ds:schemaRefs>
    <ds:schemaRef ds:uri="http://schemas.microsoft.com/sharepoint/v3/contenttype/forms"/>
  </ds:schemaRefs>
</ds:datastoreItem>
</file>

<file path=customXml/itemProps2.xml><?xml version="1.0" encoding="utf-8"?>
<ds:datastoreItem xmlns:ds="http://schemas.openxmlformats.org/officeDocument/2006/customXml" ds:itemID="{DBB1B480-7C1E-4300-A913-41CAD33511F4}">
  <ds:schemaRef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purl.org/dc/dcmitype/"/>
    <ds:schemaRef ds:uri="http://purl.org/dc/elements/1.1/"/>
    <ds:schemaRef ds:uri="http://schemas.microsoft.com/office/2006/metadata/properties"/>
    <ds:schemaRef ds:uri="http://www.w3.org/XML/1998/namespace"/>
    <ds:schemaRef ds:uri="f131310f-da73-447f-9d07-af8aec60e1e3"/>
    <ds:schemaRef ds:uri="9200d1c5-bd2a-48f4-9aa5-49792c8c2bf8"/>
  </ds:schemaRefs>
</ds:datastoreItem>
</file>

<file path=customXml/itemProps3.xml><?xml version="1.0" encoding="utf-8"?>
<ds:datastoreItem xmlns:ds="http://schemas.openxmlformats.org/officeDocument/2006/customXml" ds:itemID="{6EDF8059-6EE0-4404-96D9-BE541F536F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5f3adb-d74a-4f34-826c-cfa79a1b5e9d"/>
    <ds:schemaRef ds:uri="1771064e-c6ae-44b4-88a5-a935e9ecfc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TCS_Company_Presentation_template_standard_16X9</Template>
  <TotalTime>2515</TotalTime>
  <Words>4382</Words>
  <Application>Microsoft Office PowerPoint</Application>
  <PresentationFormat>On-screen Show (16:9)</PresentationFormat>
  <Paragraphs>347</Paragraphs>
  <Slides>35</Slides>
  <Notes>1</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35</vt:i4>
      </vt:variant>
    </vt:vector>
  </HeadingPairs>
  <TitlesOfParts>
    <vt:vector size="51" baseType="lpstr">
      <vt:lpstr>Aptos</vt:lpstr>
      <vt:lpstr>Arial</vt:lpstr>
      <vt:lpstr>Calibri</vt:lpstr>
      <vt:lpstr>Courier New</vt:lpstr>
      <vt:lpstr>Symbol</vt:lpstr>
      <vt:lpstr>Wingdings</vt:lpstr>
      <vt:lpstr>Content Slide_White</vt:lpstr>
      <vt:lpstr>1_Content Slide_Black</vt:lpstr>
      <vt:lpstr>Blank Slide_Black</vt:lpstr>
      <vt:lpstr>Title Slide_Black Blue 1</vt:lpstr>
      <vt:lpstr>Title Slide_White Blue 1</vt:lpstr>
      <vt:lpstr>1_Title Slide_Black Blue_without image</vt:lpstr>
      <vt:lpstr>1_Title Slide_White Blue_without image</vt:lpstr>
      <vt:lpstr>1_Divider Slide_White</vt:lpstr>
      <vt:lpstr>Thank Slide_Black</vt:lpstr>
      <vt:lpstr>1_Thank Slide_White</vt:lpstr>
      <vt:lpstr>Identity and Access Management Service</vt:lpstr>
      <vt:lpstr>Overview</vt:lpstr>
      <vt:lpstr>Web Access Management</vt:lpstr>
      <vt:lpstr>Introduction to Web Access Management</vt:lpstr>
      <vt:lpstr>Core Concepts of WAM</vt:lpstr>
      <vt:lpstr>WAM Reference Architecture </vt:lpstr>
      <vt:lpstr>Common Protocols in WAM</vt:lpstr>
      <vt:lpstr>Key Takeaways</vt:lpstr>
      <vt:lpstr>Web Access Management – Important Aspects</vt:lpstr>
      <vt:lpstr>Customer Identity and Access Management</vt:lpstr>
      <vt:lpstr>Introduction to CIAM </vt:lpstr>
      <vt:lpstr>CIAM - Key Use Cases</vt:lpstr>
      <vt:lpstr>CIAM Offering Overview</vt:lpstr>
      <vt:lpstr>Key Takeaways of CIAM</vt:lpstr>
      <vt:lpstr>Alliances &amp; Partnerships in CIAM space </vt:lpstr>
      <vt:lpstr>Identity Governance &amp; Administration</vt:lpstr>
      <vt:lpstr>IGA Overview</vt:lpstr>
      <vt:lpstr>Core Functions of IGA</vt:lpstr>
      <vt:lpstr>IGA Reference Architecture</vt:lpstr>
      <vt:lpstr>Real-World Example &amp; Leading IGA Solutions</vt:lpstr>
      <vt:lpstr>Privilege Access Management</vt:lpstr>
      <vt:lpstr>PAM Overview</vt:lpstr>
      <vt:lpstr>PAM Reference Architecture</vt:lpstr>
      <vt:lpstr>Key Components of a PAM Solution</vt:lpstr>
      <vt:lpstr>Overview of Leading PAM Solutions</vt:lpstr>
      <vt:lpstr>PAM Best Practices</vt:lpstr>
      <vt:lpstr>Decentralized Identity</vt:lpstr>
      <vt:lpstr>Decentralized Identity Overview</vt:lpstr>
      <vt:lpstr>Decentralized Identity Model</vt:lpstr>
      <vt:lpstr>How Decentralized Identity Works</vt:lpstr>
      <vt:lpstr>Policy Based Access Control</vt:lpstr>
      <vt:lpstr>Introduction to Fine-Grained Authorization</vt:lpstr>
      <vt:lpstr>How Decentralized Identity Works</vt:lpstr>
      <vt:lpstr>Best Practices &amp; 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ESWARI UMA GANESAN</dc:creator>
  <cp:lastModifiedBy>Arindam Roy</cp:lastModifiedBy>
  <cp:revision>7</cp:revision>
  <dcterms:created xsi:type="dcterms:W3CDTF">2025-02-25T21:01:38Z</dcterms:created>
  <dcterms:modified xsi:type="dcterms:W3CDTF">2025-03-11T10:32:30Z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0x010100D35874B5C001274C9604F922D0FB1C63</vt:lpwstr>
  </property>
</Properties>
</file>